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308" r:id="rId2"/>
    <p:sldId id="276" r:id="rId3"/>
    <p:sldId id="280" r:id="rId4"/>
    <p:sldId id="286" r:id="rId5"/>
    <p:sldId id="287" r:id="rId6"/>
    <p:sldId id="288" r:id="rId7"/>
    <p:sldId id="289" r:id="rId8"/>
    <p:sldId id="281" r:id="rId9"/>
    <p:sldId id="290" r:id="rId10"/>
    <p:sldId id="282" r:id="rId11"/>
    <p:sldId id="296" r:id="rId12"/>
    <p:sldId id="292" r:id="rId13"/>
    <p:sldId id="283" r:id="rId14"/>
    <p:sldId id="302" r:id="rId15"/>
    <p:sldId id="299" r:id="rId16"/>
    <p:sldId id="277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0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CA1"/>
    <a:srgbClr val="B2B2B2"/>
    <a:srgbClr val="004A82"/>
    <a:srgbClr val="00355C"/>
    <a:srgbClr val="00487E"/>
    <a:srgbClr val="398B83"/>
    <a:srgbClr val="4AB4AA"/>
    <a:srgbClr val="80CBC4"/>
    <a:srgbClr val="002B4C"/>
    <a:srgbClr val="4473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50" autoAdjust="0"/>
    <p:restoredTop sz="99274" autoAdjust="0"/>
  </p:normalViewPr>
  <p:slideViewPr>
    <p:cSldViewPr snapToGrid="0">
      <p:cViewPr varScale="1">
        <p:scale>
          <a:sx n="96" d="100"/>
          <a:sy n="96" d="100"/>
        </p:scale>
        <p:origin x="500" y="48"/>
      </p:cViewPr>
      <p:guideLst>
        <p:guide orient="horz" pos="2160"/>
        <p:guide pos="380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154" y="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1270A079-7156-4A88-B2FC-5CBBD944F17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4AAE95B-371B-4D35-AC9C-79406406A9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6CD731-B412-4222-A59C-ABCC6C7E756C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23395B4-EC57-4B9A-AF8C-0140F97330A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E488BA0-826B-4828-96F5-9F6AA06C169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C3662A-F5F2-4822-8B7D-52E857005E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13719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A552A8-ECE7-49AA-8726-BE90DBC11947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8EAD77-486C-432B-9EE9-E6FD5C91EB8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7833D48-A749-2043-04D3-8E39E466F6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5106" y="6282531"/>
            <a:ext cx="610394" cy="61039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F9E5-2C3F-427E-9E18-8DB1205C1BD4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17F9E5-2C3F-427E-9E18-8DB1205C1BD4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635508-54A0-4FB0-A4C5-6467DE85E92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hyperlink" Target="https://pan.baidu.com/s/1-wqzptJWIdxUVDH220C4jg?pwd=2cv3#list/path=%2F" TargetMode="External"/><Relationship Id="rId4" Type="http://schemas.openxmlformats.org/officeDocument/2006/relationships/hyperlink" Target="https://pan.baidu.com/s/1gjyfEV2McGwqjCSd3EL4AA?pwd=6bvk#list/path=%2F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atplotlib.org.cn/stable/plot_types/index.html" TargetMode="External"/><Relationship Id="rId5" Type="http://schemas.openxmlformats.org/officeDocument/2006/relationships/hyperlink" Target="https://seaborn.org.cn/" TargetMode="Externa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hyperlink" Target="https://www.bilibili.com/video/BV1NRtBzMETm/?vd_source=9d681103da2b81d71d43670bcc499bc9" TargetMode="External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bilibili.com/video/BV1Auwbe7Exn/?vd_source=9d681103da2b81d71d43670bcc499bc9" TargetMode="External"/><Relationship Id="rId5" Type="http://schemas.openxmlformats.org/officeDocument/2006/relationships/hyperlink" Target="https://www.bilibili.com/video/BV1p14y1U7Nr/?spm_id_from=333.1387.homepage.video_card.click&amp;vd_source=9d681103da2b81d71d43670bcc499bc9" TargetMode="External"/><Relationship Id="rId10" Type="http://schemas.openxmlformats.org/officeDocument/2006/relationships/image" Target="../media/image18.png"/><Relationship Id="rId4" Type="http://schemas.openxmlformats.org/officeDocument/2006/relationships/hyperlink" Target="https://www.bilibili.com/video/BV1gR4y1y76U/?spm_id_from=333.1387.homepage.video_card.click&amp;vd_source=9d681103da2b81d71d43670bcc499bc9" TargetMode="External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libili.com/video/BV1SC3czwEow/?spm_id_from=888.82037.embed&amp;t=2.224389&amp;bvid=BV1SC3czwEow&amp;vd_source=9d681103da2b81d71d43670bcc499bc9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hyperlink" Target="https://www.bilibili.com/video/BV1du411r7Et/?vd_source=9d681103da2b81d71d43670bcc499bc9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bilibili.com/video/BV1o2yJBZEL6/?spm_id_from=333.337.search-card.all.click&amp;vd_source=9d681103da2b81d71d43670bcc499bc9" TargetMode="External"/><Relationship Id="rId5" Type="http://schemas.openxmlformats.org/officeDocument/2006/relationships/hyperlink" Target="https://www.bilibili.com/video/BV1Xo3CzpEwH/?spm_id_from=333.337.search-card.all.click&amp;vd_source=9d681103da2b81d71d43670bcc499bc9" TargetMode="External"/><Relationship Id="rId4" Type="http://schemas.openxmlformats.org/officeDocument/2006/relationships/hyperlink" Target="https://www.shumo.com/wiki/doku.php?id=%E7%BE%8E%E5%9B%BD%E5%A4%A7%E5%AD%A6%E7%94%9F%E6%95%B0%E5%AD%A6%E5%BB%BA%E6%A8%A1%E7%AB%9E%E8%B5%9B_mcm_icm_%E5%8E%86%E5%B9%B4%E8%AF%95%E9%A2%98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an.baidu.com/s/1S9Hfq4n5cdhf0CFQtjL5KA?pwd=7tfv#list/path=%2F" TargetMode="Externa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bilibili.com/list/ml2503496601?oid=439401738&amp;bvid=BV1nj411w7Zc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0" y="5223313"/>
            <a:ext cx="12192000" cy="1634689"/>
          </a:xfrm>
          <a:prstGeom prst="rect">
            <a:avLst/>
          </a:prstGeom>
          <a:solidFill>
            <a:srgbClr val="005C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1"/>
          </a:p>
        </p:txBody>
      </p:sp>
      <p:sp>
        <p:nvSpPr>
          <p:cNvPr id="15" name="矩形 14"/>
          <p:cNvSpPr/>
          <p:nvPr/>
        </p:nvSpPr>
        <p:spPr>
          <a:xfrm>
            <a:off x="0" y="5053674"/>
            <a:ext cx="12192000" cy="77108"/>
          </a:xfrm>
          <a:prstGeom prst="rect">
            <a:avLst/>
          </a:prstGeom>
          <a:solidFill>
            <a:srgbClr val="005C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1"/>
          </a:p>
        </p:txBody>
      </p:sp>
      <p:sp>
        <p:nvSpPr>
          <p:cNvPr id="16" name="文本框 15"/>
          <p:cNvSpPr txBox="1"/>
          <p:nvPr/>
        </p:nvSpPr>
        <p:spPr>
          <a:xfrm>
            <a:off x="2172092" y="3399118"/>
            <a:ext cx="78478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>
                <a:solidFill>
                  <a:srgbClr val="005C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数模美赛经验分享（编程）</a:t>
            </a:r>
            <a:endParaRPr lang="zh-CN" altLang="en-US" sz="5400" b="1" dirty="0">
              <a:solidFill>
                <a:srgbClr val="005CA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461862" y="5804537"/>
            <a:ext cx="2109903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4" indent="-285744">
              <a:buFont typeface="Arial" panose="020B0604020202020204" pitchFamily="34" charset="0"/>
              <a:buChar char="•"/>
            </a:pPr>
            <a:r>
              <a:rPr lang="zh-CN" altLang="en-US" sz="1867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分享人：谭磊</a:t>
            </a:r>
            <a:endParaRPr lang="zh-CN" altLang="en-US" sz="1867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620239" y="5804536"/>
            <a:ext cx="2559792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44" indent="-285744">
              <a:buFont typeface="Arial" panose="020B0604020202020204" pitchFamily="34" charset="0"/>
              <a:buChar char="•"/>
            </a:pPr>
            <a:r>
              <a:rPr lang="zh-CN" altLang="en-US" sz="1867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专业：自动化</a:t>
            </a:r>
            <a:endParaRPr lang="zh-CN" altLang="en-US" sz="1867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2162" y="400302"/>
            <a:ext cx="2567677" cy="25676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 8"/>
          <p:cNvCxnSpPr/>
          <p:nvPr/>
        </p:nvCxnSpPr>
        <p:spPr>
          <a:xfrm>
            <a:off x="4277437" y="1619962"/>
            <a:ext cx="7914563" cy="0"/>
          </a:xfrm>
          <a:prstGeom prst="line">
            <a:avLst/>
          </a:prstGeom>
          <a:ln w="508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/>
          <p:cNvGrpSpPr/>
          <p:nvPr/>
        </p:nvGrpSpPr>
        <p:grpSpPr>
          <a:xfrm>
            <a:off x="5389226" y="1257300"/>
            <a:ext cx="976380" cy="767990"/>
            <a:chOff x="5389226" y="1257300"/>
            <a:chExt cx="976380" cy="767990"/>
          </a:xfrm>
        </p:grpSpPr>
        <p:sp>
          <p:nvSpPr>
            <p:cNvPr id="11" name="矩形 10"/>
            <p:cNvSpPr/>
            <p:nvPr/>
          </p:nvSpPr>
          <p:spPr>
            <a:xfrm>
              <a:off x="5493421" y="1257300"/>
              <a:ext cx="767990" cy="767990"/>
            </a:xfrm>
            <a:prstGeom prst="rect">
              <a:avLst/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5389226" y="1351966"/>
              <a:ext cx="976380" cy="6548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10178497" y="1257300"/>
            <a:ext cx="976380" cy="767990"/>
            <a:chOff x="10178497" y="1257300"/>
            <a:chExt cx="976380" cy="767990"/>
          </a:xfrm>
        </p:grpSpPr>
        <p:sp>
          <p:nvSpPr>
            <p:cNvPr id="13" name="矩形 12"/>
            <p:cNvSpPr/>
            <p:nvPr/>
          </p:nvSpPr>
          <p:spPr>
            <a:xfrm>
              <a:off x="10282692" y="1257300"/>
              <a:ext cx="767990" cy="767990"/>
            </a:xfrm>
            <a:prstGeom prst="rect">
              <a:avLst/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0178497" y="1351966"/>
              <a:ext cx="97638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4674115" y="2291930"/>
            <a:ext cx="2399511" cy="954103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/>
            <a:r>
              <a:rPr lang="zh-CN" altLang="en-US" sz="2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编程工具选择及学习路径</a:t>
            </a:r>
          </a:p>
        </p:txBody>
      </p:sp>
      <p:cxnSp>
        <p:nvCxnSpPr>
          <p:cNvPr id="30" name="直接连接符 29"/>
          <p:cNvCxnSpPr/>
          <p:nvPr/>
        </p:nvCxnSpPr>
        <p:spPr>
          <a:xfrm>
            <a:off x="1738117" y="4610812"/>
            <a:ext cx="7914563" cy="0"/>
          </a:xfrm>
          <a:prstGeom prst="line">
            <a:avLst/>
          </a:prstGeom>
          <a:ln w="508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组合 9"/>
          <p:cNvGrpSpPr/>
          <p:nvPr/>
        </p:nvGrpSpPr>
        <p:grpSpPr>
          <a:xfrm>
            <a:off x="2811806" y="4248150"/>
            <a:ext cx="976380" cy="767990"/>
            <a:chOff x="2811806" y="4248150"/>
            <a:chExt cx="976380" cy="767990"/>
          </a:xfrm>
        </p:grpSpPr>
        <p:sp>
          <p:nvSpPr>
            <p:cNvPr id="31" name="矩形 30"/>
            <p:cNvSpPr/>
            <p:nvPr/>
          </p:nvSpPr>
          <p:spPr>
            <a:xfrm>
              <a:off x="2916001" y="4248150"/>
              <a:ext cx="767990" cy="767990"/>
            </a:xfrm>
            <a:prstGeom prst="rect">
              <a:avLst/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2811806" y="4342816"/>
              <a:ext cx="97638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7601077" y="4248150"/>
            <a:ext cx="976380" cy="767990"/>
            <a:chOff x="7601077" y="4248150"/>
            <a:chExt cx="976380" cy="767990"/>
          </a:xfrm>
        </p:grpSpPr>
        <p:sp>
          <p:nvSpPr>
            <p:cNvPr id="33" name="矩形 32"/>
            <p:cNvSpPr/>
            <p:nvPr/>
          </p:nvSpPr>
          <p:spPr>
            <a:xfrm>
              <a:off x="7705272" y="4248150"/>
              <a:ext cx="767990" cy="767990"/>
            </a:xfrm>
            <a:prstGeom prst="rect">
              <a:avLst/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7601077" y="4342816"/>
              <a:ext cx="97638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" name="矩形 4"/>
          <p:cNvSpPr/>
          <p:nvPr/>
        </p:nvSpPr>
        <p:spPr>
          <a:xfrm rot="5400000">
            <a:off x="-2611658" y="2611657"/>
            <a:ext cx="6858001" cy="1634689"/>
          </a:xfrm>
          <a:prstGeom prst="rect">
            <a:avLst/>
          </a:prstGeom>
          <a:solidFill>
            <a:srgbClr val="005C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 rot="5400000">
            <a:off x="-1663229" y="3390448"/>
            <a:ext cx="6858001" cy="77108"/>
          </a:xfrm>
          <a:prstGeom prst="rect">
            <a:avLst/>
          </a:prstGeom>
          <a:solidFill>
            <a:srgbClr val="005C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7278793" y="5233301"/>
            <a:ext cx="1620948" cy="523216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注意事项</a:t>
            </a:r>
            <a:endParaRPr lang="zh-CN" altLang="en-US" dirty="0"/>
          </a:p>
        </p:txBody>
      </p:sp>
      <p:sp>
        <p:nvSpPr>
          <p:cNvPr id="43" name="文本框 42"/>
          <p:cNvSpPr txBox="1"/>
          <p:nvPr/>
        </p:nvSpPr>
        <p:spPr>
          <a:xfrm>
            <a:off x="9856213" y="2293213"/>
            <a:ext cx="1620948" cy="523216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数据处理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527377" y="247904"/>
            <a:ext cx="1015663" cy="175892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dist"/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260313A-FEE4-0794-D094-01C060EE9398}"/>
              </a:ext>
            </a:extLst>
          </p:cNvPr>
          <p:cNvSpPr txBox="1"/>
          <p:nvPr/>
        </p:nvSpPr>
        <p:spPr>
          <a:xfrm>
            <a:off x="2489522" y="5233301"/>
            <a:ext cx="1620948" cy="523216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>
            <a:defPPr>
              <a:defRPr lang="zh-CN"/>
            </a:defPPr>
            <a:lvl1pPr>
              <a:defRPr sz="2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代码复现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checker/>
      </p:transition>
    </mc:Choice>
    <mc:Fallback xmlns="">
      <p:transition spd="slow" advTm="0">
        <p:checker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2857500" y="2686050"/>
            <a:ext cx="9334500" cy="1295400"/>
          </a:xfrm>
          <a:prstGeom prst="rect">
            <a:avLst/>
          </a:prstGeom>
          <a:solidFill>
            <a:srgbClr val="005C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2857500" y="4133850"/>
            <a:ext cx="8210550" cy="95250"/>
          </a:xfrm>
          <a:prstGeom prst="rect">
            <a:avLst/>
          </a:prstGeom>
          <a:solidFill>
            <a:srgbClr val="005C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1123950" y="2686050"/>
            <a:ext cx="1543050" cy="1543050"/>
            <a:chOff x="1123950" y="2686050"/>
            <a:chExt cx="1543050" cy="1543050"/>
          </a:xfrm>
        </p:grpSpPr>
        <p:sp>
          <p:nvSpPr>
            <p:cNvPr id="10" name="矩形 9"/>
            <p:cNvSpPr/>
            <p:nvPr/>
          </p:nvSpPr>
          <p:spPr>
            <a:xfrm>
              <a:off x="1123950" y="2686050"/>
              <a:ext cx="1543050" cy="1543050"/>
            </a:xfrm>
            <a:prstGeom prst="rect">
              <a:avLst/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407285" y="2903577"/>
              <a:ext cx="97638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2950335" y="2918253"/>
            <a:ext cx="6955742" cy="83099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4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编程工具选择及学习路径</a:t>
            </a:r>
            <a:endParaRPr lang="zh-CN" altLang="en-US" sz="4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0">
        <p14:prism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-254000" y="201683"/>
            <a:ext cx="898070" cy="523220"/>
            <a:chOff x="-254000" y="201683"/>
            <a:chExt cx="898070" cy="523220"/>
          </a:xfrm>
        </p:grpSpPr>
        <p:sp>
          <p:nvSpPr>
            <p:cNvPr id="5" name="圆角矩形 4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矩形 11"/>
          <p:cNvSpPr/>
          <p:nvPr/>
        </p:nvSpPr>
        <p:spPr>
          <a:xfrm>
            <a:off x="591826" y="1703934"/>
            <a:ext cx="5954187" cy="2181749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/>
          <a:p>
            <a:pPr indent="360000" algn="just">
              <a:lnSpc>
                <a:spcPct val="20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编程手可以根据自己的经验来选择是使用 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Matlab 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还是 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当然我建议是两个都进行安装配置，因为我们不是要学习编程的，我们只是用来解决数模比赛问题的，而现在各类数学模型均有现成代码包，我们只需要会用代码包就可以了，所以两个软件都安装也是方便我们有更多的选择。基本语法的了解随便找个教程 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倍速看看最基本的语法就差不多了。</a:t>
            </a:r>
            <a:endParaRPr lang="en-US" altLang="zh-CN" sz="12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91826" y="1223223"/>
            <a:ext cx="5954187" cy="420307"/>
            <a:chOff x="1529867" y="2601449"/>
            <a:chExt cx="5954187" cy="420307"/>
          </a:xfrm>
        </p:grpSpPr>
        <p:sp>
          <p:nvSpPr>
            <p:cNvPr id="3" name="矩形 2"/>
            <p:cNvSpPr/>
            <p:nvPr/>
          </p:nvSpPr>
          <p:spPr>
            <a:xfrm>
              <a:off x="1529867" y="2601449"/>
              <a:ext cx="5954187" cy="420307"/>
            </a:xfrm>
            <a:prstGeom prst="rect">
              <a:avLst/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1582111" y="2626938"/>
              <a:ext cx="1569652" cy="369328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编程工具选择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8040" y="1672808"/>
            <a:ext cx="4842480" cy="3512385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8F770029-63DD-0E33-4EA2-BFDC802F0A4E}"/>
              </a:ext>
            </a:extLst>
          </p:cNvPr>
          <p:cNvSpPr/>
          <p:nvPr/>
        </p:nvSpPr>
        <p:spPr>
          <a:xfrm>
            <a:off x="1163853" y="5595674"/>
            <a:ext cx="5954187" cy="501289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/>
          <a:p>
            <a:pPr indent="360000">
              <a:lnSpc>
                <a:spcPct val="150000"/>
              </a:lnSpc>
            </a:pPr>
            <a:r>
              <a:rPr lang="en-US" altLang="zh-CN" sz="2000" b="1" u="sng">
                <a:solidFill>
                  <a:schemeClr val="accent1">
                    <a:lumMod val="75000"/>
                  </a:schemeClr>
                </a:solidFill>
                <a:hlinkClick r:id="rId4"/>
              </a:rPr>
              <a:t>Matlab </a:t>
            </a:r>
            <a:r>
              <a:rPr lang="zh-CN" altLang="en-US" sz="2000" b="1" u="sng">
                <a:solidFill>
                  <a:schemeClr val="accent1">
                    <a:lumMod val="75000"/>
                  </a:schemeClr>
                </a:solidFill>
                <a:hlinkClick r:id="rId4"/>
              </a:rPr>
              <a:t>安装包</a:t>
            </a:r>
            <a:r>
              <a:rPr lang="en-US" altLang="zh-CN" sz="2000" b="1" u="sng">
                <a:solidFill>
                  <a:schemeClr val="accent1">
                    <a:lumMod val="75000"/>
                  </a:schemeClr>
                </a:solidFill>
                <a:hlinkClick r:id="rId4"/>
              </a:rPr>
              <a:t>+</a:t>
            </a:r>
            <a:r>
              <a:rPr lang="zh-CN" altLang="en-US" sz="2000" b="1" u="sng">
                <a:solidFill>
                  <a:schemeClr val="accent1">
                    <a:lumMod val="75000"/>
                  </a:schemeClr>
                </a:solidFill>
                <a:hlinkClick r:id="rId4"/>
              </a:rPr>
              <a:t>安装教程</a:t>
            </a:r>
            <a:endParaRPr lang="en-US" altLang="zh-CN" sz="2000" b="1" u="sng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8A10C62-5623-D993-F6F1-AC785A9AC7F8}"/>
              </a:ext>
            </a:extLst>
          </p:cNvPr>
          <p:cNvSpPr/>
          <p:nvPr/>
        </p:nvSpPr>
        <p:spPr>
          <a:xfrm>
            <a:off x="533397" y="4490034"/>
            <a:ext cx="5954187" cy="501289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/>
          <a:p>
            <a:pPr indent="360000">
              <a:lnSpc>
                <a:spcPct val="150000"/>
              </a:lnSpc>
            </a:pPr>
            <a:r>
              <a:rPr lang="en-US" altLang="zh-CN" sz="2000" b="1" u="sng">
                <a:solidFill>
                  <a:schemeClr val="accent1">
                    <a:lumMod val="75000"/>
                  </a:schemeClr>
                </a:solidFill>
                <a:hlinkClick r:id="rId5"/>
              </a:rPr>
              <a:t>Pycharm+Anaconda </a:t>
            </a:r>
            <a:r>
              <a:rPr lang="zh-CN" altLang="en-US" sz="2000" b="1" u="sng">
                <a:solidFill>
                  <a:schemeClr val="accent1">
                    <a:lumMod val="75000"/>
                  </a:schemeClr>
                </a:solidFill>
                <a:hlinkClick r:id="rId5"/>
              </a:rPr>
              <a:t>安装包</a:t>
            </a:r>
            <a:r>
              <a:rPr lang="en-US" altLang="zh-CN" sz="2000" b="1" u="sng">
                <a:solidFill>
                  <a:schemeClr val="accent1">
                    <a:lumMod val="75000"/>
                  </a:schemeClr>
                </a:solidFill>
                <a:hlinkClick r:id="rId5"/>
              </a:rPr>
              <a:t>+</a:t>
            </a:r>
            <a:r>
              <a:rPr lang="zh-CN" altLang="en-US" sz="2000" b="1" u="sng">
                <a:solidFill>
                  <a:schemeClr val="accent1">
                    <a:lumMod val="75000"/>
                  </a:schemeClr>
                </a:solidFill>
                <a:hlinkClick r:id="rId5"/>
              </a:rPr>
              <a:t>安装教程</a:t>
            </a:r>
            <a:endParaRPr lang="en-US" altLang="zh-CN" sz="2000" b="1" u="sng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8" name="Picture 4" descr="pycharm图标,nda图标,pon编(第9页)_大山谷图库">
            <a:extLst>
              <a:ext uri="{FF2B5EF4-FFF2-40B4-BE49-F238E27FC236}">
                <a16:creationId xmlns:a16="http://schemas.microsoft.com/office/drawing/2014/main" id="{444BD8B2-FB7F-DBFA-56D1-29A97A09FF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5516" y="4110678"/>
            <a:ext cx="900000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Matlab Logo设计,Matlab徽标构建 _ 德标">
            <a:extLst>
              <a:ext uri="{FF2B5EF4-FFF2-40B4-BE49-F238E27FC236}">
                <a16:creationId xmlns:a16="http://schemas.microsoft.com/office/drawing/2014/main" id="{2F171D02-F4DA-E550-1968-363B8DF87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4588" y="5396318"/>
            <a:ext cx="1001855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 advTm="0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54000" y="201683"/>
            <a:ext cx="898070" cy="523220"/>
            <a:chOff x="-254000" y="201683"/>
            <a:chExt cx="898070" cy="523220"/>
          </a:xfrm>
        </p:grpSpPr>
        <p:sp>
          <p:nvSpPr>
            <p:cNvPr id="11" name="圆角矩形 10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644070" y="935001"/>
            <a:ext cx="3940819" cy="374513"/>
            <a:chOff x="7797588" y="2218417"/>
            <a:chExt cx="3480011" cy="374513"/>
          </a:xfrm>
        </p:grpSpPr>
        <p:sp>
          <p:nvSpPr>
            <p:cNvPr id="18" name="矩形 17"/>
            <p:cNvSpPr/>
            <p:nvPr/>
          </p:nvSpPr>
          <p:spPr>
            <a:xfrm>
              <a:off x="7797588" y="2232930"/>
              <a:ext cx="3480011" cy="360000"/>
            </a:xfrm>
            <a:prstGeom prst="rect">
              <a:avLst/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7797588" y="2218417"/>
              <a:ext cx="788743" cy="369328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选哪个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1" name="矩形 20"/>
          <p:cNvSpPr/>
          <p:nvPr/>
        </p:nvSpPr>
        <p:spPr>
          <a:xfrm>
            <a:off x="586542" y="1413096"/>
            <a:ext cx="4055874" cy="2316399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zh-CN" altLang="en-US" sz="1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我们做的是 </a:t>
            </a:r>
            <a:r>
              <a:rPr lang="en-US" altLang="zh-CN" sz="1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 </a:t>
            </a:r>
            <a:r>
              <a:rPr lang="zh-CN" altLang="en-US" sz="1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题，涉及到大量的数据处理，且之前有一点的 </a:t>
            </a:r>
            <a:r>
              <a:rPr lang="en-US" altLang="zh-CN" sz="1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 </a:t>
            </a:r>
            <a:r>
              <a:rPr lang="zh-CN" altLang="en-US" sz="1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基础，所以选择</a:t>
            </a:r>
            <a:r>
              <a:rPr lang="en-US" altLang="zh-CN" sz="1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Pycharm </a:t>
            </a:r>
            <a:r>
              <a:rPr lang="zh-CN" altLang="en-US" sz="1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来完成。</a:t>
            </a:r>
            <a:r>
              <a:rPr lang="en-US" altLang="zh-CN" sz="1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Pycharm </a:t>
            </a:r>
            <a:r>
              <a:rPr lang="zh-CN" altLang="en-US" sz="1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作为一个 </a:t>
            </a:r>
            <a:r>
              <a:rPr lang="en-US" altLang="zh-CN" sz="1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 </a:t>
            </a:r>
            <a:r>
              <a:rPr lang="zh-CN" altLang="en-US" sz="1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集成开发环境，不仅可以帮助我们进行代码编写、调试和运行，而且还可以帮助我们方便地采集数据。</a:t>
            </a:r>
            <a:r>
              <a:rPr lang="en-US" altLang="zh-CN" sz="1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MTALAB </a:t>
            </a:r>
            <a:r>
              <a:rPr lang="zh-CN" altLang="en-US" sz="1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的优点是有很多官方帮助文档，相对更容易上手，但是想要精通较难。</a:t>
            </a:r>
            <a:endParaRPr lang="en-US" altLang="zh-CN" sz="1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644070" y="4372258"/>
            <a:ext cx="3940819" cy="369328"/>
            <a:chOff x="7797588" y="2232931"/>
            <a:chExt cx="3480011" cy="369328"/>
          </a:xfrm>
        </p:grpSpPr>
        <p:sp>
          <p:nvSpPr>
            <p:cNvPr id="23" name="矩形 22"/>
            <p:cNvSpPr/>
            <p:nvPr/>
          </p:nvSpPr>
          <p:spPr>
            <a:xfrm>
              <a:off x="7797588" y="2232931"/>
              <a:ext cx="3480011" cy="360000"/>
            </a:xfrm>
            <a:prstGeom prst="rect">
              <a:avLst/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7797588" y="2232931"/>
              <a:ext cx="1669845" cy="369328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/>
            <a:p>
              <a:r>
                <a:rPr lang="en-US" altLang="zh-CN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Python</a:t>
              </a:r>
              <a:r>
                <a:rPr lang="zh-CN" altLang="en-US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学习路径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5" name="矩形 24"/>
          <p:cNvSpPr/>
          <p:nvPr/>
        </p:nvSpPr>
        <p:spPr>
          <a:xfrm>
            <a:off x="644070" y="4840798"/>
            <a:ext cx="4055875" cy="1384990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zh-CN" altLang="en-US" sz="1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 </a:t>
            </a:r>
            <a:r>
              <a:rPr lang="en-US" altLang="zh-CN" sz="1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 </a:t>
            </a:r>
            <a:r>
              <a:rPr lang="zh-CN" altLang="en-US" sz="1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库熟悉：</a:t>
            </a:r>
            <a:r>
              <a:rPr lang="en-US" altLang="zh-CN" sz="1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NumPy</a:t>
            </a:r>
            <a:r>
              <a:rPr lang="zh-CN" altLang="en-US" sz="1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Pandas</a:t>
            </a:r>
            <a:r>
              <a:rPr lang="zh-CN" altLang="en-US" sz="1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Matplotlib </a:t>
            </a:r>
            <a:r>
              <a:rPr lang="zh-CN" altLang="en-US" sz="1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1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Seaborn </a:t>
            </a:r>
            <a:r>
              <a:rPr lang="zh-CN" altLang="en-US" sz="1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等库是数据处理和可视化的重要工具。学习内容包括库的基本用法、数据处理流程、数据可视化技巧等。</a:t>
            </a:r>
            <a:endParaRPr lang="en-US" altLang="zh-CN" sz="1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9491A66-6303-7635-E291-CA081C2506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390407"/>
            <a:ext cx="4943061" cy="241762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555B571-AA99-71C9-1656-0B670E94D6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3115666"/>
            <a:ext cx="4943061" cy="2417627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6CC2DF17-8907-B54E-795B-ACED8934D30B}"/>
              </a:ext>
            </a:extLst>
          </p:cNvPr>
          <p:cNvSpPr/>
          <p:nvPr/>
        </p:nvSpPr>
        <p:spPr>
          <a:xfrm>
            <a:off x="9373863" y="5840923"/>
            <a:ext cx="1665197" cy="418187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1600" b="1" u="sng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Seaborn</a:t>
            </a:r>
            <a:r>
              <a:rPr lang="zh-CN" altLang="en-US" sz="1600" b="1" u="sng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库指南</a:t>
            </a:r>
            <a:endParaRPr lang="en-US" altLang="zh-CN" sz="1600" b="1" u="sng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09B6D1D-4EB9-6518-9F7A-ACFDB552E206}"/>
              </a:ext>
            </a:extLst>
          </p:cNvPr>
          <p:cNvSpPr/>
          <p:nvPr/>
        </p:nvSpPr>
        <p:spPr>
          <a:xfrm>
            <a:off x="6095999" y="5840924"/>
            <a:ext cx="1881810" cy="418187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1600" b="1" u="sng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6"/>
              </a:rPr>
              <a:t>Matplotlib</a:t>
            </a:r>
            <a:r>
              <a:rPr lang="zh-CN" altLang="en-US" sz="1600" b="1" u="sng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6"/>
              </a:rPr>
              <a:t>库指南</a:t>
            </a:r>
            <a:endParaRPr lang="en-US" altLang="zh-CN" sz="1600" b="1" u="sng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54000" y="201683"/>
            <a:ext cx="898070" cy="523220"/>
            <a:chOff x="-254000" y="201683"/>
            <a:chExt cx="898070" cy="523220"/>
          </a:xfrm>
        </p:grpSpPr>
        <p:sp>
          <p:nvSpPr>
            <p:cNvPr id="5" name="圆角矩形 4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3" name="矩形 32"/>
          <p:cNvSpPr/>
          <p:nvPr/>
        </p:nvSpPr>
        <p:spPr>
          <a:xfrm>
            <a:off x="9173234" y="1109442"/>
            <a:ext cx="2549350" cy="4717057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图表设计原则</a:t>
            </a:r>
            <a:endParaRPr lang="en-US" altLang="zh-CN" sz="2000" b="1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400" b="1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简洁性：</a:t>
            </a:r>
            <a:r>
              <a:rPr lang="zh-CN" altLang="en-US" sz="1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精简图表元素，避免信息过载。每个图表应当突出展示一个主要观点。</a:t>
            </a:r>
            <a:endParaRPr lang="en-US" altLang="zh-CN" sz="140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140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一致性：</a:t>
            </a:r>
            <a:r>
              <a:rPr lang="zh-CN" altLang="en-US" sz="1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保持图表风格一致，包括颜色、字体、标签等，以确保整体呈现的一致性。</a:t>
            </a:r>
            <a:endParaRPr lang="en-US" altLang="zh-CN" sz="140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140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400" b="1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美观度：</a:t>
            </a:r>
            <a:r>
              <a:rPr lang="zh-CN" altLang="en-US" sz="1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关注图表的美观度，选择合适的颜色搭配、线条样式，并适度添加注释以增强图表的可读性。</a:t>
            </a:r>
            <a:endParaRPr lang="en-US" altLang="zh-CN" sz="1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AutoShape 18"/>
          <p:cNvSpPr>
            <a:spLocks noChangeAspect="1" noChangeArrowheads="1" noTextEdit="1"/>
          </p:cNvSpPr>
          <p:nvPr/>
        </p:nvSpPr>
        <p:spPr bwMode="auto">
          <a:xfrm>
            <a:off x="9280702" y="5806671"/>
            <a:ext cx="410388" cy="41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24" name="图片 23" descr="散点图">
            <a:extLst>
              <a:ext uri="{FF2B5EF4-FFF2-40B4-BE49-F238E27FC236}">
                <a16:creationId xmlns:a16="http://schemas.microsoft.com/office/drawing/2014/main" id="{1B6C479D-5BEE-2A6C-F167-AB2A0B4D6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109442"/>
            <a:ext cx="3444074" cy="2232000"/>
          </a:xfrm>
          <a:prstGeom prst="rect">
            <a:avLst/>
          </a:prstGeom>
        </p:spPr>
      </p:pic>
      <p:pic>
        <p:nvPicPr>
          <p:cNvPr id="34" name="图片 33" descr="fb7fd6a4b1ee742b5c49c9d86b1e8c0">
            <a:extLst>
              <a:ext uri="{FF2B5EF4-FFF2-40B4-BE49-F238E27FC236}">
                <a16:creationId xmlns:a16="http://schemas.microsoft.com/office/drawing/2014/main" id="{A11FC5D8-66E5-88BB-E497-E03875A8BB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0611" y="1109442"/>
            <a:ext cx="2101469" cy="2232000"/>
          </a:xfrm>
          <a:prstGeom prst="rect">
            <a:avLst/>
          </a:prstGeom>
        </p:spPr>
      </p:pic>
      <p:pic>
        <p:nvPicPr>
          <p:cNvPr id="36" name="图片 35" descr="ti cao (2)">
            <a:extLst>
              <a:ext uri="{FF2B5EF4-FFF2-40B4-BE49-F238E27FC236}">
                <a16:creationId xmlns:a16="http://schemas.microsoft.com/office/drawing/2014/main" id="{2AC68111-9B0D-8DED-8A34-2B66E11C8A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5217" y="1109442"/>
            <a:ext cx="1704880" cy="2160000"/>
          </a:xfrm>
          <a:prstGeom prst="rect">
            <a:avLst/>
          </a:prstGeom>
        </p:spPr>
      </p:pic>
      <p:pic>
        <p:nvPicPr>
          <p:cNvPr id="43" name="图片 42" descr="3b33dc290caba193df486b5b75ed76e">
            <a:extLst>
              <a:ext uri="{FF2B5EF4-FFF2-40B4-BE49-F238E27FC236}">
                <a16:creationId xmlns:a16="http://schemas.microsoft.com/office/drawing/2014/main" id="{5DBE2F6F-F79A-F64A-EC8C-FE63985525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3843848"/>
            <a:ext cx="2374900" cy="2258060"/>
          </a:xfrm>
          <a:prstGeom prst="rect">
            <a:avLst/>
          </a:prstGeom>
        </p:spPr>
      </p:pic>
      <p:pic>
        <p:nvPicPr>
          <p:cNvPr id="44" name="图片 43" descr="1">
            <a:extLst>
              <a:ext uri="{FF2B5EF4-FFF2-40B4-BE49-F238E27FC236}">
                <a16:creationId xmlns:a16="http://schemas.microsoft.com/office/drawing/2014/main" id="{FA25A14F-AA97-F84C-0C72-803AB375B9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3388" y="3869908"/>
            <a:ext cx="2399091" cy="2232000"/>
          </a:xfrm>
          <a:prstGeom prst="rect">
            <a:avLst/>
          </a:prstGeom>
        </p:spPr>
      </p:pic>
      <p:pic>
        <p:nvPicPr>
          <p:cNvPr id="45" name="图片 44" descr="bpq">
            <a:extLst>
              <a:ext uri="{FF2B5EF4-FFF2-40B4-BE49-F238E27FC236}">
                <a16:creationId xmlns:a16="http://schemas.microsoft.com/office/drawing/2014/main" id="{E6508ECA-D352-255D-569B-2BEB2453AF7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17568" y="3869908"/>
            <a:ext cx="2692529" cy="2232000"/>
          </a:xfrm>
          <a:prstGeom prst="rect">
            <a:avLst/>
          </a:prstGeom>
        </p:spPr>
      </p:pic>
    </p:spTree>
  </p:cSld>
  <p:clrMapOvr>
    <a:masterClrMapping/>
  </p:clrMapOvr>
  <p:transition spd="slow" advTm="0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254000" y="201683"/>
            <a:ext cx="898070" cy="523220"/>
            <a:chOff x="-254000" y="201683"/>
            <a:chExt cx="898070" cy="523220"/>
          </a:xfrm>
        </p:grpSpPr>
        <p:sp>
          <p:nvSpPr>
            <p:cNvPr id="5" name="圆角矩形 4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693499" y="1601660"/>
            <a:ext cx="499197" cy="341845"/>
            <a:chOff x="969248" y="1901797"/>
            <a:chExt cx="981351" cy="341845"/>
          </a:xfrm>
        </p:grpSpPr>
        <p:sp>
          <p:nvSpPr>
            <p:cNvPr id="2" name="矩形 1"/>
            <p:cNvSpPr/>
            <p:nvPr/>
          </p:nvSpPr>
          <p:spPr>
            <a:xfrm>
              <a:off x="987574" y="1908513"/>
              <a:ext cx="963025" cy="335129"/>
            </a:xfrm>
            <a:prstGeom prst="rect">
              <a:avLst/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969248" y="1901797"/>
              <a:ext cx="311296" cy="3385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/>
            <a:p>
              <a:r>
                <a:rPr lang="en-US" altLang="zh-CN" sz="16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6" name="矩形 35"/>
          <p:cNvSpPr/>
          <p:nvPr/>
        </p:nvSpPr>
        <p:spPr>
          <a:xfrm>
            <a:off x="644070" y="1950221"/>
            <a:ext cx="5185230" cy="700572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【</a:t>
            </a:r>
            <a:r>
              <a:rPr lang="zh-CN" altLang="en-US" sz="14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数学建模模型算法速成</a:t>
            </a:r>
            <a:r>
              <a:rPr lang="en-US" altLang="zh-CN" sz="14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】</a:t>
            </a:r>
            <a:r>
              <a:rPr lang="zh-CN" altLang="en-US" sz="14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数模竞赛喂饭级（</a:t>
            </a:r>
            <a:r>
              <a:rPr lang="en-US" altLang="zh-CN" sz="14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Matlab+Python</a:t>
            </a:r>
            <a:r>
              <a:rPr lang="zh-CN" altLang="en-US" sz="14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）自学教程！数学建模国赛美赛模型、算法、编程必看</a:t>
            </a:r>
            <a:endParaRPr lang="en-US" altLang="zh-CN" sz="1400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2" name="组合 61"/>
          <p:cNvGrpSpPr/>
          <p:nvPr/>
        </p:nvGrpSpPr>
        <p:grpSpPr>
          <a:xfrm>
            <a:off x="693499" y="4229949"/>
            <a:ext cx="499197" cy="339298"/>
            <a:chOff x="987573" y="4363538"/>
            <a:chExt cx="963025" cy="339298"/>
          </a:xfrm>
        </p:grpSpPr>
        <p:sp>
          <p:nvSpPr>
            <p:cNvPr id="41" name="矩形 40"/>
            <p:cNvSpPr/>
            <p:nvPr/>
          </p:nvSpPr>
          <p:spPr>
            <a:xfrm>
              <a:off x="987573" y="4367707"/>
              <a:ext cx="963025" cy="335129"/>
            </a:xfrm>
            <a:prstGeom prst="rect">
              <a:avLst/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987574" y="4363538"/>
              <a:ext cx="311296" cy="3385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/>
            <a:p>
              <a:r>
                <a:rPr lang="en-US" altLang="zh-CN" sz="16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7" name="矩形 36"/>
          <p:cNvSpPr/>
          <p:nvPr/>
        </p:nvSpPr>
        <p:spPr>
          <a:xfrm>
            <a:off x="644070" y="4582221"/>
            <a:ext cx="4524830" cy="700572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史上最全的数模美赛绘图介绍！编程绘图、网站绘图、配色、素材、提取数据、专业软件、</a:t>
            </a:r>
            <a:r>
              <a:rPr lang="en-US" altLang="zh-CN" sz="14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office...[</a:t>
            </a:r>
            <a:r>
              <a:rPr lang="zh-CN" altLang="en-US" sz="14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绘图专生</a:t>
            </a:r>
            <a:r>
              <a:rPr lang="en-US" altLang="zh-CN" sz="14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]</a:t>
            </a:r>
            <a:endParaRPr lang="en-US" altLang="zh-CN" sz="1400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3" name="组合 62"/>
          <p:cNvGrpSpPr/>
          <p:nvPr/>
        </p:nvGrpSpPr>
        <p:grpSpPr>
          <a:xfrm>
            <a:off x="693499" y="2913301"/>
            <a:ext cx="499197" cy="346852"/>
            <a:chOff x="8290233" y="1896790"/>
            <a:chExt cx="985680" cy="346852"/>
          </a:xfrm>
        </p:grpSpPr>
        <p:sp>
          <p:nvSpPr>
            <p:cNvPr id="40" name="矩形 39"/>
            <p:cNvSpPr/>
            <p:nvPr/>
          </p:nvSpPr>
          <p:spPr>
            <a:xfrm>
              <a:off x="8312888" y="1908513"/>
              <a:ext cx="963025" cy="335129"/>
            </a:xfrm>
            <a:prstGeom prst="rect">
              <a:avLst/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8290233" y="1896790"/>
              <a:ext cx="311296" cy="3385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/>
            <a:p>
              <a:r>
                <a:rPr lang="en-US" altLang="zh-CN" sz="16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8" name="矩形 37"/>
          <p:cNvSpPr/>
          <p:nvPr/>
        </p:nvSpPr>
        <p:spPr>
          <a:xfrm>
            <a:off x="644070" y="3262140"/>
            <a:ext cx="5645069" cy="700572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【</a:t>
            </a:r>
            <a:r>
              <a:rPr lang="zh-CN" altLang="en-US" sz="14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胎教级入门数学建模</a:t>
            </a:r>
            <a:r>
              <a:rPr lang="en-US" altLang="zh-CN" sz="14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】</a:t>
            </a:r>
            <a:r>
              <a:rPr lang="zh-CN" altLang="en-US" sz="14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持续更新！可能是</a:t>
            </a:r>
            <a:r>
              <a:rPr lang="en-US" altLang="zh-CN" sz="14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B</a:t>
            </a:r>
            <a:r>
              <a:rPr lang="zh-CN" altLang="en-US" sz="14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站大学最良心的数学建模课程了，包含全套数学模型、算法、编程、写作、</a:t>
            </a:r>
            <a:r>
              <a:rPr lang="en-US" altLang="zh-CN" sz="14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MATLAB</a:t>
            </a:r>
            <a:r>
              <a:rPr lang="zh-CN" altLang="en-US" sz="14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教学视频</a:t>
            </a:r>
            <a:endParaRPr lang="zh-CN" altLang="en-US" sz="1400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693499" y="5539042"/>
            <a:ext cx="499197" cy="338550"/>
            <a:chOff x="8302343" y="4270384"/>
            <a:chExt cx="963025" cy="338550"/>
          </a:xfrm>
        </p:grpSpPr>
        <p:sp>
          <p:nvSpPr>
            <p:cNvPr id="42" name="矩形 41"/>
            <p:cNvSpPr/>
            <p:nvPr/>
          </p:nvSpPr>
          <p:spPr>
            <a:xfrm>
              <a:off x="8302343" y="4273805"/>
              <a:ext cx="963025" cy="335129"/>
            </a:xfrm>
            <a:prstGeom prst="rect">
              <a:avLst/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8312400" y="4270384"/>
              <a:ext cx="311296" cy="338550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/>
            <a:p>
              <a:r>
                <a:rPr lang="en-US" altLang="zh-CN" sz="16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9" name="矩形 38"/>
          <p:cNvSpPr/>
          <p:nvPr/>
        </p:nvSpPr>
        <p:spPr>
          <a:xfrm>
            <a:off x="644070" y="5897723"/>
            <a:ext cx="2916933" cy="377407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6"/>
              </a:rPr>
              <a:t>美赛</a:t>
            </a:r>
            <a:r>
              <a:rPr lang="en-US" altLang="zh-CN" sz="14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6"/>
              </a:rPr>
              <a:t>O</a:t>
            </a:r>
            <a:r>
              <a:rPr lang="zh-CN" altLang="en-US" sz="14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6"/>
              </a:rPr>
              <a:t>奖模型的诞生</a:t>
            </a:r>
            <a:r>
              <a:rPr lang="en-US" altLang="zh-CN" sz="14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6"/>
              </a:rPr>
              <a:t>_</a:t>
            </a:r>
            <a:r>
              <a:rPr lang="zh-CN" altLang="en-US" sz="14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6"/>
              </a:rPr>
              <a:t>实战篇</a:t>
            </a:r>
            <a:endParaRPr lang="zh-CN" altLang="en-US" sz="1400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51D4D49E-F8F7-2C04-BC7E-15D72F008161}"/>
              </a:ext>
            </a:extLst>
          </p:cNvPr>
          <p:cNvGrpSpPr/>
          <p:nvPr/>
        </p:nvGrpSpPr>
        <p:grpSpPr>
          <a:xfrm>
            <a:off x="669592" y="725460"/>
            <a:ext cx="2634349" cy="420307"/>
            <a:chOff x="1529867" y="2601449"/>
            <a:chExt cx="5954187" cy="420307"/>
          </a:xfrm>
        </p:grpSpPr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21EA01C6-CA9E-C3C9-8BE0-B520A4AB2F89}"/>
                </a:ext>
              </a:extLst>
            </p:cNvPr>
            <p:cNvSpPr/>
            <p:nvPr/>
          </p:nvSpPr>
          <p:spPr>
            <a:xfrm>
              <a:off x="1529867" y="2601449"/>
              <a:ext cx="5954187" cy="420307"/>
            </a:xfrm>
            <a:prstGeom prst="rect">
              <a:avLst/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4D219DBE-FD71-30D6-0364-9082A3F8426F}"/>
                </a:ext>
              </a:extLst>
            </p:cNvPr>
            <p:cNvSpPr txBox="1"/>
            <p:nvPr/>
          </p:nvSpPr>
          <p:spPr>
            <a:xfrm>
              <a:off x="1582113" y="2626938"/>
              <a:ext cx="3674558" cy="369328"/>
            </a:xfrm>
            <a:prstGeom prst="rect">
              <a:avLst/>
            </a:prstGeom>
            <a:noFill/>
          </p:spPr>
          <p:txBody>
            <a:bodyPr wrap="square" lIns="91436" tIns="45718" rIns="91436" bIns="45718" rtlCol="0"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学习视频推荐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64" name="图片 63">
            <a:extLst>
              <a:ext uri="{FF2B5EF4-FFF2-40B4-BE49-F238E27FC236}">
                <a16:creationId xmlns:a16="http://schemas.microsoft.com/office/drawing/2014/main" id="{45D62B59-2953-8B10-F9C7-1F5EF99ACC6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1941" y="1940210"/>
            <a:ext cx="1903570" cy="1588410"/>
          </a:xfrm>
          <a:prstGeom prst="rect">
            <a:avLst/>
          </a:prstGeom>
        </p:spPr>
      </p:pic>
      <p:pic>
        <p:nvPicPr>
          <p:cNvPr id="66" name="图片 65">
            <a:extLst>
              <a:ext uri="{FF2B5EF4-FFF2-40B4-BE49-F238E27FC236}">
                <a16:creationId xmlns:a16="http://schemas.microsoft.com/office/drawing/2014/main" id="{84588F10-E247-D757-7A94-F08A5E23451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17366" y="1940209"/>
            <a:ext cx="1939979" cy="1588411"/>
          </a:xfrm>
          <a:prstGeom prst="rect">
            <a:avLst/>
          </a:prstGeom>
        </p:spPr>
      </p:pic>
      <p:pic>
        <p:nvPicPr>
          <p:cNvPr id="68" name="图片 67">
            <a:extLst>
              <a:ext uri="{FF2B5EF4-FFF2-40B4-BE49-F238E27FC236}">
                <a16:creationId xmlns:a16="http://schemas.microsoft.com/office/drawing/2014/main" id="{26405C02-D58F-F9CF-F137-BF65515EAC4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41942" y="4067447"/>
            <a:ext cx="1903570" cy="1588410"/>
          </a:xfrm>
          <a:prstGeom prst="rect">
            <a:avLst/>
          </a:prstGeom>
        </p:spPr>
      </p:pic>
      <p:pic>
        <p:nvPicPr>
          <p:cNvPr id="70" name="图片 69">
            <a:extLst>
              <a:ext uri="{FF2B5EF4-FFF2-40B4-BE49-F238E27FC236}">
                <a16:creationId xmlns:a16="http://schemas.microsoft.com/office/drawing/2014/main" id="{5FB8BBA4-4958-5B62-CF92-C1724BE0D88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17366" y="4062904"/>
            <a:ext cx="1939979" cy="1588410"/>
          </a:xfrm>
          <a:prstGeom prst="rect">
            <a:avLst/>
          </a:prstGeom>
        </p:spPr>
      </p:pic>
    </p:spTree>
  </p:cSld>
  <p:clrMapOvr>
    <a:masterClrMapping/>
  </p:clrMapOvr>
  <p:transition spd="slow" advTm="0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2857500" y="2686050"/>
            <a:ext cx="9334500" cy="1295400"/>
          </a:xfrm>
          <a:prstGeom prst="rect">
            <a:avLst/>
          </a:prstGeom>
          <a:solidFill>
            <a:srgbClr val="005C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2857500" y="4133850"/>
            <a:ext cx="8210550" cy="95250"/>
          </a:xfrm>
          <a:prstGeom prst="rect">
            <a:avLst/>
          </a:prstGeom>
          <a:solidFill>
            <a:srgbClr val="005C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1123950" y="2686050"/>
            <a:ext cx="1543050" cy="1543050"/>
            <a:chOff x="1123950" y="2686050"/>
            <a:chExt cx="1543050" cy="1543050"/>
          </a:xfrm>
        </p:grpSpPr>
        <p:sp>
          <p:nvSpPr>
            <p:cNvPr id="9" name="矩形 8"/>
            <p:cNvSpPr/>
            <p:nvPr/>
          </p:nvSpPr>
          <p:spPr>
            <a:xfrm>
              <a:off x="1123950" y="2686050"/>
              <a:ext cx="1543050" cy="1543050"/>
            </a:xfrm>
            <a:prstGeom prst="rect">
              <a:avLst/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407285" y="2903577"/>
              <a:ext cx="97638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2950335" y="2918253"/>
            <a:ext cx="2646870" cy="83099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>
            <a:defPPr>
              <a:defRPr lang="zh-CN"/>
            </a:defPPr>
            <a:lvl1pPr>
              <a:defRPr sz="4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数据处理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0">
        <p14:prism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3"/>
          <p:cNvSpPr>
            <a:spLocks noChangeAspect="1" noChangeArrowheads="1" noTextEdit="1"/>
          </p:cNvSpPr>
          <p:nvPr/>
        </p:nvSpPr>
        <p:spPr bwMode="auto">
          <a:xfrm>
            <a:off x="7016873" y="949514"/>
            <a:ext cx="5175127" cy="50414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-254000" y="201683"/>
            <a:ext cx="898070" cy="523220"/>
            <a:chOff x="-254000" y="201683"/>
            <a:chExt cx="898070" cy="523220"/>
          </a:xfrm>
        </p:grpSpPr>
        <p:sp>
          <p:nvSpPr>
            <p:cNvPr id="6" name="圆角矩形 5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1" name="文本框 40">
            <a:extLst>
              <a:ext uri="{FF2B5EF4-FFF2-40B4-BE49-F238E27FC236}">
                <a16:creationId xmlns:a16="http://schemas.microsoft.com/office/drawing/2014/main" id="{263BC754-2214-3948-D164-0C0A8F8FA67E}"/>
              </a:ext>
            </a:extLst>
          </p:cNvPr>
          <p:cNvSpPr txBox="1"/>
          <p:nvPr/>
        </p:nvSpPr>
        <p:spPr>
          <a:xfrm>
            <a:off x="644070" y="935001"/>
            <a:ext cx="893185" cy="369328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选哪个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2FDFF9E7-B917-FD18-321D-EE0A27A67440}"/>
              </a:ext>
            </a:extLst>
          </p:cNvPr>
          <p:cNvGrpSpPr/>
          <p:nvPr/>
        </p:nvGrpSpPr>
        <p:grpSpPr>
          <a:xfrm>
            <a:off x="644070" y="935001"/>
            <a:ext cx="3940819" cy="374513"/>
            <a:chOff x="7797588" y="2218417"/>
            <a:chExt cx="3480011" cy="374513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198AE778-5114-A59E-BD3D-5A0BD1A15F27}"/>
                </a:ext>
              </a:extLst>
            </p:cNvPr>
            <p:cNvSpPr/>
            <p:nvPr/>
          </p:nvSpPr>
          <p:spPr>
            <a:xfrm>
              <a:off x="7797588" y="2232930"/>
              <a:ext cx="3480011" cy="360000"/>
            </a:xfrm>
            <a:prstGeom prst="rect">
              <a:avLst/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6D1D809A-4330-6EB1-C2A1-211BEC184D31}"/>
                </a:ext>
              </a:extLst>
            </p:cNvPr>
            <p:cNvSpPr txBox="1"/>
            <p:nvPr/>
          </p:nvSpPr>
          <p:spPr>
            <a:xfrm>
              <a:off x="7797588" y="2218417"/>
              <a:ext cx="1182269" cy="369328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数据预处理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6" name="文本框 45">
            <a:extLst>
              <a:ext uri="{FF2B5EF4-FFF2-40B4-BE49-F238E27FC236}">
                <a16:creationId xmlns:a16="http://schemas.microsoft.com/office/drawing/2014/main" id="{BFC93D36-53A4-9CFE-C80A-CFAD75FFD3E9}"/>
              </a:ext>
            </a:extLst>
          </p:cNvPr>
          <p:cNvSpPr txBox="1"/>
          <p:nvPr/>
        </p:nvSpPr>
        <p:spPr>
          <a:xfrm>
            <a:off x="656097" y="1471452"/>
            <a:ext cx="3940819" cy="2316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zh-CN" altLang="en-US" sz="1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数据处理是模型建立前的关键环节。合理的数据预处理和特征工程能显著提升模型效果。</a:t>
            </a:r>
            <a:endParaRPr lang="en-US" altLang="zh-CN" sz="140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algn="just">
              <a:lnSpc>
                <a:spcPct val="150000"/>
              </a:lnSpc>
            </a:pPr>
            <a:r>
              <a:rPr lang="zh-CN" altLang="en-US" sz="1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可以根据下面的视频跟练，也可以自己再搜搜关键词数学建模数据清洗进行针对性补充，重点掌握数据清洗有哪些部分，注意要处理哪些数据，如何合并、整理数据成想要的，然后在模拟实战中继续精进。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6722741C-ACB0-2EE6-23D1-FAD5D914FF1F}"/>
              </a:ext>
            </a:extLst>
          </p:cNvPr>
          <p:cNvSpPr txBox="1"/>
          <p:nvPr/>
        </p:nvSpPr>
        <p:spPr>
          <a:xfrm>
            <a:off x="533400" y="4430618"/>
            <a:ext cx="4299857" cy="530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spcAft>
                <a:spcPts val="450"/>
              </a:spcAft>
              <a:buNone/>
            </a:pPr>
            <a:r>
              <a:rPr lang="en-US" altLang="zh-CN" sz="14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【</a:t>
            </a:r>
            <a:r>
              <a:rPr lang="zh-CN" altLang="en-US" sz="14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数据预处理</a:t>
            </a:r>
            <a:r>
              <a:rPr lang="en-US" altLang="zh-CN" sz="14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】</a:t>
            </a:r>
            <a:r>
              <a:rPr lang="zh-CN" altLang="en-US" sz="14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数模国赛保姆级教程</a:t>
            </a:r>
            <a:r>
              <a:rPr lang="en-US" altLang="zh-CN" sz="14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+</a:t>
            </a:r>
            <a:r>
              <a:rPr lang="zh-CN" altLang="en-US" sz="14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真题实战（手把手教学） </a:t>
            </a:r>
            <a:r>
              <a:rPr lang="en-US" altLang="zh-CN" sz="14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| </a:t>
            </a:r>
            <a:r>
              <a:rPr lang="zh-CN" altLang="en-US" sz="14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缺失值、异常值、特征筛选、降维</a:t>
            </a:r>
            <a:endParaRPr lang="zh-CN" altLang="en-US" sz="1400" b="1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F0BC5F78-74BE-E838-BA6B-C3FB7E2F5368}"/>
              </a:ext>
            </a:extLst>
          </p:cNvPr>
          <p:cNvSpPr txBox="1"/>
          <p:nvPr/>
        </p:nvSpPr>
        <p:spPr>
          <a:xfrm>
            <a:off x="533400" y="5372076"/>
            <a:ext cx="4871070" cy="29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spcAft>
                <a:spcPts val="450"/>
              </a:spcAft>
              <a:buNone/>
            </a:pPr>
            <a:r>
              <a:rPr lang="en-US" altLang="zh-CN" sz="14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【Python】python</a:t>
            </a:r>
            <a:r>
              <a:rPr lang="zh-CN" altLang="en-US" sz="14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数据清洗</a:t>
            </a:r>
            <a:r>
              <a:rPr lang="en-US" altLang="zh-CN" sz="14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——pandas</a:t>
            </a:r>
            <a:r>
              <a:rPr lang="zh-CN" altLang="en-US" sz="14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常用操作</a:t>
            </a:r>
            <a:endParaRPr lang="zh-CN" altLang="en-US" sz="1400" b="1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5" name="图片 54">
            <a:extLst>
              <a:ext uri="{FF2B5EF4-FFF2-40B4-BE49-F238E27FC236}">
                <a16:creationId xmlns:a16="http://schemas.microsoft.com/office/drawing/2014/main" id="{BF4B2357-63FC-72C2-C31A-45DFFF0A72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2323" y="589548"/>
            <a:ext cx="5364270" cy="5678905"/>
          </a:xfrm>
          <a:prstGeom prst="rect">
            <a:avLst/>
          </a:prstGeom>
        </p:spPr>
      </p:pic>
    </p:spTree>
  </p:cSld>
  <p:clrMapOvr>
    <a:masterClrMapping/>
  </p:clrMapOvr>
  <p:transition spd="slow" advTm="0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2857500" y="4133850"/>
            <a:ext cx="8210550" cy="95250"/>
          </a:xfrm>
          <a:prstGeom prst="rect">
            <a:avLst/>
          </a:prstGeom>
          <a:solidFill>
            <a:srgbClr val="005C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1123950" y="2686050"/>
            <a:ext cx="1543050" cy="1543050"/>
            <a:chOff x="1123950" y="2686050"/>
            <a:chExt cx="1543050" cy="1543050"/>
          </a:xfrm>
        </p:grpSpPr>
        <p:sp>
          <p:nvSpPr>
            <p:cNvPr id="7" name="矩形 6"/>
            <p:cNvSpPr/>
            <p:nvPr/>
          </p:nvSpPr>
          <p:spPr>
            <a:xfrm>
              <a:off x="1123950" y="2686050"/>
              <a:ext cx="1543050" cy="1543050"/>
            </a:xfrm>
            <a:prstGeom prst="rect">
              <a:avLst/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407285" y="2903577"/>
              <a:ext cx="97638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2857500" y="2686050"/>
            <a:ext cx="9334500" cy="1295400"/>
          </a:xfrm>
          <a:prstGeom prst="rect">
            <a:avLst/>
          </a:prstGeom>
          <a:solidFill>
            <a:srgbClr val="005C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2950335" y="2918253"/>
            <a:ext cx="2646870" cy="83099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>
            <a:defPPr>
              <a:defRPr lang="zh-CN"/>
            </a:defPPr>
            <a:lvl1pPr>
              <a:defRPr sz="4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代码复现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0">
        <p14:prism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8" grpId="0" animBg="1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54000" y="201683"/>
            <a:ext cx="898070" cy="523220"/>
            <a:chOff x="-254000" y="201683"/>
            <a:chExt cx="898070" cy="523220"/>
          </a:xfrm>
        </p:grpSpPr>
        <p:sp>
          <p:nvSpPr>
            <p:cNvPr id="11" name="圆角矩形 10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75" name="组合 274"/>
          <p:cNvGrpSpPr>
            <a:grpSpLocks noChangeAspect="1"/>
          </p:cNvGrpSpPr>
          <p:nvPr/>
        </p:nvGrpSpPr>
        <p:grpSpPr>
          <a:xfrm>
            <a:off x="4390242" y="3153128"/>
            <a:ext cx="1098067" cy="1758329"/>
            <a:chOff x="7814689" y="1789463"/>
            <a:chExt cx="3369100" cy="5394921"/>
          </a:xfrm>
        </p:grpSpPr>
        <p:sp>
          <p:nvSpPr>
            <p:cNvPr id="71" name="Freeform 5"/>
            <p:cNvSpPr/>
            <p:nvPr/>
          </p:nvSpPr>
          <p:spPr bwMode="auto">
            <a:xfrm>
              <a:off x="8773715" y="2450838"/>
              <a:ext cx="735788" cy="1062947"/>
            </a:xfrm>
            <a:custGeom>
              <a:avLst/>
              <a:gdLst>
                <a:gd name="T0" fmla="*/ 1128 w 1147"/>
                <a:gd name="T1" fmla="*/ 1657 h 1657"/>
                <a:gd name="T2" fmla="*/ 0 w 1147"/>
                <a:gd name="T3" fmla="*/ 14 h 1657"/>
                <a:gd name="T4" fmla="*/ 19 w 1147"/>
                <a:gd name="T5" fmla="*/ 0 h 1657"/>
                <a:gd name="T6" fmla="*/ 1147 w 1147"/>
                <a:gd name="T7" fmla="*/ 1645 h 1657"/>
                <a:gd name="T8" fmla="*/ 1128 w 1147"/>
                <a:gd name="T9" fmla="*/ 1657 h 16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7" h="1657">
                  <a:moveTo>
                    <a:pt x="1128" y="1657"/>
                  </a:moveTo>
                  <a:lnTo>
                    <a:pt x="0" y="14"/>
                  </a:lnTo>
                  <a:lnTo>
                    <a:pt x="19" y="0"/>
                  </a:lnTo>
                  <a:lnTo>
                    <a:pt x="1147" y="1645"/>
                  </a:lnTo>
                  <a:lnTo>
                    <a:pt x="1128" y="1657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2" name="Freeform 6"/>
            <p:cNvSpPr/>
            <p:nvPr/>
          </p:nvSpPr>
          <p:spPr bwMode="auto">
            <a:xfrm>
              <a:off x="9497315" y="1960741"/>
              <a:ext cx="137920" cy="1549837"/>
            </a:xfrm>
            <a:custGeom>
              <a:avLst/>
              <a:gdLst>
                <a:gd name="T0" fmla="*/ 21 w 215"/>
                <a:gd name="T1" fmla="*/ 2416 h 2416"/>
                <a:gd name="T2" fmla="*/ 0 w 215"/>
                <a:gd name="T3" fmla="*/ 2414 h 2416"/>
                <a:gd name="T4" fmla="*/ 194 w 215"/>
                <a:gd name="T5" fmla="*/ 0 h 2416"/>
                <a:gd name="T6" fmla="*/ 215 w 215"/>
                <a:gd name="T7" fmla="*/ 3 h 2416"/>
                <a:gd name="T8" fmla="*/ 21 w 215"/>
                <a:gd name="T9" fmla="*/ 2416 h 24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5" h="2416">
                  <a:moveTo>
                    <a:pt x="21" y="2416"/>
                  </a:moveTo>
                  <a:lnTo>
                    <a:pt x="0" y="2414"/>
                  </a:lnTo>
                  <a:lnTo>
                    <a:pt x="194" y="0"/>
                  </a:lnTo>
                  <a:lnTo>
                    <a:pt x="215" y="3"/>
                  </a:lnTo>
                  <a:lnTo>
                    <a:pt x="21" y="2416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3" name="Freeform 7"/>
            <p:cNvSpPr/>
            <p:nvPr/>
          </p:nvSpPr>
          <p:spPr bwMode="auto">
            <a:xfrm>
              <a:off x="9499239" y="2658680"/>
              <a:ext cx="620320" cy="855105"/>
            </a:xfrm>
            <a:custGeom>
              <a:avLst/>
              <a:gdLst>
                <a:gd name="T0" fmla="*/ 18 w 967"/>
                <a:gd name="T1" fmla="*/ 1333 h 1333"/>
                <a:gd name="T2" fmla="*/ 0 w 967"/>
                <a:gd name="T3" fmla="*/ 1321 h 1333"/>
                <a:gd name="T4" fmla="*/ 951 w 967"/>
                <a:gd name="T5" fmla="*/ 0 h 1333"/>
                <a:gd name="T6" fmla="*/ 967 w 967"/>
                <a:gd name="T7" fmla="*/ 14 h 1333"/>
                <a:gd name="T8" fmla="*/ 18 w 967"/>
                <a:gd name="T9" fmla="*/ 1333 h 1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67" h="1333">
                  <a:moveTo>
                    <a:pt x="18" y="1333"/>
                  </a:moveTo>
                  <a:lnTo>
                    <a:pt x="0" y="1321"/>
                  </a:lnTo>
                  <a:lnTo>
                    <a:pt x="951" y="0"/>
                  </a:lnTo>
                  <a:lnTo>
                    <a:pt x="967" y="14"/>
                  </a:lnTo>
                  <a:lnTo>
                    <a:pt x="18" y="1333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4" name="Freeform 8"/>
            <p:cNvSpPr/>
            <p:nvPr/>
          </p:nvSpPr>
          <p:spPr bwMode="auto">
            <a:xfrm>
              <a:off x="8588325" y="2454045"/>
              <a:ext cx="198862" cy="835218"/>
            </a:xfrm>
            <a:custGeom>
              <a:avLst/>
              <a:gdLst>
                <a:gd name="T0" fmla="*/ 21 w 310"/>
                <a:gd name="T1" fmla="*/ 1302 h 1302"/>
                <a:gd name="T2" fmla="*/ 0 w 310"/>
                <a:gd name="T3" fmla="*/ 1297 h 1302"/>
                <a:gd name="T4" fmla="*/ 289 w 310"/>
                <a:gd name="T5" fmla="*/ 0 h 1302"/>
                <a:gd name="T6" fmla="*/ 310 w 310"/>
                <a:gd name="T7" fmla="*/ 4 h 1302"/>
                <a:gd name="T8" fmla="*/ 21 w 310"/>
                <a:gd name="T9" fmla="*/ 1302 h 1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0" h="1302">
                  <a:moveTo>
                    <a:pt x="21" y="1302"/>
                  </a:moveTo>
                  <a:lnTo>
                    <a:pt x="0" y="1297"/>
                  </a:lnTo>
                  <a:lnTo>
                    <a:pt x="289" y="0"/>
                  </a:lnTo>
                  <a:lnTo>
                    <a:pt x="310" y="4"/>
                  </a:lnTo>
                  <a:lnTo>
                    <a:pt x="21" y="1302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5" name="Freeform 9"/>
            <p:cNvSpPr/>
            <p:nvPr/>
          </p:nvSpPr>
          <p:spPr bwMode="auto">
            <a:xfrm>
              <a:off x="7953892" y="3105798"/>
              <a:ext cx="643413" cy="189881"/>
            </a:xfrm>
            <a:custGeom>
              <a:avLst/>
              <a:gdLst>
                <a:gd name="T0" fmla="*/ 999 w 1003"/>
                <a:gd name="T1" fmla="*/ 296 h 296"/>
                <a:gd name="T2" fmla="*/ 0 w 1003"/>
                <a:gd name="T3" fmla="*/ 21 h 296"/>
                <a:gd name="T4" fmla="*/ 5 w 1003"/>
                <a:gd name="T5" fmla="*/ 0 h 296"/>
                <a:gd name="T6" fmla="*/ 1003 w 1003"/>
                <a:gd name="T7" fmla="*/ 274 h 296"/>
                <a:gd name="T8" fmla="*/ 999 w 1003"/>
                <a:gd name="T9" fmla="*/ 296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03" h="296">
                  <a:moveTo>
                    <a:pt x="999" y="296"/>
                  </a:moveTo>
                  <a:lnTo>
                    <a:pt x="0" y="21"/>
                  </a:lnTo>
                  <a:lnTo>
                    <a:pt x="5" y="0"/>
                  </a:lnTo>
                  <a:lnTo>
                    <a:pt x="1003" y="274"/>
                  </a:lnTo>
                  <a:lnTo>
                    <a:pt x="999" y="296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6" name="Freeform 10"/>
            <p:cNvSpPr/>
            <p:nvPr/>
          </p:nvSpPr>
          <p:spPr bwMode="auto">
            <a:xfrm>
              <a:off x="8524817" y="3287981"/>
              <a:ext cx="78903" cy="842916"/>
            </a:xfrm>
            <a:custGeom>
              <a:avLst/>
              <a:gdLst>
                <a:gd name="T0" fmla="*/ 21 w 123"/>
                <a:gd name="T1" fmla="*/ 1314 h 1314"/>
                <a:gd name="T2" fmla="*/ 0 w 123"/>
                <a:gd name="T3" fmla="*/ 1312 h 1314"/>
                <a:gd name="T4" fmla="*/ 99 w 123"/>
                <a:gd name="T5" fmla="*/ 0 h 1314"/>
                <a:gd name="T6" fmla="*/ 123 w 123"/>
                <a:gd name="T7" fmla="*/ 2 h 1314"/>
                <a:gd name="T8" fmla="*/ 21 w 123"/>
                <a:gd name="T9" fmla="*/ 1314 h 1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" h="1314">
                  <a:moveTo>
                    <a:pt x="21" y="1314"/>
                  </a:moveTo>
                  <a:lnTo>
                    <a:pt x="0" y="1312"/>
                  </a:lnTo>
                  <a:lnTo>
                    <a:pt x="99" y="0"/>
                  </a:lnTo>
                  <a:lnTo>
                    <a:pt x="123" y="2"/>
                  </a:lnTo>
                  <a:lnTo>
                    <a:pt x="21" y="1314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7" name="Freeform 11"/>
            <p:cNvSpPr/>
            <p:nvPr/>
          </p:nvSpPr>
          <p:spPr bwMode="auto">
            <a:xfrm>
              <a:off x="8527383" y="4123841"/>
              <a:ext cx="936574" cy="567076"/>
            </a:xfrm>
            <a:custGeom>
              <a:avLst/>
              <a:gdLst>
                <a:gd name="T0" fmla="*/ 1448 w 1460"/>
                <a:gd name="T1" fmla="*/ 884 h 884"/>
                <a:gd name="T2" fmla="*/ 0 w 1460"/>
                <a:gd name="T3" fmla="*/ 18 h 884"/>
                <a:gd name="T4" fmla="*/ 12 w 1460"/>
                <a:gd name="T5" fmla="*/ 0 h 884"/>
                <a:gd name="T6" fmla="*/ 1460 w 1460"/>
                <a:gd name="T7" fmla="*/ 865 h 884"/>
                <a:gd name="T8" fmla="*/ 1448 w 1460"/>
                <a:gd name="T9" fmla="*/ 884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60" h="884">
                  <a:moveTo>
                    <a:pt x="1448" y="884"/>
                  </a:moveTo>
                  <a:lnTo>
                    <a:pt x="0" y="18"/>
                  </a:lnTo>
                  <a:lnTo>
                    <a:pt x="12" y="0"/>
                  </a:lnTo>
                  <a:lnTo>
                    <a:pt x="1460" y="865"/>
                  </a:lnTo>
                  <a:lnTo>
                    <a:pt x="1448" y="884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8" name="Freeform 12"/>
            <p:cNvSpPr/>
            <p:nvPr/>
          </p:nvSpPr>
          <p:spPr bwMode="auto">
            <a:xfrm>
              <a:off x="9458184" y="4188631"/>
              <a:ext cx="916688" cy="502286"/>
            </a:xfrm>
            <a:custGeom>
              <a:avLst/>
              <a:gdLst>
                <a:gd name="T0" fmla="*/ 9 w 1429"/>
                <a:gd name="T1" fmla="*/ 783 h 783"/>
                <a:gd name="T2" fmla="*/ 0 w 1429"/>
                <a:gd name="T3" fmla="*/ 764 h 783"/>
                <a:gd name="T4" fmla="*/ 1419 w 1429"/>
                <a:gd name="T5" fmla="*/ 0 h 783"/>
                <a:gd name="T6" fmla="*/ 1429 w 1429"/>
                <a:gd name="T7" fmla="*/ 21 h 783"/>
                <a:gd name="T8" fmla="*/ 9 w 1429"/>
                <a:gd name="T9" fmla="*/ 783 h 7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29" h="783">
                  <a:moveTo>
                    <a:pt x="9" y="783"/>
                  </a:moveTo>
                  <a:lnTo>
                    <a:pt x="0" y="764"/>
                  </a:lnTo>
                  <a:lnTo>
                    <a:pt x="1419" y="0"/>
                  </a:lnTo>
                  <a:lnTo>
                    <a:pt x="1429" y="21"/>
                  </a:lnTo>
                  <a:lnTo>
                    <a:pt x="9" y="783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Freeform 13"/>
            <p:cNvSpPr/>
            <p:nvPr/>
          </p:nvSpPr>
          <p:spPr bwMode="auto">
            <a:xfrm>
              <a:off x="10363966" y="3466956"/>
              <a:ext cx="36565" cy="728090"/>
            </a:xfrm>
            <a:custGeom>
              <a:avLst/>
              <a:gdLst>
                <a:gd name="T0" fmla="*/ 24 w 57"/>
                <a:gd name="T1" fmla="*/ 1135 h 1135"/>
                <a:gd name="T2" fmla="*/ 0 w 57"/>
                <a:gd name="T3" fmla="*/ 1135 h 1135"/>
                <a:gd name="T4" fmla="*/ 36 w 57"/>
                <a:gd name="T5" fmla="*/ 0 h 1135"/>
                <a:gd name="T6" fmla="*/ 57 w 57"/>
                <a:gd name="T7" fmla="*/ 0 h 1135"/>
                <a:gd name="T8" fmla="*/ 24 w 57"/>
                <a:gd name="T9" fmla="*/ 1135 h 1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1135">
                  <a:moveTo>
                    <a:pt x="24" y="1135"/>
                  </a:moveTo>
                  <a:lnTo>
                    <a:pt x="0" y="1135"/>
                  </a:lnTo>
                  <a:lnTo>
                    <a:pt x="36" y="0"/>
                  </a:lnTo>
                  <a:lnTo>
                    <a:pt x="57" y="0"/>
                  </a:lnTo>
                  <a:lnTo>
                    <a:pt x="24" y="1135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0" name="Freeform 14"/>
            <p:cNvSpPr/>
            <p:nvPr/>
          </p:nvSpPr>
          <p:spPr bwMode="auto">
            <a:xfrm>
              <a:off x="9070724" y="4681936"/>
              <a:ext cx="396440" cy="930800"/>
            </a:xfrm>
            <a:custGeom>
              <a:avLst/>
              <a:gdLst>
                <a:gd name="T0" fmla="*/ 22 w 618"/>
                <a:gd name="T1" fmla="*/ 1451 h 1451"/>
                <a:gd name="T2" fmla="*/ 0 w 618"/>
                <a:gd name="T3" fmla="*/ 1442 h 1451"/>
                <a:gd name="T4" fmla="*/ 597 w 618"/>
                <a:gd name="T5" fmla="*/ 0 h 1451"/>
                <a:gd name="T6" fmla="*/ 618 w 618"/>
                <a:gd name="T7" fmla="*/ 9 h 1451"/>
                <a:gd name="T8" fmla="*/ 22 w 618"/>
                <a:gd name="T9" fmla="*/ 1451 h 1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8" h="1451">
                  <a:moveTo>
                    <a:pt x="22" y="1451"/>
                  </a:moveTo>
                  <a:lnTo>
                    <a:pt x="0" y="1442"/>
                  </a:lnTo>
                  <a:lnTo>
                    <a:pt x="597" y="0"/>
                  </a:lnTo>
                  <a:lnTo>
                    <a:pt x="618" y="9"/>
                  </a:lnTo>
                  <a:lnTo>
                    <a:pt x="22" y="1451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1" name="Freeform 15"/>
            <p:cNvSpPr/>
            <p:nvPr/>
          </p:nvSpPr>
          <p:spPr bwMode="auto">
            <a:xfrm>
              <a:off x="9454976" y="4680012"/>
              <a:ext cx="441344" cy="705638"/>
            </a:xfrm>
            <a:custGeom>
              <a:avLst/>
              <a:gdLst>
                <a:gd name="T0" fmla="*/ 669 w 688"/>
                <a:gd name="T1" fmla="*/ 1100 h 1100"/>
                <a:gd name="T2" fmla="*/ 0 w 688"/>
                <a:gd name="T3" fmla="*/ 12 h 1100"/>
                <a:gd name="T4" fmla="*/ 19 w 688"/>
                <a:gd name="T5" fmla="*/ 0 h 1100"/>
                <a:gd name="T6" fmla="*/ 688 w 688"/>
                <a:gd name="T7" fmla="*/ 1088 h 1100"/>
                <a:gd name="T8" fmla="*/ 669 w 688"/>
                <a:gd name="T9" fmla="*/ 1100 h 1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8" h="1100">
                  <a:moveTo>
                    <a:pt x="669" y="1100"/>
                  </a:moveTo>
                  <a:lnTo>
                    <a:pt x="0" y="12"/>
                  </a:lnTo>
                  <a:lnTo>
                    <a:pt x="19" y="0"/>
                  </a:lnTo>
                  <a:lnTo>
                    <a:pt x="688" y="1088"/>
                  </a:lnTo>
                  <a:lnTo>
                    <a:pt x="669" y="1100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" name="Freeform 16"/>
            <p:cNvSpPr/>
            <p:nvPr/>
          </p:nvSpPr>
          <p:spPr bwMode="auto">
            <a:xfrm>
              <a:off x="9458184" y="4678729"/>
              <a:ext cx="878198" cy="397082"/>
            </a:xfrm>
            <a:custGeom>
              <a:avLst/>
              <a:gdLst>
                <a:gd name="T0" fmla="*/ 1360 w 1369"/>
                <a:gd name="T1" fmla="*/ 619 h 619"/>
                <a:gd name="T2" fmla="*/ 0 w 1369"/>
                <a:gd name="T3" fmla="*/ 19 h 619"/>
                <a:gd name="T4" fmla="*/ 9 w 1369"/>
                <a:gd name="T5" fmla="*/ 0 h 619"/>
                <a:gd name="T6" fmla="*/ 1369 w 1369"/>
                <a:gd name="T7" fmla="*/ 598 h 619"/>
                <a:gd name="T8" fmla="*/ 1360 w 1369"/>
                <a:gd name="T9" fmla="*/ 619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9" h="619">
                  <a:moveTo>
                    <a:pt x="1360" y="619"/>
                  </a:moveTo>
                  <a:lnTo>
                    <a:pt x="0" y="19"/>
                  </a:lnTo>
                  <a:lnTo>
                    <a:pt x="9" y="0"/>
                  </a:lnTo>
                  <a:lnTo>
                    <a:pt x="1369" y="598"/>
                  </a:lnTo>
                  <a:lnTo>
                    <a:pt x="1360" y="619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3" name="Freeform 17"/>
            <p:cNvSpPr/>
            <p:nvPr/>
          </p:nvSpPr>
          <p:spPr bwMode="auto">
            <a:xfrm>
              <a:off x="7841632" y="3724835"/>
              <a:ext cx="693450" cy="410553"/>
            </a:xfrm>
            <a:custGeom>
              <a:avLst/>
              <a:gdLst>
                <a:gd name="T0" fmla="*/ 1069 w 1081"/>
                <a:gd name="T1" fmla="*/ 640 h 640"/>
                <a:gd name="T2" fmla="*/ 0 w 1081"/>
                <a:gd name="T3" fmla="*/ 19 h 640"/>
                <a:gd name="T4" fmla="*/ 12 w 1081"/>
                <a:gd name="T5" fmla="*/ 0 h 640"/>
                <a:gd name="T6" fmla="*/ 1081 w 1081"/>
                <a:gd name="T7" fmla="*/ 622 h 640"/>
                <a:gd name="T8" fmla="*/ 1069 w 1081"/>
                <a:gd name="T9" fmla="*/ 640 h 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81" h="640">
                  <a:moveTo>
                    <a:pt x="1069" y="640"/>
                  </a:moveTo>
                  <a:lnTo>
                    <a:pt x="0" y="19"/>
                  </a:lnTo>
                  <a:lnTo>
                    <a:pt x="12" y="0"/>
                  </a:lnTo>
                  <a:lnTo>
                    <a:pt x="1081" y="622"/>
                  </a:lnTo>
                  <a:lnTo>
                    <a:pt x="1069" y="640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4" name="Freeform 18"/>
            <p:cNvSpPr/>
            <p:nvPr/>
          </p:nvSpPr>
          <p:spPr bwMode="auto">
            <a:xfrm>
              <a:off x="8216261" y="4125124"/>
              <a:ext cx="320744" cy="411194"/>
            </a:xfrm>
            <a:custGeom>
              <a:avLst/>
              <a:gdLst>
                <a:gd name="T0" fmla="*/ 17 w 500"/>
                <a:gd name="T1" fmla="*/ 641 h 641"/>
                <a:gd name="T2" fmla="*/ 0 w 500"/>
                <a:gd name="T3" fmla="*/ 629 h 641"/>
                <a:gd name="T4" fmla="*/ 481 w 500"/>
                <a:gd name="T5" fmla="*/ 0 h 641"/>
                <a:gd name="T6" fmla="*/ 500 w 500"/>
                <a:gd name="T7" fmla="*/ 14 h 641"/>
                <a:gd name="T8" fmla="*/ 17 w 500"/>
                <a:gd name="T9" fmla="*/ 641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0" h="641">
                  <a:moveTo>
                    <a:pt x="17" y="641"/>
                  </a:moveTo>
                  <a:lnTo>
                    <a:pt x="0" y="629"/>
                  </a:lnTo>
                  <a:lnTo>
                    <a:pt x="481" y="0"/>
                  </a:lnTo>
                  <a:lnTo>
                    <a:pt x="500" y="14"/>
                  </a:lnTo>
                  <a:lnTo>
                    <a:pt x="17" y="641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5" name="Freeform 19"/>
            <p:cNvSpPr/>
            <p:nvPr/>
          </p:nvSpPr>
          <p:spPr bwMode="auto">
            <a:xfrm>
              <a:off x="8240638" y="2439933"/>
              <a:ext cx="538851" cy="23094"/>
            </a:xfrm>
            <a:custGeom>
              <a:avLst/>
              <a:gdLst>
                <a:gd name="T0" fmla="*/ 840 w 840"/>
                <a:gd name="T1" fmla="*/ 36 h 36"/>
                <a:gd name="T2" fmla="*/ 0 w 840"/>
                <a:gd name="T3" fmla="*/ 24 h 36"/>
                <a:gd name="T4" fmla="*/ 0 w 840"/>
                <a:gd name="T5" fmla="*/ 0 h 36"/>
                <a:gd name="T6" fmla="*/ 840 w 840"/>
                <a:gd name="T7" fmla="*/ 12 h 36"/>
                <a:gd name="T8" fmla="*/ 840 w 840"/>
                <a:gd name="T9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0" h="36">
                  <a:moveTo>
                    <a:pt x="840" y="36"/>
                  </a:moveTo>
                  <a:lnTo>
                    <a:pt x="0" y="24"/>
                  </a:lnTo>
                  <a:lnTo>
                    <a:pt x="0" y="0"/>
                  </a:lnTo>
                  <a:lnTo>
                    <a:pt x="840" y="12"/>
                  </a:lnTo>
                  <a:lnTo>
                    <a:pt x="840" y="36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6" name="Freeform 20"/>
            <p:cNvSpPr/>
            <p:nvPr/>
          </p:nvSpPr>
          <p:spPr bwMode="auto">
            <a:xfrm>
              <a:off x="8771791" y="1944062"/>
              <a:ext cx="42980" cy="511267"/>
            </a:xfrm>
            <a:custGeom>
              <a:avLst/>
              <a:gdLst>
                <a:gd name="T0" fmla="*/ 24 w 67"/>
                <a:gd name="T1" fmla="*/ 797 h 797"/>
                <a:gd name="T2" fmla="*/ 0 w 67"/>
                <a:gd name="T3" fmla="*/ 797 h 797"/>
                <a:gd name="T4" fmla="*/ 43 w 67"/>
                <a:gd name="T5" fmla="*/ 0 h 797"/>
                <a:gd name="T6" fmla="*/ 67 w 67"/>
                <a:gd name="T7" fmla="*/ 0 h 797"/>
                <a:gd name="T8" fmla="*/ 24 w 67"/>
                <a:gd name="T9" fmla="*/ 797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797">
                  <a:moveTo>
                    <a:pt x="24" y="797"/>
                  </a:moveTo>
                  <a:lnTo>
                    <a:pt x="0" y="797"/>
                  </a:lnTo>
                  <a:lnTo>
                    <a:pt x="43" y="0"/>
                  </a:lnTo>
                  <a:lnTo>
                    <a:pt x="67" y="0"/>
                  </a:lnTo>
                  <a:lnTo>
                    <a:pt x="24" y="797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7" name="Freeform 21"/>
            <p:cNvSpPr/>
            <p:nvPr/>
          </p:nvSpPr>
          <p:spPr bwMode="auto">
            <a:xfrm>
              <a:off x="10075938" y="1881837"/>
              <a:ext cx="45546" cy="781333"/>
            </a:xfrm>
            <a:custGeom>
              <a:avLst/>
              <a:gdLst>
                <a:gd name="T0" fmla="*/ 49 w 71"/>
                <a:gd name="T1" fmla="*/ 1218 h 1218"/>
                <a:gd name="T2" fmla="*/ 0 w 71"/>
                <a:gd name="T3" fmla="*/ 0 h 1218"/>
                <a:gd name="T4" fmla="*/ 21 w 71"/>
                <a:gd name="T5" fmla="*/ 0 h 1218"/>
                <a:gd name="T6" fmla="*/ 71 w 71"/>
                <a:gd name="T7" fmla="*/ 1218 h 1218"/>
                <a:gd name="T8" fmla="*/ 49 w 71"/>
                <a:gd name="T9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1218">
                  <a:moveTo>
                    <a:pt x="49" y="1218"/>
                  </a:moveTo>
                  <a:lnTo>
                    <a:pt x="0" y="0"/>
                  </a:lnTo>
                  <a:lnTo>
                    <a:pt x="21" y="0"/>
                  </a:lnTo>
                  <a:lnTo>
                    <a:pt x="71" y="1218"/>
                  </a:lnTo>
                  <a:lnTo>
                    <a:pt x="49" y="1218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8" name="Freeform 22"/>
            <p:cNvSpPr/>
            <p:nvPr/>
          </p:nvSpPr>
          <p:spPr bwMode="auto">
            <a:xfrm>
              <a:off x="10110578" y="2656756"/>
              <a:ext cx="649187" cy="348970"/>
            </a:xfrm>
            <a:custGeom>
              <a:avLst/>
              <a:gdLst>
                <a:gd name="T0" fmla="*/ 1001 w 1012"/>
                <a:gd name="T1" fmla="*/ 544 h 544"/>
                <a:gd name="T2" fmla="*/ 0 w 1012"/>
                <a:gd name="T3" fmla="*/ 19 h 544"/>
                <a:gd name="T4" fmla="*/ 12 w 1012"/>
                <a:gd name="T5" fmla="*/ 0 h 544"/>
                <a:gd name="T6" fmla="*/ 1012 w 1012"/>
                <a:gd name="T7" fmla="*/ 523 h 544"/>
                <a:gd name="T8" fmla="*/ 1001 w 1012"/>
                <a:gd name="T9" fmla="*/ 544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2" h="544">
                  <a:moveTo>
                    <a:pt x="1001" y="544"/>
                  </a:moveTo>
                  <a:lnTo>
                    <a:pt x="0" y="19"/>
                  </a:lnTo>
                  <a:lnTo>
                    <a:pt x="12" y="0"/>
                  </a:lnTo>
                  <a:lnTo>
                    <a:pt x="1012" y="523"/>
                  </a:lnTo>
                  <a:lnTo>
                    <a:pt x="1001" y="544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9" name="Freeform 23"/>
            <p:cNvSpPr/>
            <p:nvPr/>
          </p:nvSpPr>
          <p:spPr bwMode="auto">
            <a:xfrm>
              <a:off x="10698182" y="2526534"/>
              <a:ext cx="64790" cy="473419"/>
            </a:xfrm>
            <a:custGeom>
              <a:avLst/>
              <a:gdLst>
                <a:gd name="T0" fmla="*/ 78 w 101"/>
                <a:gd name="T1" fmla="*/ 738 h 738"/>
                <a:gd name="T2" fmla="*/ 0 w 101"/>
                <a:gd name="T3" fmla="*/ 2 h 738"/>
                <a:gd name="T4" fmla="*/ 23 w 101"/>
                <a:gd name="T5" fmla="*/ 0 h 738"/>
                <a:gd name="T6" fmla="*/ 101 w 101"/>
                <a:gd name="T7" fmla="*/ 735 h 738"/>
                <a:gd name="T8" fmla="*/ 78 w 101"/>
                <a:gd name="T9" fmla="*/ 738 h 7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738">
                  <a:moveTo>
                    <a:pt x="78" y="738"/>
                  </a:moveTo>
                  <a:lnTo>
                    <a:pt x="0" y="2"/>
                  </a:lnTo>
                  <a:lnTo>
                    <a:pt x="23" y="0"/>
                  </a:lnTo>
                  <a:lnTo>
                    <a:pt x="101" y="735"/>
                  </a:lnTo>
                  <a:lnTo>
                    <a:pt x="78" y="738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0" name="Freeform 24"/>
            <p:cNvSpPr/>
            <p:nvPr/>
          </p:nvSpPr>
          <p:spPr bwMode="auto">
            <a:xfrm>
              <a:off x="10753991" y="2904371"/>
              <a:ext cx="324593" cy="101355"/>
            </a:xfrm>
            <a:custGeom>
              <a:avLst/>
              <a:gdLst>
                <a:gd name="T0" fmla="*/ 7 w 506"/>
                <a:gd name="T1" fmla="*/ 158 h 158"/>
                <a:gd name="T2" fmla="*/ 0 w 506"/>
                <a:gd name="T3" fmla="*/ 137 h 158"/>
                <a:gd name="T4" fmla="*/ 499 w 506"/>
                <a:gd name="T5" fmla="*/ 0 h 158"/>
                <a:gd name="T6" fmla="*/ 506 w 506"/>
                <a:gd name="T7" fmla="*/ 21 h 158"/>
                <a:gd name="T8" fmla="*/ 7 w 506"/>
                <a:gd name="T9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6" h="158">
                  <a:moveTo>
                    <a:pt x="7" y="158"/>
                  </a:moveTo>
                  <a:lnTo>
                    <a:pt x="0" y="137"/>
                  </a:lnTo>
                  <a:lnTo>
                    <a:pt x="499" y="0"/>
                  </a:lnTo>
                  <a:lnTo>
                    <a:pt x="506" y="21"/>
                  </a:lnTo>
                  <a:lnTo>
                    <a:pt x="7" y="158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1" name="Freeform 25"/>
            <p:cNvSpPr/>
            <p:nvPr/>
          </p:nvSpPr>
          <p:spPr bwMode="auto">
            <a:xfrm>
              <a:off x="10752708" y="2992255"/>
              <a:ext cx="307915" cy="222597"/>
            </a:xfrm>
            <a:custGeom>
              <a:avLst/>
              <a:gdLst>
                <a:gd name="T0" fmla="*/ 466 w 480"/>
                <a:gd name="T1" fmla="*/ 347 h 347"/>
                <a:gd name="T2" fmla="*/ 0 w 480"/>
                <a:gd name="T3" fmla="*/ 19 h 347"/>
                <a:gd name="T4" fmla="*/ 11 w 480"/>
                <a:gd name="T5" fmla="*/ 0 h 347"/>
                <a:gd name="T6" fmla="*/ 480 w 480"/>
                <a:gd name="T7" fmla="*/ 328 h 347"/>
                <a:gd name="T8" fmla="*/ 466 w 480"/>
                <a:gd name="T9" fmla="*/ 347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0" h="347">
                  <a:moveTo>
                    <a:pt x="466" y="347"/>
                  </a:moveTo>
                  <a:lnTo>
                    <a:pt x="0" y="19"/>
                  </a:lnTo>
                  <a:lnTo>
                    <a:pt x="11" y="0"/>
                  </a:lnTo>
                  <a:lnTo>
                    <a:pt x="480" y="328"/>
                  </a:lnTo>
                  <a:lnTo>
                    <a:pt x="466" y="347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2" name="Freeform 26"/>
            <p:cNvSpPr/>
            <p:nvPr/>
          </p:nvSpPr>
          <p:spPr bwMode="auto">
            <a:xfrm>
              <a:off x="10391550" y="3201380"/>
              <a:ext cx="665866" cy="271350"/>
            </a:xfrm>
            <a:custGeom>
              <a:avLst/>
              <a:gdLst>
                <a:gd name="T0" fmla="*/ 9 w 1038"/>
                <a:gd name="T1" fmla="*/ 423 h 423"/>
                <a:gd name="T2" fmla="*/ 0 w 1038"/>
                <a:gd name="T3" fmla="*/ 402 h 423"/>
                <a:gd name="T4" fmla="*/ 1031 w 1038"/>
                <a:gd name="T5" fmla="*/ 0 h 423"/>
                <a:gd name="T6" fmla="*/ 1038 w 1038"/>
                <a:gd name="T7" fmla="*/ 21 h 423"/>
                <a:gd name="T8" fmla="*/ 9 w 1038"/>
                <a:gd name="T9" fmla="*/ 423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8" h="423">
                  <a:moveTo>
                    <a:pt x="9" y="423"/>
                  </a:moveTo>
                  <a:lnTo>
                    <a:pt x="0" y="402"/>
                  </a:lnTo>
                  <a:lnTo>
                    <a:pt x="1031" y="0"/>
                  </a:lnTo>
                  <a:lnTo>
                    <a:pt x="1038" y="21"/>
                  </a:lnTo>
                  <a:lnTo>
                    <a:pt x="9" y="423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3" name="Freeform 27"/>
            <p:cNvSpPr/>
            <p:nvPr/>
          </p:nvSpPr>
          <p:spPr bwMode="auto">
            <a:xfrm>
              <a:off x="10389626" y="3459258"/>
              <a:ext cx="721034" cy="380403"/>
            </a:xfrm>
            <a:custGeom>
              <a:avLst/>
              <a:gdLst>
                <a:gd name="T0" fmla="*/ 1112 w 1124"/>
                <a:gd name="T1" fmla="*/ 593 h 593"/>
                <a:gd name="T2" fmla="*/ 0 w 1124"/>
                <a:gd name="T3" fmla="*/ 21 h 593"/>
                <a:gd name="T4" fmla="*/ 12 w 1124"/>
                <a:gd name="T5" fmla="*/ 0 h 593"/>
                <a:gd name="T6" fmla="*/ 1124 w 1124"/>
                <a:gd name="T7" fmla="*/ 575 h 593"/>
                <a:gd name="T8" fmla="*/ 1112 w 1124"/>
                <a:gd name="T9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4" h="593">
                  <a:moveTo>
                    <a:pt x="1112" y="593"/>
                  </a:moveTo>
                  <a:lnTo>
                    <a:pt x="0" y="21"/>
                  </a:lnTo>
                  <a:lnTo>
                    <a:pt x="12" y="0"/>
                  </a:lnTo>
                  <a:lnTo>
                    <a:pt x="1124" y="575"/>
                  </a:lnTo>
                  <a:lnTo>
                    <a:pt x="1112" y="593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4" name="Freeform 28"/>
            <p:cNvSpPr/>
            <p:nvPr/>
          </p:nvSpPr>
          <p:spPr bwMode="auto">
            <a:xfrm>
              <a:off x="10388343" y="2993538"/>
              <a:ext cx="373347" cy="477909"/>
            </a:xfrm>
            <a:custGeom>
              <a:avLst/>
              <a:gdLst>
                <a:gd name="T0" fmla="*/ 16 w 582"/>
                <a:gd name="T1" fmla="*/ 745 h 745"/>
                <a:gd name="T2" fmla="*/ 0 w 582"/>
                <a:gd name="T3" fmla="*/ 731 h 745"/>
                <a:gd name="T4" fmla="*/ 563 w 582"/>
                <a:gd name="T5" fmla="*/ 0 h 745"/>
                <a:gd name="T6" fmla="*/ 582 w 582"/>
                <a:gd name="T7" fmla="*/ 14 h 745"/>
                <a:gd name="T8" fmla="*/ 16 w 582"/>
                <a:gd name="T9" fmla="*/ 745 h 7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2" h="745">
                  <a:moveTo>
                    <a:pt x="16" y="745"/>
                  </a:moveTo>
                  <a:lnTo>
                    <a:pt x="0" y="731"/>
                  </a:lnTo>
                  <a:lnTo>
                    <a:pt x="563" y="0"/>
                  </a:lnTo>
                  <a:lnTo>
                    <a:pt x="582" y="14"/>
                  </a:lnTo>
                  <a:lnTo>
                    <a:pt x="16" y="745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5" name="Freeform 29"/>
            <p:cNvSpPr/>
            <p:nvPr/>
          </p:nvSpPr>
          <p:spPr bwMode="auto">
            <a:xfrm>
              <a:off x="8527383" y="3504804"/>
              <a:ext cx="980837" cy="630584"/>
            </a:xfrm>
            <a:custGeom>
              <a:avLst/>
              <a:gdLst>
                <a:gd name="T0" fmla="*/ 12 w 1529"/>
                <a:gd name="T1" fmla="*/ 983 h 983"/>
                <a:gd name="T2" fmla="*/ 0 w 1529"/>
                <a:gd name="T3" fmla="*/ 965 h 983"/>
                <a:gd name="T4" fmla="*/ 1517 w 1529"/>
                <a:gd name="T5" fmla="*/ 0 h 983"/>
                <a:gd name="T6" fmla="*/ 1529 w 1529"/>
                <a:gd name="T7" fmla="*/ 19 h 983"/>
                <a:gd name="T8" fmla="*/ 12 w 1529"/>
                <a:gd name="T9" fmla="*/ 983 h 9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29" h="983">
                  <a:moveTo>
                    <a:pt x="12" y="983"/>
                  </a:moveTo>
                  <a:lnTo>
                    <a:pt x="0" y="965"/>
                  </a:lnTo>
                  <a:lnTo>
                    <a:pt x="1517" y="0"/>
                  </a:lnTo>
                  <a:lnTo>
                    <a:pt x="1529" y="19"/>
                  </a:lnTo>
                  <a:lnTo>
                    <a:pt x="12" y="983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6" name="Freeform 30"/>
            <p:cNvSpPr/>
            <p:nvPr/>
          </p:nvSpPr>
          <p:spPr bwMode="auto">
            <a:xfrm>
              <a:off x="9453693" y="3509295"/>
              <a:ext cx="57093" cy="1175208"/>
            </a:xfrm>
            <a:custGeom>
              <a:avLst/>
              <a:gdLst>
                <a:gd name="T0" fmla="*/ 21 w 89"/>
                <a:gd name="T1" fmla="*/ 1832 h 1832"/>
                <a:gd name="T2" fmla="*/ 0 w 89"/>
                <a:gd name="T3" fmla="*/ 1830 h 1832"/>
                <a:gd name="T4" fmla="*/ 68 w 89"/>
                <a:gd name="T5" fmla="*/ 0 h 1832"/>
                <a:gd name="T6" fmla="*/ 89 w 89"/>
                <a:gd name="T7" fmla="*/ 2 h 1832"/>
                <a:gd name="T8" fmla="*/ 21 w 89"/>
                <a:gd name="T9" fmla="*/ 1832 h 18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9" h="1832">
                  <a:moveTo>
                    <a:pt x="21" y="1832"/>
                  </a:moveTo>
                  <a:lnTo>
                    <a:pt x="0" y="1830"/>
                  </a:lnTo>
                  <a:lnTo>
                    <a:pt x="68" y="0"/>
                  </a:lnTo>
                  <a:lnTo>
                    <a:pt x="89" y="2"/>
                  </a:lnTo>
                  <a:lnTo>
                    <a:pt x="21" y="1832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7" name="Freeform 31"/>
            <p:cNvSpPr/>
            <p:nvPr/>
          </p:nvSpPr>
          <p:spPr bwMode="auto">
            <a:xfrm>
              <a:off x="9500522" y="3504804"/>
              <a:ext cx="875632" cy="696015"/>
            </a:xfrm>
            <a:custGeom>
              <a:avLst/>
              <a:gdLst>
                <a:gd name="T0" fmla="*/ 1351 w 1365"/>
                <a:gd name="T1" fmla="*/ 1085 h 1085"/>
                <a:gd name="T2" fmla="*/ 0 w 1365"/>
                <a:gd name="T3" fmla="*/ 16 h 1085"/>
                <a:gd name="T4" fmla="*/ 12 w 1365"/>
                <a:gd name="T5" fmla="*/ 0 h 1085"/>
                <a:gd name="T6" fmla="*/ 1365 w 1365"/>
                <a:gd name="T7" fmla="*/ 1066 h 1085"/>
                <a:gd name="T8" fmla="*/ 1351 w 1365"/>
                <a:gd name="T9" fmla="*/ 1085 h 10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5" h="1085">
                  <a:moveTo>
                    <a:pt x="1351" y="1085"/>
                  </a:moveTo>
                  <a:lnTo>
                    <a:pt x="0" y="16"/>
                  </a:lnTo>
                  <a:lnTo>
                    <a:pt x="12" y="0"/>
                  </a:lnTo>
                  <a:lnTo>
                    <a:pt x="1365" y="1066"/>
                  </a:lnTo>
                  <a:lnTo>
                    <a:pt x="1351" y="1085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" name="Freeform 32"/>
            <p:cNvSpPr/>
            <p:nvPr/>
          </p:nvSpPr>
          <p:spPr bwMode="auto">
            <a:xfrm>
              <a:off x="10369740" y="4059692"/>
              <a:ext cx="672922" cy="142411"/>
            </a:xfrm>
            <a:custGeom>
              <a:avLst/>
              <a:gdLst>
                <a:gd name="T0" fmla="*/ 5 w 1049"/>
                <a:gd name="T1" fmla="*/ 222 h 222"/>
                <a:gd name="T2" fmla="*/ 0 w 1049"/>
                <a:gd name="T3" fmla="*/ 201 h 222"/>
                <a:gd name="T4" fmla="*/ 1044 w 1049"/>
                <a:gd name="T5" fmla="*/ 0 h 222"/>
                <a:gd name="T6" fmla="*/ 1049 w 1049"/>
                <a:gd name="T7" fmla="*/ 22 h 222"/>
                <a:gd name="T8" fmla="*/ 5 w 1049"/>
                <a:gd name="T9" fmla="*/ 222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49" h="222">
                  <a:moveTo>
                    <a:pt x="5" y="222"/>
                  </a:moveTo>
                  <a:lnTo>
                    <a:pt x="0" y="201"/>
                  </a:lnTo>
                  <a:lnTo>
                    <a:pt x="1044" y="0"/>
                  </a:lnTo>
                  <a:lnTo>
                    <a:pt x="1049" y="22"/>
                  </a:lnTo>
                  <a:lnTo>
                    <a:pt x="5" y="222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" name="Freeform 33"/>
            <p:cNvSpPr/>
            <p:nvPr/>
          </p:nvSpPr>
          <p:spPr bwMode="auto">
            <a:xfrm>
              <a:off x="10365249" y="4191839"/>
              <a:ext cx="268784" cy="532436"/>
            </a:xfrm>
            <a:custGeom>
              <a:avLst/>
              <a:gdLst>
                <a:gd name="T0" fmla="*/ 400 w 419"/>
                <a:gd name="T1" fmla="*/ 830 h 830"/>
                <a:gd name="T2" fmla="*/ 0 w 419"/>
                <a:gd name="T3" fmla="*/ 9 h 830"/>
                <a:gd name="T4" fmla="*/ 19 w 419"/>
                <a:gd name="T5" fmla="*/ 0 h 830"/>
                <a:gd name="T6" fmla="*/ 419 w 419"/>
                <a:gd name="T7" fmla="*/ 820 h 830"/>
                <a:gd name="T8" fmla="*/ 400 w 419"/>
                <a:gd name="T9" fmla="*/ 830 h 8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9" h="830">
                  <a:moveTo>
                    <a:pt x="400" y="830"/>
                  </a:moveTo>
                  <a:lnTo>
                    <a:pt x="0" y="9"/>
                  </a:lnTo>
                  <a:lnTo>
                    <a:pt x="19" y="0"/>
                  </a:lnTo>
                  <a:lnTo>
                    <a:pt x="419" y="820"/>
                  </a:lnTo>
                  <a:lnTo>
                    <a:pt x="400" y="830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0" name="Freeform 34"/>
            <p:cNvSpPr/>
            <p:nvPr/>
          </p:nvSpPr>
          <p:spPr bwMode="auto">
            <a:xfrm>
              <a:off x="8637078" y="5440176"/>
              <a:ext cx="443269" cy="177051"/>
            </a:xfrm>
            <a:custGeom>
              <a:avLst/>
              <a:gdLst>
                <a:gd name="T0" fmla="*/ 681 w 691"/>
                <a:gd name="T1" fmla="*/ 276 h 276"/>
                <a:gd name="T2" fmla="*/ 0 w 691"/>
                <a:gd name="T3" fmla="*/ 21 h 276"/>
                <a:gd name="T4" fmla="*/ 9 w 691"/>
                <a:gd name="T5" fmla="*/ 0 h 276"/>
                <a:gd name="T6" fmla="*/ 691 w 691"/>
                <a:gd name="T7" fmla="*/ 255 h 276"/>
                <a:gd name="T8" fmla="*/ 681 w 691"/>
                <a:gd name="T9" fmla="*/ 276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1" h="276">
                  <a:moveTo>
                    <a:pt x="681" y="276"/>
                  </a:moveTo>
                  <a:lnTo>
                    <a:pt x="0" y="21"/>
                  </a:lnTo>
                  <a:lnTo>
                    <a:pt x="9" y="0"/>
                  </a:lnTo>
                  <a:lnTo>
                    <a:pt x="691" y="255"/>
                  </a:lnTo>
                  <a:lnTo>
                    <a:pt x="681" y="276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1" name="Freeform 35"/>
            <p:cNvSpPr/>
            <p:nvPr/>
          </p:nvSpPr>
          <p:spPr bwMode="auto">
            <a:xfrm>
              <a:off x="8732660" y="5605039"/>
              <a:ext cx="348970" cy="312405"/>
            </a:xfrm>
            <a:custGeom>
              <a:avLst/>
              <a:gdLst>
                <a:gd name="T0" fmla="*/ 14 w 544"/>
                <a:gd name="T1" fmla="*/ 487 h 487"/>
                <a:gd name="T2" fmla="*/ 0 w 544"/>
                <a:gd name="T3" fmla="*/ 471 h 487"/>
                <a:gd name="T4" fmla="*/ 530 w 544"/>
                <a:gd name="T5" fmla="*/ 0 h 487"/>
                <a:gd name="T6" fmla="*/ 544 w 544"/>
                <a:gd name="T7" fmla="*/ 17 h 487"/>
                <a:gd name="T8" fmla="*/ 14 w 544"/>
                <a:gd name="T9" fmla="*/ 487 h 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4" h="487">
                  <a:moveTo>
                    <a:pt x="14" y="487"/>
                  </a:moveTo>
                  <a:lnTo>
                    <a:pt x="0" y="471"/>
                  </a:lnTo>
                  <a:lnTo>
                    <a:pt x="530" y="0"/>
                  </a:lnTo>
                  <a:lnTo>
                    <a:pt x="544" y="17"/>
                  </a:lnTo>
                  <a:lnTo>
                    <a:pt x="14" y="487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2" name="Freeform 36"/>
            <p:cNvSpPr/>
            <p:nvPr/>
          </p:nvSpPr>
          <p:spPr bwMode="auto">
            <a:xfrm>
              <a:off x="8862882" y="4678729"/>
              <a:ext cx="599792" cy="172560"/>
            </a:xfrm>
            <a:custGeom>
              <a:avLst/>
              <a:gdLst>
                <a:gd name="T0" fmla="*/ 5 w 935"/>
                <a:gd name="T1" fmla="*/ 269 h 269"/>
                <a:gd name="T2" fmla="*/ 0 w 935"/>
                <a:gd name="T3" fmla="*/ 248 h 269"/>
                <a:gd name="T4" fmla="*/ 930 w 935"/>
                <a:gd name="T5" fmla="*/ 0 h 269"/>
                <a:gd name="T6" fmla="*/ 935 w 935"/>
                <a:gd name="T7" fmla="*/ 21 h 269"/>
                <a:gd name="T8" fmla="*/ 5 w 935"/>
                <a:gd name="T9" fmla="*/ 269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35" h="269">
                  <a:moveTo>
                    <a:pt x="5" y="269"/>
                  </a:moveTo>
                  <a:lnTo>
                    <a:pt x="0" y="248"/>
                  </a:lnTo>
                  <a:lnTo>
                    <a:pt x="930" y="0"/>
                  </a:lnTo>
                  <a:lnTo>
                    <a:pt x="935" y="21"/>
                  </a:lnTo>
                  <a:lnTo>
                    <a:pt x="5" y="269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3" name="Freeform 37"/>
            <p:cNvSpPr/>
            <p:nvPr/>
          </p:nvSpPr>
          <p:spPr bwMode="auto">
            <a:xfrm>
              <a:off x="8377275" y="4742236"/>
              <a:ext cx="488815" cy="109053"/>
            </a:xfrm>
            <a:custGeom>
              <a:avLst/>
              <a:gdLst>
                <a:gd name="T0" fmla="*/ 757 w 762"/>
                <a:gd name="T1" fmla="*/ 170 h 170"/>
                <a:gd name="T2" fmla="*/ 0 w 762"/>
                <a:gd name="T3" fmla="*/ 21 h 170"/>
                <a:gd name="T4" fmla="*/ 5 w 762"/>
                <a:gd name="T5" fmla="*/ 0 h 170"/>
                <a:gd name="T6" fmla="*/ 762 w 762"/>
                <a:gd name="T7" fmla="*/ 149 h 170"/>
                <a:gd name="T8" fmla="*/ 757 w 762"/>
                <a:gd name="T9" fmla="*/ 17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2" h="170">
                  <a:moveTo>
                    <a:pt x="757" y="170"/>
                  </a:moveTo>
                  <a:lnTo>
                    <a:pt x="0" y="21"/>
                  </a:lnTo>
                  <a:lnTo>
                    <a:pt x="5" y="0"/>
                  </a:lnTo>
                  <a:lnTo>
                    <a:pt x="762" y="149"/>
                  </a:lnTo>
                  <a:lnTo>
                    <a:pt x="757" y="170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4" name="Freeform 38"/>
            <p:cNvSpPr/>
            <p:nvPr/>
          </p:nvSpPr>
          <p:spPr bwMode="auto">
            <a:xfrm>
              <a:off x="8688397" y="4841025"/>
              <a:ext cx="182183" cy="265576"/>
            </a:xfrm>
            <a:custGeom>
              <a:avLst/>
              <a:gdLst>
                <a:gd name="T0" fmla="*/ 19 w 284"/>
                <a:gd name="T1" fmla="*/ 414 h 414"/>
                <a:gd name="T2" fmla="*/ 0 w 284"/>
                <a:gd name="T3" fmla="*/ 399 h 414"/>
                <a:gd name="T4" fmla="*/ 265 w 284"/>
                <a:gd name="T5" fmla="*/ 0 h 414"/>
                <a:gd name="T6" fmla="*/ 284 w 284"/>
                <a:gd name="T7" fmla="*/ 12 h 414"/>
                <a:gd name="T8" fmla="*/ 19 w 284"/>
                <a:gd name="T9" fmla="*/ 414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4" h="414">
                  <a:moveTo>
                    <a:pt x="19" y="414"/>
                  </a:moveTo>
                  <a:lnTo>
                    <a:pt x="0" y="399"/>
                  </a:lnTo>
                  <a:lnTo>
                    <a:pt x="265" y="0"/>
                  </a:lnTo>
                  <a:lnTo>
                    <a:pt x="284" y="12"/>
                  </a:lnTo>
                  <a:lnTo>
                    <a:pt x="19" y="414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5" name="Freeform 39"/>
            <p:cNvSpPr/>
            <p:nvPr/>
          </p:nvSpPr>
          <p:spPr bwMode="auto">
            <a:xfrm>
              <a:off x="9758401" y="5380517"/>
              <a:ext cx="137920" cy="472136"/>
            </a:xfrm>
            <a:custGeom>
              <a:avLst/>
              <a:gdLst>
                <a:gd name="T0" fmla="*/ 21 w 215"/>
                <a:gd name="T1" fmla="*/ 736 h 736"/>
                <a:gd name="T2" fmla="*/ 0 w 215"/>
                <a:gd name="T3" fmla="*/ 731 h 736"/>
                <a:gd name="T4" fmla="*/ 194 w 215"/>
                <a:gd name="T5" fmla="*/ 0 h 736"/>
                <a:gd name="T6" fmla="*/ 215 w 215"/>
                <a:gd name="T7" fmla="*/ 5 h 736"/>
                <a:gd name="T8" fmla="*/ 21 w 215"/>
                <a:gd name="T9" fmla="*/ 736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5" h="736">
                  <a:moveTo>
                    <a:pt x="21" y="736"/>
                  </a:moveTo>
                  <a:lnTo>
                    <a:pt x="0" y="731"/>
                  </a:lnTo>
                  <a:lnTo>
                    <a:pt x="194" y="0"/>
                  </a:lnTo>
                  <a:lnTo>
                    <a:pt x="215" y="5"/>
                  </a:lnTo>
                  <a:lnTo>
                    <a:pt x="21" y="736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6" name="Freeform 40"/>
            <p:cNvSpPr/>
            <p:nvPr/>
          </p:nvSpPr>
          <p:spPr bwMode="auto">
            <a:xfrm>
              <a:off x="9887340" y="5376027"/>
              <a:ext cx="470853" cy="279048"/>
            </a:xfrm>
            <a:custGeom>
              <a:avLst/>
              <a:gdLst>
                <a:gd name="T0" fmla="*/ 724 w 734"/>
                <a:gd name="T1" fmla="*/ 435 h 435"/>
                <a:gd name="T2" fmla="*/ 0 w 734"/>
                <a:gd name="T3" fmla="*/ 19 h 435"/>
                <a:gd name="T4" fmla="*/ 10 w 734"/>
                <a:gd name="T5" fmla="*/ 0 h 435"/>
                <a:gd name="T6" fmla="*/ 734 w 734"/>
                <a:gd name="T7" fmla="*/ 414 h 435"/>
                <a:gd name="T8" fmla="*/ 724 w 734"/>
                <a:gd name="T9" fmla="*/ 435 h 4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34" h="435">
                  <a:moveTo>
                    <a:pt x="724" y="435"/>
                  </a:moveTo>
                  <a:lnTo>
                    <a:pt x="0" y="19"/>
                  </a:lnTo>
                  <a:lnTo>
                    <a:pt x="10" y="0"/>
                  </a:lnTo>
                  <a:lnTo>
                    <a:pt x="734" y="414"/>
                  </a:lnTo>
                  <a:lnTo>
                    <a:pt x="724" y="435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7" name="Freeform 41"/>
            <p:cNvSpPr/>
            <p:nvPr/>
          </p:nvSpPr>
          <p:spPr bwMode="auto">
            <a:xfrm>
              <a:off x="9213776" y="1813840"/>
              <a:ext cx="416968" cy="154599"/>
            </a:xfrm>
            <a:custGeom>
              <a:avLst/>
              <a:gdLst>
                <a:gd name="T0" fmla="*/ 643 w 650"/>
                <a:gd name="T1" fmla="*/ 241 h 241"/>
                <a:gd name="T2" fmla="*/ 0 w 650"/>
                <a:gd name="T3" fmla="*/ 21 h 241"/>
                <a:gd name="T4" fmla="*/ 7 w 650"/>
                <a:gd name="T5" fmla="*/ 0 h 241"/>
                <a:gd name="T6" fmla="*/ 650 w 650"/>
                <a:gd name="T7" fmla="*/ 220 h 241"/>
                <a:gd name="T8" fmla="*/ 643 w 650"/>
                <a:gd name="T9" fmla="*/ 24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0" h="241">
                  <a:moveTo>
                    <a:pt x="643" y="241"/>
                  </a:moveTo>
                  <a:lnTo>
                    <a:pt x="0" y="21"/>
                  </a:lnTo>
                  <a:lnTo>
                    <a:pt x="7" y="0"/>
                  </a:lnTo>
                  <a:lnTo>
                    <a:pt x="650" y="220"/>
                  </a:lnTo>
                  <a:lnTo>
                    <a:pt x="643" y="241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8" name="Freeform 42"/>
            <p:cNvSpPr/>
            <p:nvPr/>
          </p:nvSpPr>
          <p:spPr bwMode="auto">
            <a:xfrm>
              <a:off x="9624971" y="1822820"/>
              <a:ext cx="302141" cy="144335"/>
            </a:xfrm>
            <a:custGeom>
              <a:avLst/>
              <a:gdLst>
                <a:gd name="T0" fmla="*/ 9 w 471"/>
                <a:gd name="T1" fmla="*/ 225 h 225"/>
                <a:gd name="T2" fmla="*/ 0 w 471"/>
                <a:gd name="T3" fmla="*/ 206 h 225"/>
                <a:gd name="T4" fmla="*/ 461 w 471"/>
                <a:gd name="T5" fmla="*/ 0 h 225"/>
                <a:gd name="T6" fmla="*/ 471 w 471"/>
                <a:gd name="T7" fmla="*/ 21 h 225"/>
                <a:gd name="T8" fmla="*/ 9 w 471"/>
                <a:gd name="T9" fmla="*/ 225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1" h="225">
                  <a:moveTo>
                    <a:pt x="9" y="225"/>
                  </a:moveTo>
                  <a:lnTo>
                    <a:pt x="0" y="206"/>
                  </a:lnTo>
                  <a:lnTo>
                    <a:pt x="461" y="0"/>
                  </a:lnTo>
                  <a:lnTo>
                    <a:pt x="471" y="21"/>
                  </a:lnTo>
                  <a:lnTo>
                    <a:pt x="9" y="225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9" name="Freeform 43"/>
            <p:cNvSpPr/>
            <p:nvPr/>
          </p:nvSpPr>
          <p:spPr bwMode="auto">
            <a:xfrm>
              <a:off x="9213776" y="2201940"/>
              <a:ext cx="297009" cy="1310562"/>
            </a:xfrm>
            <a:custGeom>
              <a:avLst/>
              <a:gdLst>
                <a:gd name="T0" fmla="*/ 442 w 463"/>
                <a:gd name="T1" fmla="*/ 2043 h 2043"/>
                <a:gd name="T2" fmla="*/ 0 w 463"/>
                <a:gd name="T3" fmla="*/ 5 h 2043"/>
                <a:gd name="T4" fmla="*/ 21 w 463"/>
                <a:gd name="T5" fmla="*/ 0 h 2043"/>
                <a:gd name="T6" fmla="*/ 463 w 463"/>
                <a:gd name="T7" fmla="*/ 2038 h 2043"/>
                <a:gd name="T8" fmla="*/ 442 w 463"/>
                <a:gd name="T9" fmla="*/ 2043 h 2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3" h="2043">
                  <a:moveTo>
                    <a:pt x="442" y="2043"/>
                  </a:moveTo>
                  <a:lnTo>
                    <a:pt x="0" y="5"/>
                  </a:lnTo>
                  <a:lnTo>
                    <a:pt x="21" y="0"/>
                  </a:lnTo>
                  <a:lnTo>
                    <a:pt x="463" y="2038"/>
                  </a:lnTo>
                  <a:lnTo>
                    <a:pt x="442" y="2043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0" name="Freeform 44"/>
            <p:cNvSpPr/>
            <p:nvPr/>
          </p:nvSpPr>
          <p:spPr bwMode="auto">
            <a:xfrm>
              <a:off x="9215059" y="2022965"/>
              <a:ext cx="182183" cy="185390"/>
            </a:xfrm>
            <a:custGeom>
              <a:avLst/>
              <a:gdLst>
                <a:gd name="T0" fmla="*/ 17 w 284"/>
                <a:gd name="T1" fmla="*/ 289 h 289"/>
                <a:gd name="T2" fmla="*/ 0 w 284"/>
                <a:gd name="T3" fmla="*/ 274 h 289"/>
                <a:gd name="T4" fmla="*/ 267 w 284"/>
                <a:gd name="T5" fmla="*/ 0 h 289"/>
                <a:gd name="T6" fmla="*/ 284 w 284"/>
                <a:gd name="T7" fmla="*/ 14 h 289"/>
                <a:gd name="T8" fmla="*/ 17 w 284"/>
                <a:gd name="T9" fmla="*/ 289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4" h="289">
                  <a:moveTo>
                    <a:pt x="17" y="289"/>
                  </a:moveTo>
                  <a:lnTo>
                    <a:pt x="0" y="274"/>
                  </a:lnTo>
                  <a:lnTo>
                    <a:pt x="267" y="0"/>
                  </a:lnTo>
                  <a:lnTo>
                    <a:pt x="284" y="14"/>
                  </a:lnTo>
                  <a:lnTo>
                    <a:pt x="17" y="289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1" name="Freeform 45"/>
            <p:cNvSpPr/>
            <p:nvPr/>
          </p:nvSpPr>
          <p:spPr bwMode="auto">
            <a:xfrm>
              <a:off x="8979633" y="1948552"/>
              <a:ext cx="246332" cy="259803"/>
            </a:xfrm>
            <a:custGeom>
              <a:avLst/>
              <a:gdLst>
                <a:gd name="T0" fmla="*/ 367 w 384"/>
                <a:gd name="T1" fmla="*/ 405 h 405"/>
                <a:gd name="T2" fmla="*/ 0 w 384"/>
                <a:gd name="T3" fmla="*/ 14 h 405"/>
                <a:gd name="T4" fmla="*/ 17 w 384"/>
                <a:gd name="T5" fmla="*/ 0 h 405"/>
                <a:gd name="T6" fmla="*/ 384 w 384"/>
                <a:gd name="T7" fmla="*/ 390 h 405"/>
                <a:gd name="T8" fmla="*/ 367 w 384"/>
                <a:gd name="T9" fmla="*/ 405 h 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4" h="405">
                  <a:moveTo>
                    <a:pt x="367" y="405"/>
                  </a:moveTo>
                  <a:lnTo>
                    <a:pt x="0" y="14"/>
                  </a:lnTo>
                  <a:lnTo>
                    <a:pt x="17" y="0"/>
                  </a:lnTo>
                  <a:lnTo>
                    <a:pt x="384" y="390"/>
                  </a:lnTo>
                  <a:lnTo>
                    <a:pt x="367" y="405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2" name="Freeform 46"/>
            <p:cNvSpPr/>
            <p:nvPr/>
          </p:nvSpPr>
          <p:spPr bwMode="auto">
            <a:xfrm>
              <a:off x="8352898" y="2906937"/>
              <a:ext cx="248898" cy="385535"/>
            </a:xfrm>
            <a:custGeom>
              <a:avLst/>
              <a:gdLst>
                <a:gd name="T0" fmla="*/ 369 w 388"/>
                <a:gd name="T1" fmla="*/ 601 h 601"/>
                <a:gd name="T2" fmla="*/ 0 w 388"/>
                <a:gd name="T3" fmla="*/ 12 h 601"/>
                <a:gd name="T4" fmla="*/ 19 w 388"/>
                <a:gd name="T5" fmla="*/ 0 h 601"/>
                <a:gd name="T6" fmla="*/ 388 w 388"/>
                <a:gd name="T7" fmla="*/ 589 h 601"/>
                <a:gd name="T8" fmla="*/ 369 w 388"/>
                <a:gd name="T9" fmla="*/ 601 h 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8" h="601">
                  <a:moveTo>
                    <a:pt x="369" y="601"/>
                  </a:moveTo>
                  <a:lnTo>
                    <a:pt x="0" y="12"/>
                  </a:lnTo>
                  <a:lnTo>
                    <a:pt x="19" y="0"/>
                  </a:lnTo>
                  <a:lnTo>
                    <a:pt x="388" y="589"/>
                  </a:lnTo>
                  <a:lnTo>
                    <a:pt x="369" y="601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3" name="Freeform 47"/>
            <p:cNvSpPr/>
            <p:nvPr/>
          </p:nvSpPr>
          <p:spPr bwMode="auto">
            <a:xfrm>
              <a:off x="8352898" y="2725395"/>
              <a:ext cx="208484" cy="191164"/>
            </a:xfrm>
            <a:custGeom>
              <a:avLst/>
              <a:gdLst>
                <a:gd name="T0" fmla="*/ 17 w 325"/>
                <a:gd name="T1" fmla="*/ 298 h 298"/>
                <a:gd name="T2" fmla="*/ 0 w 325"/>
                <a:gd name="T3" fmla="*/ 281 h 298"/>
                <a:gd name="T4" fmla="*/ 310 w 325"/>
                <a:gd name="T5" fmla="*/ 0 h 298"/>
                <a:gd name="T6" fmla="*/ 325 w 325"/>
                <a:gd name="T7" fmla="*/ 16 h 298"/>
                <a:gd name="T8" fmla="*/ 17 w 325"/>
                <a:gd name="T9" fmla="*/ 298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5" h="298">
                  <a:moveTo>
                    <a:pt x="17" y="298"/>
                  </a:moveTo>
                  <a:lnTo>
                    <a:pt x="0" y="281"/>
                  </a:lnTo>
                  <a:lnTo>
                    <a:pt x="310" y="0"/>
                  </a:lnTo>
                  <a:lnTo>
                    <a:pt x="325" y="16"/>
                  </a:lnTo>
                  <a:lnTo>
                    <a:pt x="17" y="298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4" name="Freeform 48"/>
            <p:cNvSpPr/>
            <p:nvPr/>
          </p:nvSpPr>
          <p:spPr bwMode="auto">
            <a:xfrm>
              <a:off x="7999438" y="2714490"/>
              <a:ext cx="363083" cy="202069"/>
            </a:xfrm>
            <a:custGeom>
              <a:avLst/>
              <a:gdLst>
                <a:gd name="T0" fmla="*/ 554 w 566"/>
                <a:gd name="T1" fmla="*/ 315 h 315"/>
                <a:gd name="T2" fmla="*/ 0 w 566"/>
                <a:gd name="T3" fmla="*/ 21 h 315"/>
                <a:gd name="T4" fmla="*/ 10 w 566"/>
                <a:gd name="T5" fmla="*/ 0 h 315"/>
                <a:gd name="T6" fmla="*/ 566 w 566"/>
                <a:gd name="T7" fmla="*/ 296 h 315"/>
                <a:gd name="T8" fmla="*/ 554 w 566"/>
                <a:gd name="T9" fmla="*/ 315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315">
                  <a:moveTo>
                    <a:pt x="554" y="315"/>
                  </a:moveTo>
                  <a:lnTo>
                    <a:pt x="0" y="21"/>
                  </a:lnTo>
                  <a:lnTo>
                    <a:pt x="10" y="0"/>
                  </a:lnTo>
                  <a:lnTo>
                    <a:pt x="566" y="296"/>
                  </a:lnTo>
                  <a:lnTo>
                    <a:pt x="554" y="315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5" name="Freeform 49"/>
            <p:cNvSpPr/>
            <p:nvPr/>
          </p:nvSpPr>
          <p:spPr bwMode="auto">
            <a:xfrm>
              <a:off x="7841632" y="3281566"/>
              <a:ext cx="757598" cy="455457"/>
            </a:xfrm>
            <a:custGeom>
              <a:avLst/>
              <a:gdLst>
                <a:gd name="T0" fmla="*/ 12 w 1181"/>
                <a:gd name="T1" fmla="*/ 710 h 710"/>
                <a:gd name="T2" fmla="*/ 0 w 1181"/>
                <a:gd name="T3" fmla="*/ 691 h 710"/>
                <a:gd name="T4" fmla="*/ 1169 w 1181"/>
                <a:gd name="T5" fmla="*/ 0 h 710"/>
                <a:gd name="T6" fmla="*/ 1181 w 1181"/>
                <a:gd name="T7" fmla="*/ 22 h 710"/>
                <a:gd name="T8" fmla="*/ 12 w 1181"/>
                <a:gd name="T9" fmla="*/ 710 h 7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1" h="710">
                  <a:moveTo>
                    <a:pt x="12" y="710"/>
                  </a:moveTo>
                  <a:lnTo>
                    <a:pt x="0" y="691"/>
                  </a:lnTo>
                  <a:lnTo>
                    <a:pt x="1169" y="0"/>
                  </a:lnTo>
                  <a:lnTo>
                    <a:pt x="1181" y="22"/>
                  </a:lnTo>
                  <a:lnTo>
                    <a:pt x="12" y="710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6" name="Freeform 50"/>
            <p:cNvSpPr/>
            <p:nvPr/>
          </p:nvSpPr>
          <p:spPr bwMode="auto">
            <a:xfrm>
              <a:off x="9204796" y="4134105"/>
              <a:ext cx="262369" cy="553605"/>
            </a:xfrm>
            <a:custGeom>
              <a:avLst/>
              <a:gdLst>
                <a:gd name="T0" fmla="*/ 388 w 409"/>
                <a:gd name="T1" fmla="*/ 863 h 863"/>
                <a:gd name="T2" fmla="*/ 0 w 409"/>
                <a:gd name="T3" fmla="*/ 10 h 863"/>
                <a:gd name="T4" fmla="*/ 21 w 409"/>
                <a:gd name="T5" fmla="*/ 0 h 863"/>
                <a:gd name="T6" fmla="*/ 409 w 409"/>
                <a:gd name="T7" fmla="*/ 854 h 863"/>
                <a:gd name="T8" fmla="*/ 388 w 409"/>
                <a:gd name="T9" fmla="*/ 863 h 8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9" h="863">
                  <a:moveTo>
                    <a:pt x="388" y="863"/>
                  </a:moveTo>
                  <a:lnTo>
                    <a:pt x="0" y="10"/>
                  </a:lnTo>
                  <a:lnTo>
                    <a:pt x="21" y="0"/>
                  </a:lnTo>
                  <a:lnTo>
                    <a:pt x="409" y="854"/>
                  </a:lnTo>
                  <a:lnTo>
                    <a:pt x="388" y="863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7" name="Freeform 51"/>
            <p:cNvSpPr/>
            <p:nvPr/>
          </p:nvSpPr>
          <p:spPr bwMode="auto">
            <a:xfrm>
              <a:off x="9501805" y="3172513"/>
              <a:ext cx="763372" cy="344479"/>
            </a:xfrm>
            <a:custGeom>
              <a:avLst/>
              <a:gdLst>
                <a:gd name="T0" fmla="*/ 7 w 1190"/>
                <a:gd name="T1" fmla="*/ 537 h 537"/>
                <a:gd name="T2" fmla="*/ 0 w 1190"/>
                <a:gd name="T3" fmla="*/ 516 h 537"/>
                <a:gd name="T4" fmla="*/ 1181 w 1190"/>
                <a:gd name="T5" fmla="*/ 0 h 537"/>
                <a:gd name="T6" fmla="*/ 1190 w 1190"/>
                <a:gd name="T7" fmla="*/ 19 h 537"/>
                <a:gd name="T8" fmla="*/ 7 w 1190"/>
                <a:gd name="T9" fmla="*/ 537 h 5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90" h="537">
                  <a:moveTo>
                    <a:pt x="7" y="537"/>
                  </a:moveTo>
                  <a:lnTo>
                    <a:pt x="0" y="516"/>
                  </a:lnTo>
                  <a:lnTo>
                    <a:pt x="1181" y="0"/>
                  </a:lnTo>
                  <a:lnTo>
                    <a:pt x="1190" y="19"/>
                  </a:lnTo>
                  <a:lnTo>
                    <a:pt x="7" y="537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8" name="Freeform 52"/>
            <p:cNvSpPr/>
            <p:nvPr/>
          </p:nvSpPr>
          <p:spPr bwMode="auto">
            <a:xfrm>
              <a:off x="8592815" y="3281566"/>
              <a:ext cx="388742" cy="197579"/>
            </a:xfrm>
            <a:custGeom>
              <a:avLst/>
              <a:gdLst>
                <a:gd name="T0" fmla="*/ 596 w 606"/>
                <a:gd name="T1" fmla="*/ 308 h 308"/>
                <a:gd name="T2" fmla="*/ 0 w 606"/>
                <a:gd name="T3" fmla="*/ 22 h 308"/>
                <a:gd name="T4" fmla="*/ 10 w 606"/>
                <a:gd name="T5" fmla="*/ 0 h 308"/>
                <a:gd name="T6" fmla="*/ 606 w 606"/>
                <a:gd name="T7" fmla="*/ 289 h 308"/>
                <a:gd name="T8" fmla="*/ 596 w 606"/>
                <a:gd name="T9" fmla="*/ 308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6" h="308">
                  <a:moveTo>
                    <a:pt x="596" y="308"/>
                  </a:moveTo>
                  <a:lnTo>
                    <a:pt x="0" y="22"/>
                  </a:lnTo>
                  <a:lnTo>
                    <a:pt x="10" y="0"/>
                  </a:lnTo>
                  <a:lnTo>
                    <a:pt x="606" y="289"/>
                  </a:lnTo>
                  <a:lnTo>
                    <a:pt x="596" y="308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9" name="Freeform 53"/>
            <p:cNvSpPr/>
            <p:nvPr/>
          </p:nvSpPr>
          <p:spPr bwMode="auto">
            <a:xfrm>
              <a:off x="9726326" y="2347558"/>
              <a:ext cx="391950" cy="321386"/>
            </a:xfrm>
            <a:custGeom>
              <a:avLst/>
              <a:gdLst>
                <a:gd name="T0" fmla="*/ 597 w 611"/>
                <a:gd name="T1" fmla="*/ 501 h 501"/>
                <a:gd name="T2" fmla="*/ 0 w 611"/>
                <a:gd name="T3" fmla="*/ 17 h 501"/>
                <a:gd name="T4" fmla="*/ 15 w 611"/>
                <a:gd name="T5" fmla="*/ 0 h 501"/>
                <a:gd name="T6" fmla="*/ 611 w 611"/>
                <a:gd name="T7" fmla="*/ 482 h 501"/>
                <a:gd name="T8" fmla="*/ 597 w 611"/>
                <a:gd name="T9" fmla="*/ 501 h 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1" h="501">
                  <a:moveTo>
                    <a:pt x="597" y="501"/>
                  </a:moveTo>
                  <a:lnTo>
                    <a:pt x="0" y="17"/>
                  </a:lnTo>
                  <a:lnTo>
                    <a:pt x="15" y="0"/>
                  </a:lnTo>
                  <a:lnTo>
                    <a:pt x="611" y="482"/>
                  </a:lnTo>
                  <a:lnTo>
                    <a:pt x="597" y="501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0" name="Freeform 54"/>
            <p:cNvSpPr/>
            <p:nvPr/>
          </p:nvSpPr>
          <p:spPr bwMode="auto">
            <a:xfrm>
              <a:off x="9304868" y="2606720"/>
              <a:ext cx="811484" cy="60941"/>
            </a:xfrm>
            <a:custGeom>
              <a:avLst/>
              <a:gdLst>
                <a:gd name="T0" fmla="*/ 1263 w 1265"/>
                <a:gd name="T1" fmla="*/ 95 h 95"/>
                <a:gd name="T2" fmla="*/ 0 w 1265"/>
                <a:gd name="T3" fmla="*/ 22 h 95"/>
                <a:gd name="T4" fmla="*/ 0 w 1265"/>
                <a:gd name="T5" fmla="*/ 0 h 95"/>
                <a:gd name="T6" fmla="*/ 1265 w 1265"/>
                <a:gd name="T7" fmla="*/ 74 h 95"/>
                <a:gd name="T8" fmla="*/ 1263 w 1265"/>
                <a:gd name="T9" fmla="*/ 95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5" h="95">
                  <a:moveTo>
                    <a:pt x="1263" y="95"/>
                  </a:moveTo>
                  <a:lnTo>
                    <a:pt x="0" y="22"/>
                  </a:lnTo>
                  <a:lnTo>
                    <a:pt x="0" y="0"/>
                  </a:lnTo>
                  <a:lnTo>
                    <a:pt x="1265" y="74"/>
                  </a:lnTo>
                  <a:lnTo>
                    <a:pt x="1263" y="95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1" name="Rectangle 55"/>
            <p:cNvSpPr>
              <a:spLocks noChangeArrowheads="1"/>
            </p:cNvSpPr>
            <p:nvPr/>
          </p:nvSpPr>
          <p:spPr bwMode="auto">
            <a:xfrm>
              <a:off x="9309358" y="2606720"/>
              <a:ext cx="1283" cy="14113"/>
            </a:xfrm>
            <a:prstGeom prst="rect">
              <a:avLst/>
            </a:prstGeom>
            <a:solidFill>
              <a:srgbClr val="5D5D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2" name="Freeform 56"/>
            <p:cNvSpPr/>
            <p:nvPr/>
          </p:nvSpPr>
          <p:spPr bwMode="auto">
            <a:xfrm>
              <a:off x="9154759" y="2609927"/>
              <a:ext cx="162297" cy="186673"/>
            </a:xfrm>
            <a:custGeom>
              <a:avLst/>
              <a:gdLst>
                <a:gd name="T0" fmla="*/ 16 w 253"/>
                <a:gd name="T1" fmla="*/ 291 h 291"/>
                <a:gd name="T2" fmla="*/ 0 w 253"/>
                <a:gd name="T3" fmla="*/ 274 h 291"/>
                <a:gd name="T4" fmla="*/ 236 w 253"/>
                <a:gd name="T5" fmla="*/ 0 h 291"/>
                <a:gd name="T6" fmla="*/ 253 w 253"/>
                <a:gd name="T7" fmla="*/ 14 h 291"/>
                <a:gd name="T8" fmla="*/ 16 w 253"/>
                <a:gd name="T9" fmla="*/ 291 h 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3" h="291">
                  <a:moveTo>
                    <a:pt x="16" y="291"/>
                  </a:moveTo>
                  <a:lnTo>
                    <a:pt x="0" y="274"/>
                  </a:lnTo>
                  <a:lnTo>
                    <a:pt x="236" y="0"/>
                  </a:lnTo>
                  <a:lnTo>
                    <a:pt x="253" y="14"/>
                  </a:lnTo>
                  <a:lnTo>
                    <a:pt x="16" y="291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3" name="Freeform 57"/>
            <p:cNvSpPr/>
            <p:nvPr/>
          </p:nvSpPr>
          <p:spPr bwMode="auto">
            <a:xfrm>
              <a:off x="9073932" y="2425178"/>
              <a:ext cx="241200" cy="192447"/>
            </a:xfrm>
            <a:custGeom>
              <a:avLst/>
              <a:gdLst>
                <a:gd name="T0" fmla="*/ 362 w 376"/>
                <a:gd name="T1" fmla="*/ 300 h 300"/>
                <a:gd name="T2" fmla="*/ 0 w 376"/>
                <a:gd name="T3" fmla="*/ 16 h 300"/>
                <a:gd name="T4" fmla="*/ 14 w 376"/>
                <a:gd name="T5" fmla="*/ 0 h 300"/>
                <a:gd name="T6" fmla="*/ 376 w 376"/>
                <a:gd name="T7" fmla="*/ 283 h 300"/>
                <a:gd name="T8" fmla="*/ 362 w 376"/>
                <a:gd name="T9" fmla="*/ 300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6" h="300">
                  <a:moveTo>
                    <a:pt x="362" y="300"/>
                  </a:moveTo>
                  <a:lnTo>
                    <a:pt x="0" y="16"/>
                  </a:lnTo>
                  <a:lnTo>
                    <a:pt x="14" y="0"/>
                  </a:lnTo>
                  <a:lnTo>
                    <a:pt x="376" y="283"/>
                  </a:lnTo>
                  <a:lnTo>
                    <a:pt x="362" y="300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4" name="Rectangle 58"/>
            <p:cNvSpPr>
              <a:spLocks noChangeArrowheads="1"/>
            </p:cNvSpPr>
            <p:nvPr/>
          </p:nvSpPr>
          <p:spPr bwMode="auto">
            <a:xfrm>
              <a:off x="8592815" y="3272585"/>
              <a:ext cx="4490" cy="15396"/>
            </a:xfrm>
            <a:prstGeom prst="rect">
              <a:avLst/>
            </a:prstGeom>
            <a:solidFill>
              <a:srgbClr val="5D5D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5" name="Freeform 59"/>
            <p:cNvSpPr/>
            <p:nvPr/>
          </p:nvSpPr>
          <p:spPr bwMode="auto">
            <a:xfrm>
              <a:off x="8592815" y="2654190"/>
              <a:ext cx="1519046" cy="636998"/>
            </a:xfrm>
            <a:custGeom>
              <a:avLst/>
              <a:gdLst>
                <a:gd name="T0" fmla="*/ 10 w 2368"/>
                <a:gd name="T1" fmla="*/ 993 h 993"/>
                <a:gd name="T2" fmla="*/ 0 w 2368"/>
                <a:gd name="T3" fmla="*/ 974 h 993"/>
                <a:gd name="T4" fmla="*/ 2359 w 2368"/>
                <a:gd name="T5" fmla="*/ 0 h 993"/>
                <a:gd name="T6" fmla="*/ 2368 w 2368"/>
                <a:gd name="T7" fmla="*/ 21 h 993"/>
                <a:gd name="T8" fmla="*/ 10 w 2368"/>
                <a:gd name="T9" fmla="*/ 993 h 9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68" h="993">
                  <a:moveTo>
                    <a:pt x="10" y="993"/>
                  </a:moveTo>
                  <a:lnTo>
                    <a:pt x="0" y="974"/>
                  </a:lnTo>
                  <a:lnTo>
                    <a:pt x="2359" y="0"/>
                  </a:lnTo>
                  <a:lnTo>
                    <a:pt x="2368" y="21"/>
                  </a:lnTo>
                  <a:lnTo>
                    <a:pt x="10" y="993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6" name="Rectangle 60"/>
            <p:cNvSpPr>
              <a:spLocks noChangeArrowheads="1"/>
            </p:cNvSpPr>
            <p:nvPr/>
          </p:nvSpPr>
          <p:spPr bwMode="auto">
            <a:xfrm>
              <a:off x="10360759" y="4187348"/>
              <a:ext cx="6415" cy="13471"/>
            </a:xfrm>
            <a:prstGeom prst="rect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7" name="Freeform 61"/>
            <p:cNvSpPr/>
            <p:nvPr/>
          </p:nvSpPr>
          <p:spPr bwMode="auto">
            <a:xfrm>
              <a:off x="8201507" y="3509295"/>
              <a:ext cx="2161176" cy="691525"/>
            </a:xfrm>
            <a:custGeom>
              <a:avLst/>
              <a:gdLst>
                <a:gd name="T0" fmla="*/ 3362 w 3369"/>
                <a:gd name="T1" fmla="*/ 1078 h 1078"/>
                <a:gd name="T2" fmla="*/ 0 w 3369"/>
                <a:gd name="T3" fmla="*/ 24 h 1078"/>
                <a:gd name="T4" fmla="*/ 7 w 3369"/>
                <a:gd name="T5" fmla="*/ 0 h 1078"/>
                <a:gd name="T6" fmla="*/ 3369 w 3369"/>
                <a:gd name="T7" fmla="*/ 1057 h 1078"/>
                <a:gd name="T8" fmla="*/ 3362 w 3369"/>
                <a:gd name="T9" fmla="*/ 1078 h 10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69" h="1078">
                  <a:moveTo>
                    <a:pt x="3362" y="1078"/>
                  </a:moveTo>
                  <a:lnTo>
                    <a:pt x="0" y="24"/>
                  </a:lnTo>
                  <a:lnTo>
                    <a:pt x="7" y="0"/>
                  </a:lnTo>
                  <a:lnTo>
                    <a:pt x="3369" y="1057"/>
                  </a:lnTo>
                  <a:lnTo>
                    <a:pt x="3362" y="1078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8" name="Freeform 62"/>
            <p:cNvSpPr/>
            <p:nvPr/>
          </p:nvSpPr>
          <p:spPr bwMode="auto">
            <a:xfrm>
              <a:off x="7824953" y="3266812"/>
              <a:ext cx="384252" cy="254671"/>
            </a:xfrm>
            <a:custGeom>
              <a:avLst/>
              <a:gdLst>
                <a:gd name="T0" fmla="*/ 587 w 599"/>
                <a:gd name="T1" fmla="*/ 397 h 397"/>
                <a:gd name="T2" fmla="*/ 0 w 599"/>
                <a:gd name="T3" fmla="*/ 19 h 397"/>
                <a:gd name="T4" fmla="*/ 12 w 599"/>
                <a:gd name="T5" fmla="*/ 0 h 397"/>
                <a:gd name="T6" fmla="*/ 599 w 599"/>
                <a:gd name="T7" fmla="*/ 378 h 397"/>
                <a:gd name="T8" fmla="*/ 587 w 599"/>
                <a:gd name="T9" fmla="*/ 397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9" h="397">
                  <a:moveTo>
                    <a:pt x="587" y="397"/>
                  </a:moveTo>
                  <a:lnTo>
                    <a:pt x="0" y="19"/>
                  </a:lnTo>
                  <a:lnTo>
                    <a:pt x="12" y="0"/>
                  </a:lnTo>
                  <a:lnTo>
                    <a:pt x="599" y="378"/>
                  </a:lnTo>
                  <a:lnTo>
                    <a:pt x="587" y="397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9" name="Freeform 63"/>
            <p:cNvSpPr/>
            <p:nvPr/>
          </p:nvSpPr>
          <p:spPr bwMode="auto">
            <a:xfrm>
              <a:off x="8172640" y="3516992"/>
              <a:ext cx="37848" cy="246973"/>
            </a:xfrm>
            <a:custGeom>
              <a:avLst/>
              <a:gdLst>
                <a:gd name="T0" fmla="*/ 24 w 59"/>
                <a:gd name="T1" fmla="*/ 385 h 385"/>
                <a:gd name="T2" fmla="*/ 0 w 59"/>
                <a:gd name="T3" fmla="*/ 383 h 385"/>
                <a:gd name="T4" fmla="*/ 35 w 59"/>
                <a:gd name="T5" fmla="*/ 0 h 385"/>
                <a:gd name="T6" fmla="*/ 59 w 59"/>
                <a:gd name="T7" fmla="*/ 0 h 385"/>
                <a:gd name="T8" fmla="*/ 24 w 59"/>
                <a:gd name="T9" fmla="*/ 385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385">
                  <a:moveTo>
                    <a:pt x="24" y="385"/>
                  </a:moveTo>
                  <a:lnTo>
                    <a:pt x="0" y="383"/>
                  </a:lnTo>
                  <a:lnTo>
                    <a:pt x="35" y="0"/>
                  </a:lnTo>
                  <a:lnTo>
                    <a:pt x="59" y="0"/>
                  </a:lnTo>
                  <a:lnTo>
                    <a:pt x="24" y="385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0" name="Freeform 64"/>
            <p:cNvSpPr/>
            <p:nvPr/>
          </p:nvSpPr>
          <p:spPr bwMode="auto">
            <a:xfrm>
              <a:off x="10101597" y="2279560"/>
              <a:ext cx="233502" cy="380403"/>
            </a:xfrm>
            <a:custGeom>
              <a:avLst/>
              <a:gdLst>
                <a:gd name="T0" fmla="*/ 21 w 364"/>
                <a:gd name="T1" fmla="*/ 593 h 593"/>
                <a:gd name="T2" fmla="*/ 0 w 364"/>
                <a:gd name="T3" fmla="*/ 584 h 593"/>
                <a:gd name="T4" fmla="*/ 345 w 364"/>
                <a:gd name="T5" fmla="*/ 0 h 593"/>
                <a:gd name="T6" fmla="*/ 364 w 364"/>
                <a:gd name="T7" fmla="*/ 11 h 593"/>
                <a:gd name="T8" fmla="*/ 21 w 364"/>
                <a:gd name="T9" fmla="*/ 593 h 5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4" h="593">
                  <a:moveTo>
                    <a:pt x="21" y="593"/>
                  </a:moveTo>
                  <a:lnTo>
                    <a:pt x="0" y="584"/>
                  </a:lnTo>
                  <a:lnTo>
                    <a:pt x="345" y="0"/>
                  </a:lnTo>
                  <a:lnTo>
                    <a:pt x="364" y="11"/>
                  </a:lnTo>
                  <a:lnTo>
                    <a:pt x="21" y="593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1" name="Freeform 65"/>
            <p:cNvSpPr/>
            <p:nvPr/>
          </p:nvSpPr>
          <p:spPr bwMode="auto">
            <a:xfrm>
              <a:off x="10285063" y="2068511"/>
              <a:ext cx="51319" cy="203352"/>
            </a:xfrm>
            <a:custGeom>
              <a:avLst/>
              <a:gdLst>
                <a:gd name="T0" fmla="*/ 57 w 80"/>
                <a:gd name="T1" fmla="*/ 317 h 317"/>
                <a:gd name="T2" fmla="*/ 0 w 80"/>
                <a:gd name="T3" fmla="*/ 5 h 317"/>
                <a:gd name="T4" fmla="*/ 24 w 80"/>
                <a:gd name="T5" fmla="*/ 0 h 317"/>
                <a:gd name="T6" fmla="*/ 80 w 80"/>
                <a:gd name="T7" fmla="*/ 312 h 317"/>
                <a:gd name="T8" fmla="*/ 57 w 80"/>
                <a:gd name="T9" fmla="*/ 317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0" h="317">
                  <a:moveTo>
                    <a:pt x="57" y="317"/>
                  </a:moveTo>
                  <a:lnTo>
                    <a:pt x="0" y="5"/>
                  </a:lnTo>
                  <a:lnTo>
                    <a:pt x="24" y="0"/>
                  </a:lnTo>
                  <a:lnTo>
                    <a:pt x="80" y="312"/>
                  </a:lnTo>
                  <a:lnTo>
                    <a:pt x="57" y="317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2" name="Freeform 66"/>
            <p:cNvSpPr/>
            <p:nvPr/>
          </p:nvSpPr>
          <p:spPr bwMode="auto">
            <a:xfrm>
              <a:off x="10324835" y="2244279"/>
              <a:ext cx="168070" cy="42338"/>
            </a:xfrm>
            <a:custGeom>
              <a:avLst/>
              <a:gdLst>
                <a:gd name="T0" fmla="*/ 4 w 262"/>
                <a:gd name="T1" fmla="*/ 66 h 66"/>
                <a:gd name="T2" fmla="*/ 0 w 262"/>
                <a:gd name="T3" fmla="*/ 45 h 66"/>
                <a:gd name="T4" fmla="*/ 257 w 262"/>
                <a:gd name="T5" fmla="*/ 0 h 66"/>
                <a:gd name="T6" fmla="*/ 262 w 262"/>
                <a:gd name="T7" fmla="*/ 22 h 66"/>
                <a:gd name="T8" fmla="*/ 4 w 262"/>
                <a:gd name="T9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2" h="66">
                  <a:moveTo>
                    <a:pt x="4" y="66"/>
                  </a:moveTo>
                  <a:lnTo>
                    <a:pt x="0" y="45"/>
                  </a:lnTo>
                  <a:lnTo>
                    <a:pt x="257" y="0"/>
                  </a:lnTo>
                  <a:lnTo>
                    <a:pt x="262" y="22"/>
                  </a:lnTo>
                  <a:lnTo>
                    <a:pt x="4" y="66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3" name="Freeform 67"/>
            <p:cNvSpPr/>
            <p:nvPr/>
          </p:nvSpPr>
          <p:spPr bwMode="auto">
            <a:xfrm>
              <a:off x="10077221" y="3381638"/>
              <a:ext cx="314330" cy="89808"/>
            </a:xfrm>
            <a:custGeom>
              <a:avLst/>
              <a:gdLst>
                <a:gd name="T0" fmla="*/ 485 w 490"/>
                <a:gd name="T1" fmla="*/ 140 h 140"/>
                <a:gd name="T2" fmla="*/ 0 w 490"/>
                <a:gd name="T3" fmla="*/ 22 h 140"/>
                <a:gd name="T4" fmla="*/ 7 w 490"/>
                <a:gd name="T5" fmla="*/ 0 h 140"/>
                <a:gd name="T6" fmla="*/ 490 w 490"/>
                <a:gd name="T7" fmla="*/ 119 h 140"/>
                <a:gd name="T8" fmla="*/ 485 w 490"/>
                <a:gd name="T9" fmla="*/ 14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0" h="140">
                  <a:moveTo>
                    <a:pt x="485" y="140"/>
                  </a:moveTo>
                  <a:lnTo>
                    <a:pt x="0" y="22"/>
                  </a:lnTo>
                  <a:lnTo>
                    <a:pt x="7" y="0"/>
                  </a:lnTo>
                  <a:lnTo>
                    <a:pt x="490" y="119"/>
                  </a:lnTo>
                  <a:lnTo>
                    <a:pt x="485" y="140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4" name="Freeform 68"/>
            <p:cNvSpPr/>
            <p:nvPr/>
          </p:nvSpPr>
          <p:spPr bwMode="auto">
            <a:xfrm>
              <a:off x="10360759" y="3201380"/>
              <a:ext cx="699864" cy="993666"/>
            </a:xfrm>
            <a:custGeom>
              <a:avLst/>
              <a:gdLst>
                <a:gd name="T0" fmla="*/ 19 w 1091"/>
                <a:gd name="T1" fmla="*/ 1549 h 1549"/>
                <a:gd name="T2" fmla="*/ 0 w 1091"/>
                <a:gd name="T3" fmla="*/ 1534 h 1549"/>
                <a:gd name="T4" fmla="*/ 1072 w 1091"/>
                <a:gd name="T5" fmla="*/ 0 h 1549"/>
                <a:gd name="T6" fmla="*/ 1091 w 1091"/>
                <a:gd name="T7" fmla="*/ 14 h 1549"/>
                <a:gd name="T8" fmla="*/ 19 w 1091"/>
                <a:gd name="T9" fmla="*/ 1549 h 15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1" h="1549">
                  <a:moveTo>
                    <a:pt x="19" y="1549"/>
                  </a:moveTo>
                  <a:lnTo>
                    <a:pt x="0" y="1534"/>
                  </a:lnTo>
                  <a:lnTo>
                    <a:pt x="1072" y="0"/>
                  </a:lnTo>
                  <a:lnTo>
                    <a:pt x="1091" y="14"/>
                  </a:lnTo>
                  <a:lnTo>
                    <a:pt x="19" y="1549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5" name="Freeform 69"/>
            <p:cNvSpPr/>
            <p:nvPr/>
          </p:nvSpPr>
          <p:spPr bwMode="auto">
            <a:xfrm>
              <a:off x="8532515" y="4120633"/>
              <a:ext cx="339348" cy="723599"/>
            </a:xfrm>
            <a:custGeom>
              <a:avLst/>
              <a:gdLst>
                <a:gd name="T0" fmla="*/ 508 w 529"/>
                <a:gd name="T1" fmla="*/ 1128 h 1128"/>
                <a:gd name="T2" fmla="*/ 0 w 529"/>
                <a:gd name="T3" fmla="*/ 9 h 1128"/>
                <a:gd name="T4" fmla="*/ 21 w 529"/>
                <a:gd name="T5" fmla="*/ 0 h 1128"/>
                <a:gd name="T6" fmla="*/ 529 w 529"/>
                <a:gd name="T7" fmla="*/ 1120 h 1128"/>
                <a:gd name="T8" fmla="*/ 508 w 529"/>
                <a:gd name="T9" fmla="*/ 1128 h 1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9" h="1128">
                  <a:moveTo>
                    <a:pt x="508" y="1128"/>
                  </a:moveTo>
                  <a:lnTo>
                    <a:pt x="0" y="9"/>
                  </a:lnTo>
                  <a:lnTo>
                    <a:pt x="21" y="0"/>
                  </a:lnTo>
                  <a:lnTo>
                    <a:pt x="529" y="1120"/>
                  </a:lnTo>
                  <a:lnTo>
                    <a:pt x="508" y="1128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6" name="Freeform 70"/>
            <p:cNvSpPr/>
            <p:nvPr/>
          </p:nvSpPr>
          <p:spPr bwMode="auto">
            <a:xfrm>
              <a:off x="10269667" y="4613297"/>
              <a:ext cx="76337" cy="449042"/>
            </a:xfrm>
            <a:custGeom>
              <a:avLst/>
              <a:gdLst>
                <a:gd name="T0" fmla="*/ 97 w 119"/>
                <a:gd name="T1" fmla="*/ 700 h 700"/>
                <a:gd name="T2" fmla="*/ 0 w 119"/>
                <a:gd name="T3" fmla="*/ 5 h 700"/>
                <a:gd name="T4" fmla="*/ 24 w 119"/>
                <a:gd name="T5" fmla="*/ 0 h 700"/>
                <a:gd name="T6" fmla="*/ 119 w 119"/>
                <a:gd name="T7" fmla="*/ 698 h 700"/>
                <a:gd name="T8" fmla="*/ 97 w 119"/>
                <a:gd name="T9" fmla="*/ 700 h 7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9" h="700">
                  <a:moveTo>
                    <a:pt x="97" y="700"/>
                  </a:moveTo>
                  <a:lnTo>
                    <a:pt x="0" y="5"/>
                  </a:lnTo>
                  <a:lnTo>
                    <a:pt x="24" y="0"/>
                  </a:lnTo>
                  <a:lnTo>
                    <a:pt x="119" y="698"/>
                  </a:lnTo>
                  <a:lnTo>
                    <a:pt x="97" y="700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7" name="Freeform 71"/>
            <p:cNvSpPr/>
            <p:nvPr/>
          </p:nvSpPr>
          <p:spPr bwMode="auto">
            <a:xfrm>
              <a:off x="9070724" y="5383725"/>
              <a:ext cx="823030" cy="237992"/>
            </a:xfrm>
            <a:custGeom>
              <a:avLst/>
              <a:gdLst>
                <a:gd name="T0" fmla="*/ 5 w 1283"/>
                <a:gd name="T1" fmla="*/ 371 h 371"/>
                <a:gd name="T2" fmla="*/ 0 w 1283"/>
                <a:gd name="T3" fmla="*/ 350 h 371"/>
                <a:gd name="T4" fmla="*/ 1276 w 1283"/>
                <a:gd name="T5" fmla="*/ 0 h 371"/>
                <a:gd name="T6" fmla="*/ 1283 w 1283"/>
                <a:gd name="T7" fmla="*/ 21 h 371"/>
                <a:gd name="T8" fmla="*/ 5 w 1283"/>
                <a:gd name="T9" fmla="*/ 371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83" h="371">
                  <a:moveTo>
                    <a:pt x="5" y="371"/>
                  </a:moveTo>
                  <a:lnTo>
                    <a:pt x="0" y="350"/>
                  </a:lnTo>
                  <a:lnTo>
                    <a:pt x="1276" y="0"/>
                  </a:lnTo>
                  <a:lnTo>
                    <a:pt x="1283" y="21"/>
                  </a:lnTo>
                  <a:lnTo>
                    <a:pt x="5" y="371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8" name="Freeform 72"/>
            <p:cNvSpPr/>
            <p:nvPr/>
          </p:nvSpPr>
          <p:spPr bwMode="auto">
            <a:xfrm>
              <a:off x="9073932" y="5606963"/>
              <a:ext cx="256596" cy="347045"/>
            </a:xfrm>
            <a:custGeom>
              <a:avLst/>
              <a:gdLst>
                <a:gd name="T0" fmla="*/ 383 w 400"/>
                <a:gd name="T1" fmla="*/ 541 h 541"/>
                <a:gd name="T2" fmla="*/ 0 w 400"/>
                <a:gd name="T3" fmla="*/ 14 h 541"/>
                <a:gd name="T4" fmla="*/ 17 w 400"/>
                <a:gd name="T5" fmla="*/ 0 h 541"/>
                <a:gd name="T6" fmla="*/ 400 w 400"/>
                <a:gd name="T7" fmla="*/ 529 h 541"/>
                <a:gd name="T8" fmla="*/ 383 w 400"/>
                <a:gd name="T9" fmla="*/ 541 h 5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0" h="541">
                  <a:moveTo>
                    <a:pt x="383" y="541"/>
                  </a:moveTo>
                  <a:lnTo>
                    <a:pt x="0" y="14"/>
                  </a:lnTo>
                  <a:lnTo>
                    <a:pt x="17" y="0"/>
                  </a:lnTo>
                  <a:lnTo>
                    <a:pt x="400" y="529"/>
                  </a:lnTo>
                  <a:lnTo>
                    <a:pt x="383" y="541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9" name="Freeform 73"/>
            <p:cNvSpPr/>
            <p:nvPr/>
          </p:nvSpPr>
          <p:spPr bwMode="auto">
            <a:xfrm>
              <a:off x="9890547" y="5340104"/>
              <a:ext cx="438778" cy="54527"/>
            </a:xfrm>
            <a:custGeom>
              <a:avLst/>
              <a:gdLst>
                <a:gd name="T0" fmla="*/ 2 w 684"/>
                <a:gd name="T1" fmla="*/ 85 h 85"/>
                <a:gd name="T2" fmla="*/ 0 w 684"/>
                <a:gd name="T3" fmla="*/ 63 h 85"/>
                <a:gd name="T4" fmla="*/ 681 w 684"/>
                <a:gd name="T5" fmla="*/ 0 h 85"/>
                <a:gd name="T6" fmla="*/ 684 w 684"/>
                <a:gd name="T7" fmla="*/ 21 h 85"/>
                <a:gd name="T8" fmla="*/ 2 w 684"/>
                <a:gd name="T9" fmla="*/ 85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4" h="85">
                  <a:moveTo>
                    <a:pt x="2" y="85"/>
                  </a:moveTo>
                  <a:lnTo>
                    <a:pt x="0" y="63"/>
                  </a:lnTo>
                  <a:lnTo>
                    <a:pt x="681" y="0"/>
                  </a:lnTo>
                  <a:lnTo>
                    <a:pt x="684" y="21"/>
                  </a:lnTo>
                  <a:lnTo>
                    <a:pt x="2" y="85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0" name="Freeform 74"/>
            <p:cNvSpPr/>
            <p:nvPr/>
          </p:nvSpPr>
          <p:spPr bwMode="auto">
            <a:xfrm>
              <a:off x="9256115" y="5153430"/>
              <a:ext cx="477909" cy="701789"/>
            </a:xfrm>
            <a:custGeom>
              <a:avLst/>
              <a:gdLst>
                <a:gd name="T0" fmla="*/ 726 w 745"/>
                <a:gd name="T1" fmla="*/ 1094 h 1094"/>
                <a:gd name="T2" fmla="*/ 0 w 745"/>
                <a:gd name="T3" fmla="*/ 14 h 1094"/>
                <a:gd name="T4" fmla="*/ 17 w 745"/>
                <a:gd name="T5" fmla="*/ 0 h 1094"/>
                <a:gd name="T6" fmla="*/ 745 w 745"/>
                <a:gd name="T7" fmla="*/ 1080 h 1094"/>
                <a:gd name="T8" fmla="*/ 726 w 745"/>
                <a:gd name="T9" fmla="*/ 1094 h 10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5" h="1094">
                  <a:moveTo>
                    <a:pt x="726" y="1094"/>
                  </a:moveTo>
                  <a:lnTo>
                    <a:pt x="0" y="14"/>
                  </a:lnTo>
                  <a:lnTo>
                    <a:pt x="17" y="0"/>
                  </a:lnTo>
                  <a:lnTo>
                    <a:pt x="745" y="1080"/>
                  </a:lnTo>
                  <a:lnTo>
                    <a:pt x="726" y="1094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1" name="Freeform 75"/>
            <p:cNvSpPr/>
            <p:nvPr/>
          </p:nvSpPr>
          <p:spPr bwMode="auto">
            <a:xfrm>
              <a:off x="9479353" y="3914074"/>
              <a:ext cx="336782" cy="357951"/>
            </a:xfrm>
            <a:custGeom>
              <a:avLst/>
              <a:gdLst>
                <a:gd name="T0" fmla="*/ 508 w 525"/>
                <a:gd name="T1" fmla="*/ 558 h 558"/>
                <a:gd name="T2" fmla="*/ 0 w 525"/>
                <a:gd name="T3" fmla="*/ 14 h 558"/>
                <a:gd name="T4" fmla="*/ 16 w 525"/>
                <a:gd name="T5" fmla="*/ 0 h 558"/>
                <a:gd name="T6" fmla="*/ 525 w 525"/>
                <a:gd name="T7" fmla="*/ 542 h 558"/>
                <a:gd name="T8" fmla="*/ 508 w 525"/>
                <a:gd name="T9" fmla="*/ 558 h 5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5" h="558">
                  <a:moveTo>
                    <a:pt x="508" y="558"/>
                  </a:moveTo>
                  <a:lnTo>
                    <a:pt x="0" y="14"/>
                  </a:lnTo>
                  <a:lnTo>
                    <a:pt x="16" y="0"/>
                  </a:lnTo>
                  <a:lnTo>
                    <a:pt x="525" y="542"/>
                  </a:lnTo>
                  <a:lnTo>
                    <a:pt x="508" y="558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2" name="Freeform 76"/>
            <p:cNvSpPr/>
            <p:nvPr/>
          </p:nvSpPr>
          <p:spPr bwMode="auto">
            <a:xfrm>
              <a:off x="8861599" y="4858987"/>
              <a:ext cx="115468" cy="345762"/>
            </a:xfrm>
            <a:custGeom>
              <a:avLst/>
              <a:gdLst>
                <a:gd name="T0" fmla="*/ 158 w 180"/>
                <a:gd name="T1" fmla="*/ 539 h 539"/>
                <a:gd name="T2" fmla="*/ 0 w 180"/>
                <a:gd name="T3" fmla="*/ 7 h 539"/>
                <a:gd name="T4" fmla="*/ 21 w 180"/>
                <a:gd name="T5" fmla="*/ 0 h 539"/>
                <a:gd name="T6" fmla="*/ 180 w 180"/>
                <a:gd name="T7" fmla="*/ 532 h 539"/>
                <a:gd name="T8" fmla="*/ 158 w 180"/>
                <a:gd name="T9" fmla="*/ 539 h 5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539">
                  <a:moveTo>
                    <a:pt x="158" y="539"/>
                  </a:moveTo>
                  <a:lnTo>
                    <a:pt x="0" y="7"/>
                  </a:lnTo>
                  <a:lnTo>
                    <a:pt x="21" y="0"/>
                  </a:lnTo>
                  <a:lnTo>
                    <a:pt x="180" y="532"/>
                  </a:lnTo>
                  <a:lnTo>
                    <a:pt x="158" y="539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3" name="Freeform 77"/>
            <p:cNvSpPr/>
            <p:nvPr/>
          </p:nvSpPr>
          <p:spPr bwMode="auto">
            <a:xfrm>
              <a:off x="9881566" y="5391423"/>
              <a:ext cx="277765" cy="485607"/>
            </a:xfrm>
            <a:custGeom>
              <a:avLst/>
              <a:gdLst>
                <a:gd name="T0" fmla="*/ 414 w 433"/>
                <a:gd name="T1" fmla="*/ 757 h 757"/>
                <a:gd name="T2" fmla="*/ 0 w 433"/>
                <a:gd name="T3" fmla="*/ 9 h 757"/>
                <a:gd name="T4" fmla="*/ 19 w 433"/>
                <a:gd name="T5" fmla="*/ 0 h 757"/>
                <a:gd name="T6" fmla="*/ 433 w 433"/>
                <a:gd name="T7" fmla="*/ 745 h 757"/>
                <a:gd name="T8" fmla="*/ 414 w 433"/>
                <a:gd name="T9" fmla="*/ 757 h 7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3" h="757">
                  <a:moveTo>
                    <a:pt x="414" y="757"/>
                  </a:moveTo>
                  <a:lnTo>
                    <a:pt x="0" y="9"/>
                  </a:lnTo>
                  <a:lnTo>
                    <a:pt x="19" y="0"/>
                  </a:lnTo>
                  <a:lnTo>
                    <a:pt x="433" y="745"/>
                  </a:lnTo>
                  <a:lnTo>
                    <a:pt x="414" y="757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4" name="Freeform 78"/>
            <p:cNvSpPr/>
            <p:nvPr/>
          </p:nvSpPr>
          <p:spPr bwMode="auto">
            <a:xfrm>
              <a:off x="9986129" y="4610089"/>
              <a:ext cx="293160" cy="53244"/>
            </a:xfrm>
            <a:custGeom>
              <a:avLst/>
              <a:gdLst>
                <a:gd name="T0" fmla="*/ 2 w 457"/>
                <a:gd name="T1" fmla="*/ 83 h 83"/>
                <a:gd name="T2" fmla="*/ 0 w 457"/>
                <a:gd name="T3" fmla="*/ 62 h 83"/>
                <a:gd name="T4" fmla="*/ 454 w 457"/>
                <a:gd name="T5" fmla="*/ 0 h 83"/>
                <a:gd name="T6" fmla="*/ 457 w 457"/>
                <a:gd name="T7" fmla="*/ 24 h 83"/>
                <a:gd name="T8" fmla="*/ 2 w 457"/>
                <a:gd name="T9" fmla="*/ 83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7" h="83">
                  <a:moveTo>
                    <a:pt x="2" y="83"/>
                  </a:moveTo>
                  <a:lnTo>
                    <a:pt x="0" y="62"/>
                  </a:lnTo>
                  <a:lnTo>
                    <a:pt x="454" y="0"/>
                  </a:lnTo>
                  <a:lnTo>
                    <a:pt x="457" y="24"/>
                  </a:lnTo>
                  <a:lnTo>
                    <a:pt x="2" y="83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5" name="Freeform 79"/>
            <p:cNvSpPr/>
            <p:nvPr/>
          </p:nvSpPr>
          <p:spPr bwMode="auto">
            <a:xfrm>
              <a:off x="10276082" y="4454208"/>
              <a:ext cx="536926" cy="171278"/>
            </a:xfrm>
            <a:custGeom>
              <a:avLst/>
              <a:gdLst>
                <a:gd name="T0" fmla="*/ 7 w 837"/>
                <a:gd name="T1" fmla="*/ 267 h 267"/>
                <a:gd name="T2" fmla="*/ 0 w 837"/>
                <a:gd name="T3" fmla="*/ 246 h 267"/>
                <a:gd name="T4" fmla="*/ 833 w 837"/>
                <a:gd name="T5" fmla="*/ 0 h 267"/>
                <a:gd name="T6" fmla="*/ 837 w 837"/>
                <a:gd name="T7" fmla="*/ 21 h 267"/>
                <a:gd name="T8" fmla="*/ 7 w 837"/>
                <a:gd name="T9" fmla="*/ 267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7" h="267">
                  <a:moveTo>
                    <a:pt x="7" y="267"/>
                  </a:moveTo>
                  <a:lnTo>
                    <a:pt x="0" y="246"/>
                  </a:lnTo>
                  <a:lnTo>
                    <a:pt x="833" y="0"/>
                  </a:lnTo>
                  <a:lnTo>
                    <a:pt x="837" y="21"/>
                  </a:lnTo>
                  <a:lnTo>
                    <a:pt x="7" y="267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6" name="Freeform 80"/>
            <p:cNvSpPr/>
            <p:nvPr/>
          </p:nvSpPr>
          <p:spPr bwMode="auto">
            <a:xfrm>
              <a:off x="8551760" y="2167300"/>
              <a:ext cx="230936" cy="291236"/>
            </a:xfrm>
            <a:custGeom>
              <a:avLst/>
              <a:gdLst>
                <a:gd name="T0" fmla="*/ 343 w 360"/>
                <a:gd name="T1" fmla="*/ 454 h 454"/>
                <a:gd name="T2" fmla="*/ 0 w 360"/>
                <a:gd name="T3" fmla="*/ 14 h 454"/>
                <a:gd name="T4" fmla="*/ 19 w 360"/>
                <a:gd name="T5" fmla="*/ 0 h 454"/>
                <a:gd name="T6" fmla="*/ 360 w 360"/>
                <a:gd name="T7" fmla="*/ 442 h 454"/>
                <a:gd name="T8" fmla="*/ 343 w 360"/>
                <a:gd name="T9" fmla="*/ 454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0" h="454">
                  <a:moveTo>
                    <a:pt x="343" y="454"/>
                  </a:moveTo>
                  <a:lnTo>
                    <a:pt x="0" y="14"/>
                  </a:lnTo>
                  <a:lnTo>
                    <a:pt x="19" y="0"/>
                  </a:lnTo>
                  <a:lnTo>
                    <a:pt x="360" y="442"/>
                  </a:lnTo>
                  <a:lnTo>
                    <a:pt x="343" y="454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7" name="Freeform 81"/>
            <p:cNvSpPr/>
            <p:nvPr/>
          </p:nvSpPr>
          <p:spPr bwMode="auto">
            <a:xfrm>
              <a:off x="7902573" y="3498389"/>
              <a:ext cx="306632" cy="28867"/>
            </a:xfrm>
            <a:custGeom>
              <a:avLst/>
              <a:gdLst>
                <a:gd name="T0" fmla="*/ 475 w 478"/>
                <a:gd name="T1" fmla="*/ 45 h 45"/>
                <a:gd name="T2" fmla="*/ 0 w 478"/>
                <a:gd name="T3" fmla="*/ 22 h 45"/>
                <a:gd name="T4" fmla="*/ 0 w 478"/>
                <a:gd name="T5" fmla="*/ 0 h 45"/>
                <a:gd name="T6" fmla="*/ 478 w 478"/>
                <a:gd name="T7" fmla="*/ 24 h 45"/>
                <a:gd name="T8" fmla="*/ 475 w 478"/>
                <a:gd name="T9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8" h="45">
                  <a:moveTo>
                    <a:pt x="475" y="45"/>
                  </a:moveTo>
                  <a:lnTo>
                    <a:pt x="0" y="22"/>
                  </a:lnTo>
                  <a:lnTo>
                    <a:pt x="0" y="0"/>
                  </a:lnTo>
                  <a:lnTo>
                    <a:pt x="478" y="24"/>
                  </a:lnTo>
                  <a:lnTo>
                    <a:pt x="475" y="45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8" name="Freeform 82"/>
            <p:cNvSpPr/>
            <p:nvPr/>
          </p:nvSpPr>
          <p:spPr bwMode="auto">
            <a:xfrm>
              <a:off x="8104001" y="4118709"/>
              <a:ext cx="438778" cy="119958"/>
            </a:xfrm>
            <a:custGeom>
              <a:avLst/>
              <a:gdLst>
                <a:gd name="T0" fmla="*/ 5 w 684"/>
                <a:gd name="T1" fmla="*/ 187 h 187"/>
                <a:gd name="T2" fmla="*/ 0 w 684"/>
                <a:gd name="T3" fmla="*/ 164 h 187"/>
                <a:gd name="T4" fmla="*/ 677 w 684"/>
                <a:gd name="T5" fmla="*/ 0 h 187"/>
                <a:gd name="T6" fmla="*/ 684 w 684"/>
                <a:gd name="T7" fmla="*/ 22 h 187"/>
                <a:gd name="T8" fmla="*/ 5 w 684"/>
                <a:gd name="T9" fmla="*/ 1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4" h="187">
                  <a:moveTo>
                    <a:pt x="5" y="187"/>
                  </a:moveTo>
                  <a:lnTo>
                    <a:pt x="0" y="164"/>
                  </a:lnTo>
                  <a:lnTo>
                    <a:pt x="677" y="0"/>
                  </a:lnTo>
                  <a:lnTo>
                    <a:pt x="684" y="22"/>
                  </a:lnTo>
                  <a:lnTo>
                    <a:pt x="5" y="187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9" name="Freeform 83"/>
            <p:cNvSpPr/>
            <p:nvPr/>
          </p:nvSpPr>
          <p:spPr bwMode="auto">
            <a:xfrm>
              <a:off x="8742924" y="5605039"/>
              <a:ext cx="335499" cy="74413"/>
            </a:xfrm>
            <a:custGeom>
              <a:avLst/>
              <a:gdLst>
                <a:gd name="T0" fmla="*/ 5 w 523"/>
                <a:gd name="T1" fmla="*/ 116 h 116"/>
                <a:gd name="T2" fmla="*/ 0 w 523"/>
                <a:gd name="T3" fmla="*/ 93 h 116"/>
                <a:gd name="T4" fmla="*/ 518 w 523"/>
                <a:gd name="T5" fmla="*/ 0 h 116"/>
                <a:gd name="T6" fmla="*/ 523 w 523"/>
                <a:gd name="T7" fmla="*/ 22 h 116"/>
                <a:gd name="T8" fmla="*/ 5 w 523"/>
                <a:gd name="T9" fmla="*/ 116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3" h="116">
                  <a:moveTo>
                    <a:pt x="5" y="116"/>
                  </a:moveTo>
                  <a:lnTo>
                    <a:pt x="0" y="93"/>
                  </a:lnTo>
                  <a:lnTo>
                    <a:pt x="518" y="0"/>
                  </a:lnTo>
                  <a:lnTo>
                    <a:pt x="523" y="22"/>
                  </a:lnTo>
                  <a:lnTo>
                    <a:pt x="5" y="116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0" name="Freeform 84"/>
            <p:cNvSpPr/>
            <p:nvPr/>
          </p:nvSpPr>
          <p:spPr bwMode="auto">
            <a:xfrm>
              <a:off x="10272875" y="4613297"/>
              <a:ext cx="226446" cy="200145"/>
            </a:xfrm>
            <a:custGeom>
              <a:avLst/>
              <a:gdLst>
                <a:gd name="T0" fmla="*/ 336 w 353"/>
                <a:gd name="T1" fmla="*/ 312 h 312"/>
                <a:gd name="T2" fmla="*/ 0 w 353"/>
                <a:gd name="T3" fmla="*/ 19 h 312"/>
                <a:gd name="T4" fmla="*/ 17 w 353"/>
                <a:gd name="T5" fmla="*/ 0 h 312"/>
                <a:gd name="T6" fmla="*/ 353 w 353"/>
                <a:gd name="T7" fmla="*/ 296 h 312"/>
                <a:gd name="T8" fmla="*/ 336 w 353"/>
                <a:gd name="T9" fmla="*/ 312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3" h="312">
                  <a:moveTo>
                    <a:pt x="336" y="312"/>
                  </a:moveTo>
                  <a:lnTo>
                    <a:pt x="0" y="19"/>
                  </a:lnTo>
                  <a:lnTo>
                    <a:pt x="17" y="0"/>
                  </a:lnTo>
                  <a:lnTo>
                    <a:pt x="353" y="296"/>
                  </a:lnTo>
                  <a:lnTo>
                    <a:pt x="336" y="312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1" name="Freeform 85"/>
            <p:cNvSpPr/>
            <p:nvPr/>
          </p:nvSpPr>
          <p:spPr bwMode="auto">
            <a:xfrm>
              <a:off x="10397324" y="3457975"/>
              <a:ext cx="692167" cy="52602"/>
            </a:xfrm>
            <a:custGeom>
              <a:avLst/>
              <a:gdLst>
                <a:gd name="T0" fmla="*/ 1079 w 1079"/>
                <a:gd name="T1" fmla="*/ 82 h 82"/>
                <a:gd name="T2" fmla="*/ 0 w 1079"/>
                <a:gd name="T3" fmla="*/ 21 h 82"/>
                <a:gd name="T4" fmla="*/ 0 w 1079"/>
                <a:gd name="T5" fmla="*/ 0 h 82"/>
                <a:gd name="T6" fmla="*/ 1079 w 1079"/>
                <a:gd name="T7" fmla="*/ 59 h 82"/>
                <a:gd name="T8" fmla="*/ 1079 w 1079"/>
                <a:gd name="T9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79" h="82">
                  <a:moveTo>
                    <a:pt x="1079" y="82"/>
                  </a:moveTo>
                  <a:lnTo>
                    <a:pt x="0" y="21"/>
                  </a:lnTo>
                  <a:lnTo>
                    <a:pt x="0" y="0"/>
                  </a:lnTo>
                  <a:lnTo>
                    <a:pt x="1079" y="59"/>
                  </a:lnTo>
                  <a:lnTo>
                    <a:pt x="1079" y="82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2" name="Freeform 86"/>
            <p:cNvSpPr/>
            <p:nvPr/>
          </p:nvSpPr>
          <p:spPr bwMode="auto">
            <a:xfrm>
              <a:off x="10755274" y="2752338"/>
              <a:ext cx="176409" cy="247615"/>
            </a:xfrm>
            <a:custGeom>
              <a:avLst/>
              <a:gdLst>
                <a:gd name="T0" fmla="*/ 17 w 275"/>
                <a:gd name="T1" fmla="*/ 386 h 386"/>
                <a:gd name="T2" fmla="*/ 0 w 275"/>
                <a:gd name="T3" fmla="*/ 374 h 386"/>
                <a:gd name="T4" fmla="*/ 258 w 275"/>
                <a:gd name="T5" fmla="*/ 0 h 386"/>
                <a:gd name="T6" fmla="*/ 275 w 275"/>
                <a:gd name="T7" fmla="*/ 12 h 386"/>
                <a:gd name="T8" fmla="*/ 17 w 275"/>
                <a:gd name="T9" fmla="*/ 386 h 3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5" h="386">
                  <a:moveTo>
                    <a:pt x="17" y="386"/>
                  </a:moveTo>
                  <a:lnTo>
                    <a:pt x="0" y="374"/>
                  </a:lnTo>
                  <a:lnTo>
                    <a:pt x="258" y="0"/>
                  </a:lnTo>
                  <a:lnTo>
                    <a:pt x="275" y="12"/>
                  </a:lnTo>
                  <a:lnTo>
                    <a:pt x="17" y="386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3" name="Freeform 87"/>
            <p:cNvSpPr/>
            <p:nvPr/>
          </p:nvSpPr>
          <p:spPr bwMode="auto">
            <a:xfrm>
              <a:off x="8819261" y="6036119"/>
              <a:ext cx="1404861" cy="1148265"/>
            </a:xfrm>
            <a:custGeom>
              <a:avLst/>
              <a:gdLst>
                <a:gd name="T0" fmla="*/ 926 w 926"/>
                <a:gd name="T1" fmla="*/ 74 h 757"/>
                <a:gd name="T2" fmla="*/ 871 w 926"/>
                <a:gd name="T3" fmla="*/ 0 h 757"/>
                <a:gd name="T4" fmla="*/ 54 w 926"/>
                <a:gd name="T5" fmla="*/ 0 h 757"/>
                <a:gd name="T6" fmla="*/ 0 w 926"/>
                <a:gd name="T7" fmla="*/ 74 h 757"/>
                <a:gd name="T8" fmla="*/ 40 w 926"/>
                <a:gd name="T9" fmla="*/ 144 h 757"/>
                <a:gd name="T10" fmla="*/ 0 w 926"/>
                <a:gd name="T11" fmla="*/ 214 h 757"/>
                <a:gd name="T12" fmla="*/ 40 w 926"/>
                <a:gd name="T13" fmla="*/ 284 h 757"/>
                <a:gd name="T14" fmla="*/ 0 w 926"/>
                <a:gd name="T15" fmla="*/ 354 h 757"/>
                <a:gd name="T16" fmla="*/ 59 w 926"/>
                <a:gd name="T17" fmla="*/ 428 h 757"/>
                <a:gd name="T18" fmla="*/ 65 w 926"/>
                <a:gd name="T19" fmla="*/ 428 h 757"/>
                <a:gd name="T20" fmla="*/ 36 w 926"/>
                <a:gd name="T21" fmla="*/ 494 h 757"/>
                <a:gd name="T22" fmla="*/ 91 w 926"/>
                <a:gd name="T23" fmla="*/ 568 h 757"/>
                <a:gd name="T24" fmla="*/ 170 w 926"/>
                <a:gd name="T25" fmla="*/ 568 h 757"/>
                <a:gd name="T26" fmla="*/ 294 w 926"/>
                <a:gd name="T27" fmla="*/ 664 h 757"/>
                <a:gd name="T28" fmla="*/ 300 w 926"/>
                <a:gd name="T29" fmla="*/ 670 h 757"/>
                <a:gd name="T30" fmla="*/ 367 w 926"/>
                <a:gd name="T31" fmla="*/ 737 h 757"/>
                <a:gd name="T32" fmla="*/ 462 w 926"/>
                <a:gd name="T33" fmla="*/ 757 h 757"/>
                <a:gd name="T34" fmla="*/ 551 w 926"/>
                <a:gd name="T35" fmla="*/ 743 h 757"/>
                <a:gd name="T36" fmla="*/ 557 w 926"/>
                <a:gd name="T37" fmla="*/ 738 h 757"/>
                <a:gd name="T38" fmla="*/ 626 w 926"/>
                <a:gd name="T39" fmla="*/ 669 h 757"/>
                <a:gd name="T40" fmla="*/ 631 w 926"/>
                <a:gd name="T41" fmla="*/ 664 h 757"/>
                <a:gd name="T42" fmla="*/ 756 w 926"/>
                <a:gd name="T43" fmla="*/ 568 h 757"/>
                <a:gd name="T44" fmla="*/ 834 w 926"/>
                <a:gd name="T45" fmla="*/ 568 h 757"/>
                <a:gd name="T46" fmla="*/ 890 w 926"/>
                <a:gd name="T47" fmla="*/ 494 h 757"/>
                <a:gd name="T48" fmla="*/ 860 w 926"/>
                <a:gd name="T49" fmla="*/ 428 h 757"/>
                <a:gd name="T50" fmla="*/ 866 w 926"/>
                <a:gd name="T51" fmla="*/ 428 h 757"/>
                <a:gd name="T52" fmla="*/ 926 w 926"/>
                <a:gd name="T53" fmla="*/ 354 h 757"/>
                <a:gd name="T54" fmla="*/ 886 w 926"/>
                <a:gd name="T55" fmla="*/ 284 h 757"/>
                <a:gd name="T56" fmla="*/ 926 w 926"/>
                <a:gd name="T57" fmla="*/ 214 h 757"/>
                <a:gd name="T58" fmla="*/ 886 w 926"/>
                <a:gd name="T59" fmla="*/ 144 h 757"/>
                <a:gd name="T60" fmla="*/ 926 w 926"/>
                <a:gd name="T61" fmla="*/ 74 h 7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926" h="757">
                  <a:moveTo>
                    <a:pt x="926" y="74"/>
                  </a:moveTo>
                  <a:cubicBezTo>
                    <a:pt x="926" y="35"/>
                    <a:pt x="902" y="3"/>
                    <a:pt x="871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24" y="3"/>
                    <a:pt x="0" y="35"/>
                    <a:pt x="0" y="74"/>
                  </a:cubicBezTo>
                  <a:cubicBezTo>
                    <a:pt x="0" y="107"/>
                    <a:pt x="16" y="134"/>
                    <a:pt x="40" y="144"/>
                  </a:cubicBezTo>
                  <a:cubicBezTo>
                    <a:pt x="16" y="154"/>
                    <a:pt x="0" y="181"/>
                    <a:pt x="0" y="214"/>
                  </a:cubicBezTo>
                  <a:cubicBezTo>
                    <a:pt x="0" y="246"/>
                    <a:pt x="16" y="274"/>
                    <a:pt x="40" y="284"/>
                  </a:cubicBezTo>
                  <a:cubicBezTo>
                    <a:pt x="16" y="294"/>
                    <a:pt x="0" y="321"/>
                    <a:pt x="0" y="354"/>
                  </a:cubicBezTo>
                  <a:cubicBezTo>
                    <a:pt x="0" y="395"/>
                    <a:pt x="26" y="428"/>
                    <a:pt x="59" y="428"/>
                  </a:cubicBezTo>
                  <a:cubicBezTo>
                    <a:pt x="65" y="428"/>
                    <a:pt x="65" y="428"/>
                    <a:pt x="65" y="428"/>
                  </a:cubicBezTo>
                  <a:cubicBezTo>
                    <a:pt x="48" y="441"/>
                    <a:pt x="36" y="465"/>
                    <a:pt x="36" y="494"/>
                  </a:cubicBezTo>
                  <a:cubicBezTo>
                    <a:pt x="36" y="535"/>
                    <a:pt x="61" y="568"/>
                    <a:pt x="91" y="568"/>
                  </a:cubicBezTo>
                  <a:cubicBezTo>
                    <a:pt x="170" y="568"/>
                    <a:pt x="170" y="568"/>
                    <a:pt x="170" y="568"/>
                  </a:cubicBezTo>
                  <a:cubicBezTo>
                    <a:pt x="206" y="606"/>
                    <a:pt x="270" y="649"/>
                    <a:pt x="294" y="664"/>
                  </a:cubicBezTo>
                  <a:cubicBezTo>
                    <a:pt x="300" y="670"/>
                    <a:pt x="300" y="670"/>
                    <a:pt x="300" y="670"/>
                  </a:cubicBezTo>
                  <a:cubicBezTo>
                    <a:pt x="319" y="690"/>
                    <a:pt x="346" y="718"/>
                    <a:pt x="367" y="737"/>
                  </a:cubicBezTo>
                  <a:cubicBezTo>
                    <a:pt x="378" y="750"/>
                    <a:pt x="410" y="757"/>
                    <a:pt x="462" y="757"/>
                  </a:cubicBezTo>
                  <a:cubicBezTo>
                    <a:pt x="494" y="757"/>
                    <a:pt x="532" y="754"/>
                    <a:pt x="551" y="743"/>
                  </a:cubicBezTo>
                  <a:cubicBezTo>
                    <a:pt x="557" y="738"/>
                    <a:pt x="557" y="738"/>
                    <a:pt x="557" y="738"/>
                  </a:cubicBezTo>
                  <a:cubicBezTo>
                    <a:pt x="578" y="719"/>
                    <a:pt x="606" y="690"/>
                    <a:pt x="626" y="669"/>
                  </a:cubicBezTo>
                  <a:cubicBezTo>
                    <a:pt x="631" y="664"/>
                    <a:pt x="631" y="664"/>
                    <a:pt x="631" y="664"/>
                  </a:cubicBezTo>
                  <a:cubicBezTo>
                    <a:pt x="675" y="638"/>
                    <a:pt x="727" y="599"/>
                    <a:pt x="756" y="568"/>
                  </a:cubicBezTo>
                  <a:cubicBezTo>
                    <a:pt x="834" y="568"/>
                    <a:pt x="834" y="568"/>
                    <a:pt x="834" y="568"/>
                  </a:cubicBezTo>
                  <a:cubicBezTo>
                    <a:pt x="865" y="568"/>
                    <a:pt x="890" y="535"/>
                    <a:pt x="890" y="494"/>
                  </a:cubicBezTo>
                  <a:cubicBezTo>
                    <a:pt x="890" y="465"/>
                    <a:pt x="878" y="441"/>
                    <a:pt x="860" y="428"/>
                  </a:cubicBezTo>
                  <a:cubicBezTo>
                    <a:pt x="866" y="428"/>
                    <a:pt x="866" y="428"/>
                    <a:pt x="866" y="428"/>
                  </a:cubicBezTo>
                  <a:cubicBezTo>
                    <a:pt x="899" y="428"/>
                    <a:pt x="926" y="395"/>
                    <a:pt x="926" y="354"/>
                  </a:cubicBezTo>
                  <a:cubicBezTo>
                    <a:pt x="926" y="321"/>
                    <a:pt x="909" y="294"/>
                    <a:pt x="886" y="284"/>
                  </a:cubicBezTo>
                  <a:cubicBezTo>
                    <a:pt x="909" y="274"/>
                    <a:pt x="926" y="246"/>
                    <a:pt x="926" y="214"/>
                  </a:cubicBezTo>
                  <a:cubicBezTo>
                    <a:pt x="926" y="181"/>
                    <a:pt x="909" y="154"/>
                    <a:pt x="886" y="144"/>
                  </a:cubicBezTo>
                  <a:cubicBezTo>
                    <a:pt x="909" y="134"/>
                    <a:pt x="926" y="107"/>
                    <a:pt x="926" y="74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4" name="Freeform 88"/>
            <p:cNvSpPr/>
            <p:nvPr/>
          </p:nvSpPr>
          <p:spPr bwMode="auto">
            <a:xfrm>
              <a:off x="8987331" y="6243961"/>
              <a:ext cx="1065513" cy="21169"/>
            </a:xfrm>
            <a:custGeom>
              <a:avLst/>
              <a:gdLst>
                <a:gd name="T0" fmla="*/ 3 w 702"/>
                <a:gd name="T1" fmla="*/ 9 h 14"/>
                <a:gd name="T2" fmla="*/ 351 w 702"/>
                <a:gd name="T3" fmla="*/ 14 h 14"/>
                <a:gd name="T4" fmla="*/ 700 w 702"/>
                <a:gd name="T5" fmla="*/ 9 h 14"/>
                <a:gd name="T6" fmla="*/ 702 w 702"/>
                <a:gd name="T7" fmla="*/ 7 h 14"/>
                <a:gd name="T8" fmla="*/ 700 w 702"/>
                <a:gd name="T9" fmla="*/ 6 h 14"/>
                <a:gd name="T10" fmla="*/ 351 w 702"/>
                <a:gd name="T11" fmla="*/ 0 h 14"/>
                <a:gd name="T12" fmla="*/ 3 w 702"/>
                <a:gd name="T13" fmla="*/ 6 h 14"/>
                <a:gd name="T14" fmla="*/ 0 w 702"/>
                <a:gd name="T15" fmla="*/ 7 h 14"/>
                <a:gd name="T16" fmla="*/ 3 w 702"/>
                <a:gd name="T17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02" h="14">
                  <a:moveTo>
                    <a:pt x="3" y="9"/>
                  </a:moveTo>
                  <a:cubicBezTo>
                    <a:pt x="107" y="12"/>
                    <a:pt x="228" y="14"/>
                    <a:pt x="351" y="14"/>
                  </a:cubicBezTo>
                  <a:cubicBezTo>
                    <a:pt x="474" y="14"/>
                    <a:pt x="595" y="12"/>
                    <a:pt x="700" y="9"/>
                  </a:cubicBezTo>
                  <a:cubicBezTo>
                    <a:pt x="701" y="9"/>
                    <a:pt x="702" y="8"/>
                    <a:pt x="702" y="7"/>
                  </a:cubicBezTo>
                  <a:cubicBezTo>
                    <a:pt x="702" y="6"/>
                    <a:pt x="701" y="6"/>
                    <a:pt x="700" y="6"/>
                  </a:cubicBezTo>
                  <a:cubicBezTo>
                    <a:pt x="595" y="2"/>
                    <a:pt x="474" y="0"/>
                    <a:pt x="351" y="0"/>
                  </a:cubicBezTo>
                  <a:cubicBezTo>
                    <a:pt x="228" y="0"/>
                    <a:pt x="107" y="2"/>
                    <a:pt x="3" y="6"/>
                  </a:cubicBezTo>
                  <a:cubicBezTo>
                    <a:pt x="1" y="6"/>
                    <a:pt x="0" y="6"/>
                    <a:pt x="0" y="7"/>
                  </a:cubicBezTo>
                  <a:cubicBezTo>
                    <a:pt x="0" y="8"/>
                    <a:pt x="1" y="9"/>
                    <a:pt x="3" y="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5" name="Freeform 89"/>
            <p:cNvSpPr/>
            <p:nvPr/>
          </p:nvSpPr>
          <p:spPr bwMode="auto">
            <a:xfrm>
              <a:off x="8987331" y="6454370"/>
              <a:ext cx="1065513" cy="21169"/>
            </a:xfrm>
            <a:custGeom>
              <a:avLst/>
              <a:gdLst>
                <a:gd name="T0" fmla="*/ 3 w 702"/>
                <a:gd name="T1" fmla="*/ 9 h 14"/>
                <a:gd name="T2" fmla="*/ 351 w 702"/>
                <a:gd name="T3" fmla="*/ 14 h 14"/>
                <a:gd name="T4" fmla="*/ 700 w 702"/>
                <a:gd name="T5" fmla="*/ 9 h 14"/>
                <a:gd name="T6" fmla="*/ 702 w 702"/>
                <a:gd name="T7" fmla="*/ 7 h 14"/>
                <a:gd name="T8" fmla="*/ 700 w 702"/>
                <a:gd name="T9" fmla="*/ 6 h 14"/>
                <a:gd name="T10" fmla="*/ 351 w 702"/>
                <a:gd name="T11" fmla="*/ 0 h 14"/>
                <a:gd name="T12" fmla="*/ 3 w 702"/>
                <a:gd name="T13" fmla="*/ 6 h 14"/>
                <a:gd name="T14" fmla="*/ 0 w 702"/>
                <a:gd name="T15" fmla="*/ 7 h 14"/>
                <a:gd name="T16" fmla="*/ 3 w 702"/>
                <a:gd name="T17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02" h="14">
                  <a:moveTo>
                    <a:pt x="3" y="9"/>
                  </a:moveTo>
                  <a:cubicBezTo>
                    <a:pt x="107" y="12"/>
                    <a:pt x="228" y="14"/>
                    <a:pt x="351" y="14"/>
                  </a:cubicBezTo>
                  <a:cubicBezTo>
                    <a:pt x="474" y="14"/>
                    <a:pt x="595" y="12"/>
                    <a:pt x="700" y="9"/>
                  </a:cubicBezTo>
                  <a:cubicBezTo>
                    <a:pt x="701" y="9"/>
                    <a:pt x="702" y="8"/>
                    <a:pt x="702" y="7"/>
                  </a:cubicBezTo>
                  <a:cubicBezTo>
                    <a:pt x="702" y="6"/>
                    <a:pt x="701" y="6"/>
                    <a:pt x="700" y="6"/>
                  </a:cubicBezTo>
                  <a:cubicBezTo>
                    <a:pt x="595" y="2"/>
                    <a:pt x="474" y="0"/>
                    <a:pt x="351" y="0"/>
                  </a:cubicBezTo>
                  <a:cubicBezTo>
                    <a:pt x="228" y="0"/>
                    <a:pt x="107" y="2"/>
                    <a:pt x="3" y="6"/>
                  </a:cubicBezTo>
                  <a:cubicBezTo>
                    <a:pt x="1" y="6"/>
                    <a:pt x="0" y="6"/>
                    <a:pt x="0" y="7"/>
                  </a:cubicBezTo>
                  <a:cubicBezTo>
                    <a:pt x="0" y="8"/>
                    <a:pt x="1" y="9"/>
                    <a:pt x="3" y="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6" name="Freeform 90"/>
            <p:cNvSpPr/>
            <p:nvPr/>
          </p:nvSpPr>
          <p:spPr bwMode="auto">
            <a:xfrm>
              <a:off x="8987331" y="6673117"/>
              <a:ext cx="1065513" cy="19886"/>
            </a:xfrm>
            <a:custGeom>
              <a:avLst/>
              <a:gdLst>
                <a:gd name="T0" fmla="*/ 3 w 702"/>
                <a:gd name="T1" fmla="*/ 8 h 13"/>
                <a:gd name="T2" fmla="*/ 351 w 702"/>
                <a:gd name="T3" fmla="*/ 13 h 13"/>
                <a:gd name="T4" fmla="*/ 700 w 702"/>
                <a:gd name="T5" fmla="*/ 8 h 13"/>
                <a:gd name="T6" fmla="*/ 702 w 702"/>
                <a:gd name="T7" fmla="*/ 6 h 13"/>
                <a:gd name="T8" fmla="*/ 700 w 702"/>
                <a:gd name="T9" fmla="*/ 5 h 13"/>
                <a:gd name="T10" fmla="*/ 351 w 702"/>
                <a:gd name="T11" fmla="*/ 0 h 13"/>
                <a:gd name="T12" fmla="*/ 3 w 702"/>
                <a:gd name="T13" fmla="*/ 5 h 13"/>
                <a:gd name="T14" fmla="*/ 0 w 702"/>
                <a:gd name="T15" fmla="*/ 6 h 13"/>
                <a:gd name="T16" fmla="*/ 3 w 702"/>
                <a:gd name="T17" fmla="*/ 8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02" h="13">
                  <a:moveTo>
                    <a:pt x="3" y="8"/>
                  </a:moveTo>
                  <a:cubicBezTo>
                    <a:pt x="107" y="11"/>
                    <a:pt x="228" y="13"/>
                    <a:pt x="351" y="13"/>
                  </a:cubicBezTo>
                  <a:cubicBezTo>
                    <a:pt x="474" y="13"/>
                    <a:pt x="595" y="11"/>
                    <a:pt x="700" y="8"/>
                  </a:cubicBezTo>
                  <a:cubicBezTo>
                    <a:pt x="701" y="8"/>
                    <a:pt x="702" y="7"/>
                    <a:pt x="702" y="6"/>
                  </a:cubicBezTo>
                  <a:cubicBezTo>
                    <a:pt x="702" y="6"/>
                    <a:pt x="701" y="5"/>
                    <a:pt x="700" y="5"/>
                  </a:cubicBezTo>
                  <a:cubicBezTo>
                    <a:pt x="595" y="1"/>
                    <a:pt x="474" y="0"/>
                    <a:pt x="351" y="0"/>
                  </a:cubicBezTo>
                  <a:cubicBezTo>
                    <a:pt x="228" y="0"/>
                    <a:pt x="107" y="1"/>
                    <a:pt x="3" y="5"/>
                  </a:cubicBezTo>
                  <a:cubicBezTo>
                    <a:pt x="1" y="5"/>
                    <a:pt x="0" y="6"/>
                    <a:pt x="0" y="6"/>
                  </a:cubicBezTo>
                  <a:cubicBezTo>
                    <a:pt x="0" y="7"/>
                    <a:pt x="1" y="8"/>
                    <a:pt x="3" y="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7" name="Oval 91"/>
            <p:cNvSpPr>
              <a:spLocks noChangeArrowheads="1"/>
            </p:cNvSpPr>
            <p:nvPr/>
          </p:nvSpPr>
          <p:spPr bwMode="auto">
            <a:xfrm>
              <a:off x="9104082" y="4328476"/>
              <a:ext cx="712053" cy="712694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8" name="Oval 92"/>
            <p:cNvSpPr>
              <a:spLocks noChangeArrowheads="1"/>
            </p:cNvSpPr>
            <p:nvPr/>
          </p:nvSpPr>
          <p:spPr bwMode="auto">
            <a:xfrm>
              <a:off x="9458184" y="1790746"/>
              <a:ext cx="341272" cy="341272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9" name="Oval 93"/>
            <p:cNvSpPr>
              <a:spLocks noChangeArrowheads="1"/>
            </p:cNvSpPr>
            <p:nvPr/>
          </p:nvSpPr>
          <p:spPr bwMode="auto">
            <a:xfrm>
              <a:off x="8338144" y="3031385"/>
              <a:ext cx="515757" cy="515757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0" name="Oval 94"/>
            <p:cNvSpPr>
              <a:spLocks noChangeArrowheads="1"/>
            </p:cNvSpPr>
            <p:nvPr/>
          </p:nvSpPr>
          <p:spPr bwMode="auto">
            <a:xfrm>
              <a:off x="10864969" y="3647215"/>
              <a:ext cx="283538" cy="282255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1" name="Oval 95"/>
            <p:cNvSpPr>
              <a:spLocks noChangeArrowheads="1"/>
            </p:cNvSpPr>
            <p:nvPr/>
          </p:nvSpPr>
          <p:spPr bwMode="auto">
            <a:xfrm>
              <a:off x="8809638" y="5342670"/>
              <a:ext cx="534360" cy="534360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2" name="Oval 96"/>
            <p:cNvSpPr>
              <a:spLocks noChangeArrowheads="1"/>
            </p:cNvSpPr>
            <p:nvPr/>
          </p:nvSpPr>
          <p:spPr bwMode="auto">
            <a:xfrm>
              <a:off x="10528187" y="2344351"/>
              <a:ext cx="354743" cy="353460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3" name="Oval 97"/>
            <p:cNvSpPr>
              <a:spLocks noChangeArrowheads="1"/>
            </p:cNvSpPr>
            <p:nvPr/>
          </p:nvSpPr>
          <p:spPr bwMode="auto">
            <a:xfrm>
              <a:off x="9163740" y="3171230"/>
              <a:ext cx="678054" cy="678054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4" name="Oval 98"/>
            <p:cNvSpPr>
              <a:spLocks noChangeArrowheads="1"/>
            </p:cNvSpPr>
            <p:nvPr/>
          </p:nvSpPr>
          <p:spPr bwMode="auto">
            <a:xfrm>
              <a:off x="10161897" y="1954967"/>
              <a:ext cx="255313" cy="254671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5" name="Oval 99"/>
            <p:cNvSpPr>
              <a:spLocks noChangeArrowheads="1"/>
            </p:cNvSpPr>
            <p:nvPr/>
          </p:nvSpPr>
          <p:spPr bwMode="auto">
            <a:xfrm>
              <a:off x="7829443" y="2985840"/>
              <a:ext cx="252105" cy="253388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6" name="Oval 100"/>
            <p:cNvSpPr>
              <a:spLocks noChangeArrowheads="1"/>
            </p:cNvSpPr>
            <p:nvPr/>
          </p:nvSpPr>
          <p:spPr bwMode="auto">
            <a:xfrm>
              <a:off x="9655121" y="5147015"/>
              <a:ext cx="470853" cy="468928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7" name="Oval 101"/>
            <p:cNvSpPr>
              <a:spLocks noChangeArrowheads="1"/>
            </p:cNvSpPr>
            <p:nvPr/>
          </p:nvSpPr>
          <p:spPr bwMode="auto">
            <a:xfrm>
              <a:off x="8503648" y="4907740"/>
              <a:ext cx="373347" cy="371422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8" name="Oval 102"/>
            <p:cNvSpPr>
              <a:spLocks noChangeArrowheads="1"/>
            </p:cNvSpPr>
            <p:nvPr/>
          </p:nvSpPr>
          <p:spPr bwMode="auto">
            <a:xfrm>
              <a:off x="9161816" y="2467517"/>
              <a:ext cx="309839" cy="310481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9" name="Oval 103"/>
            <p:cNvSpPr>
              <a:spLocks noChangeArrowheads="1"/>
            </p:cNvSpPr>
            <p:nvPr/>
          </p:nvSpPr>
          <p:spPr bwMode="auto">
            <a:xfrm>
              <a:off x="8211771" y="3810794"/>
              <a:ext cx="638923" cy="638923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0" name="Oval 104"/>
            <p:cNvSpPr>
              <a:spLocks noChangeArrowheads="1"/>
            </p:cNvSpPr>
            <p:nvPr/>
          </p:nvSpPr>
          <p:spPr bwMode="auto">
            <a:xfrm>
              <a:off x="8544062" y="2221826"/>
              <a:ext cx="469570" cy="468287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1" name="Oval 105"/>
            <p:cNvSpPr>
              <a:spLocks noChangeArrowheads="1"/>
            </p:cNvSpPr>
            <p:nvPr/>
          </p:nvSpPr>
          <p:spPr bwMode="auto">
            <a:xfrm>
              <a:off x="10049637" y="3874943"/>
              <a:ext cx="645338" cy="642772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2" name="Oval 106"/>
            <p:cNvSpPr>
              <a:spLocks noChangeArrowheads="1"/>
            </p:cNvSpPr>
            <p:nvPr/>
          </p:nvSpPr>
          <p:spPr bwMode="auto">
            <a:xfrm>
              <a:off x="9832813" y="2380916"/>
              <a:ext cx="563227" cy="562586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3" name="Oval 107"/>
            <p:cNvSpPr>
              <a:spLocks noChangeArrowheads="1"/>
            </p:cNvSpPr>
            <p:nvPr/>
          </p:nvSpPr>
          <p:spPr bwMode="auto">
            <a:xfrm>
              <a:off x="10172802" y="4907740"/>
              <a:ext cx="323310" cy="322669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4" name="Oval 108"/>
            <p:cNvSpPr>
              <a:spLocks noChangeArrowheads="1"/>
            </p:cNvSpPr>
            <p:nvPr/>
          </p:nvSpPr>
          <p:spPr bwMode="auto">
            <a:xfrm>
              <a:off x="10202952" y="3277076"/>
              <a:ext cx="379761" cy="379120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5" name="Oval 109"/>
            <p:cNvSpPr>
              <a:spLocks noChangeArrowheads="1"/>
            </p:cNvSpPr>
            <p:nvPr/>
          </p:nvSpPr>
          <p:spPr bwMode="auto">
            <a:xfrm>
              <a:off x="8223959" y="2761319"/>
              <a:ext cx="276482" cy="277765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6" name="Oval 110"/>
            <p:cNvSpPr>
              <a:spLocks noChangeArrowheads="1"/>
            </p:cNvSpPr>
            <p:nvPr/>
          </p:nvSpPr>
          <p:spPr bwMode="auto">
            <a:xfrm>
              <a:off x="10927193" y="3081421"/>
              <a:ext cx="256596" cy="254671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7" name="Oval 111"/>
            <p:cNvSpPr>
              <a:spLocks noChangeArrowheads="1"/>
            </p:cNvSpPr>
            <p:nvPr/>
          </p:nvSpPr>
          <p:spPr bwMode="auto">
            <a:xfrm>
              <a:off x="8125811" y="2314201"/>
              <a:ext cx="265576" cy="265576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8" name="Freeform 112"/>
            <p:cNvSpPr>
              <a:spLocks noEditPoints="1"/>
            </p:cNvSpPr>
            <p:nvPr/>
          </p:nvSpPr>
          <p:spPr bwMode="auto">
            <a:xfrm>
              <a:off x="8283617" y="3878151"/>
              <a:ext cx="492664" cy="493946"/>
            </a:xfrm>
            <a:custGeom>
              <a:avLst/>
              <a:gdLst>
                <a:gd name="T0" fmla="*/ 268 w 325"/>
                <a:gd name="T1" fmla="*/ 55 h 326"/>
                <a:gd name="T2" fmla="*/ 82 w 325"/>
                <a:gd name="T3" fmla="*/ 47 h 326"/>
                <a:gd name="T4" fmla="*/ 55 w 325"/>
                <a:gd name="T5" fmla="*/ 58 h 326"/>
                <a:gd name="T6" fmla="*/ 73 w 325"/>
                <a:gd name="T7" fmla="*/ 50 h 326"/>
                <a:gd name="T8" fmla="*/ 88 w 325"/>
                <a:gd name="T9" fmla="*/ 37 h 326"/>
                <a:gd name="T10" fmla="*/ 78 w 325"/>
                <a:gd name="T11" fmla="*/ 288 h 326"/>
                <a:gd name="T12" fmla="*/ 66 w 325"/>
                <a:gd name="T13" fmla="*/ 272 h 326"/>
                <a:gd name="T14" fmla="*/ 20 w 325"/>
                <a:gd name="T15" fmla="*/ 136 h 326"/>
                <a:gd name="T16" fmla="*/ 44 w 325"/>
                <a:gd name="T17" fmla="*/ 178 h 326"/>
                <a:gd name="T18" fmla="*/ 69 w 325"/>
                <a:gd name="T19" fmla="*/ 220 h 326"/>
                <a:gd name="T20" fmla="*/ 97 w 325"/>
                <a:gd name="T21" fmla="*/ 269 h 326"/>
                <a:gd name="T22" fmla="*/ 115 w 325"/>
                <a:gd name="T23" fmla="*/ 302 h 326"/>
                <a:gd name="T24" fmla="*/ 115 w 325"/>
                <a:gd name="T25" fmla="*/ 284 h 326"/>
                <a:gd name="T26" fmla="*/ 123 w 325"/>
                <a:gd name="T27" fmla="*/ 243 h 326"/>
                <a:gd name="T28" fmla="*/ 127 w 325"/>
                <a:gd name="T29" fmla="*/ 209 h 326"/>
                <a:gd name="T30" fmla="*/ 106 w 325"/>
                <a:gd name="T31" fmla="*/ 191 h 326"/>
                <a:gd name="T32" fmla="*/ 66 w 325"/>
                <a:gd name="T33" fmla="*/ 177 h 326"/>
                <a:gd name="T34" fmla="*/ 48 w 325"/>
                <a:gd name="T35" fmla="*/ 173 h 326"/>
                <a:gd name="T36" fmla="*/ 49 w 325"/>
                <a:gd name="T37" fmla="*/ 147 h 326"/>
                <a:gd name="T38" fmla="*/ 67 w 325"/>
                <a:gd name="T39" fmla="*/ 146 h 326"/>
                <a:gd name="T40" fmla="*/ 98 w 325"/>
                <a:gd name="T41" fmla="*/ 127 h 326"/>
                <a:gd name="T42" fmla="*/ 108 w 325"/>
                <a:gd name="T43" fmla="*/ 105 h 326"/>
                <a:gd name="T44" fmla="*/ 92 w 325"/>
                <a:gd name="T45" fmla="*/ 88 h 326"/>
                <a:gd name="T46" fmla="*/ 72 w 325"/>
                <a:gd name="T47" fmla="*/ 87 h 326"/>
                <a:gd name="T48" fmla="*/ 106 w 325"/>
                <a:gd name="T49" fmla="*/ 70 h 326"/>
                <a:gd name="T50" fmla="*/ 114 w 325"/>
                <a:gd name="T51" fmla="*/ 80 h 326"/>
                <a:gd name="T52" fmla="*/ 97 w 325"/>
                <a:gd name="T53" fmla="*/ 51 h 326"/>
                <a:gd name="T54" fmla="*/ 91 w 325"/>
                <a:gd name="T55" fmla="*/ 52 h 326"/>
                <a:gd name="T56" fmla="*/ 126 w 325"/>
                <a:gd name="T57" fmla="*/ 27 h 326"/>
                <a:gd name="T58" fmla="*/ 111 w 325"/>
                <a:gd name="T59" fmla="*/ 21 h 326"/>
                <a:gd name="T60" fmla="*/ 261 w 325"/>
                <a:gd name="T61" fmla="*/ 51 h 326"/>
                <a:gd name="T62" fmla="*/ 240 w 325"/>
                <a:gd name="T63" fmla="*/ 60 h 326"/>
                <a:gd name="T64" fmla="*/ 227 w 325"/>
                <a:gd name="T65" fmla="*/ 58 h 326"/>
                <a:gd name="T66" fmla="*/ 193 w 325"/>
                <a:gd name="T67" fmla="*/ 58 h 326"/>
                <a:gd name="T68" fmla="*/ 196 w 325"/>
                <a:gd name="T69" fmla="*/ 88 h 326"/>
                <a:gd name="T70" fmla="*/ 211 w 325"/>
                <a:gd name="T71" fmla="*/ 77 h 326"/>
                <a:gd name="T72" fmla="*/ 200 w 325"/>
                <a:gd name="T73" fmla="*/ 92 h 326"/>
                <a:gd name="T74" fmla="*/ 170 w 325"/>
                <a:gd name="T75" fmla="*/ 112 h 326"/>
                <a:gd name="T76" fmla="*/ 173 w 325"/>
                <a:gd name="T77" fmla="*/ 125 h 326"/>
                <a:gd name="T78" fmla="*/ 197 w 325"/>
                <a:gd name="T79" fmla="*/ 126 h 326"/>
                <a:gd name="T80" fmla="*/ 209 w 325"/>
                <a:gd name="T81" fmla="*/ 124 h 326"/>
                <a:gd name="T82" fmla="*/ 211 w 325"/>
                <a:gd name="T83" fmla="*/ 143 h 326"/>
                <a:gd name="T84" fmla="*/ 171 w 325"/>
                <a:gd name="T85" fmla="*/ 134 h 326"/>
                <a:gd name="T86" fmla="*/ 147 w 325"/>
                <a:gd name="T87" fmla="*/ 166 h 326"/>
                <a:gd name="T88" fmla="*/ 174 w 325"/>
                <a:gd name="T89" fmla="*/ 193 h 326"/>
                <a:gd name="T90" fmla="*/ 191 w 325"/>
                <a:gd name="T91" fmla="*/ 243 h 326"/>
                <a:gd name="T92" fmla="*/ 218 w 325"/>
                <a:gd name="T93" fmla="*/ 257 h 326"/>
                <a:gd name="T94" fmla="*/ 232 w 325"/>
                <a:gd name="T95" fmla="*/ 208 h 326"/>
                <a:gd name="T96" fmla="*/ 243 w 325"/>
                <a:gd name="T97" fmla="*/ 182 h 326"/>
                <a:gd name="T98" fmla="*/ 255 w 325"/>
                <a:gd name="T99" fmla="*/ 157 h 326"/>
                <a:gd name="T100" fmla="*/ 262 w 325"/>
                <a:gd name="T101" fmla="*/ 155 h 326"/>
                <a:gd name="T102" fmla="*/ 275 w 325"/>
                <a:gd name="T103" fmla="*/ 187 h 326"/>
                <a:gd name="T104" fmla="*/ 300 w 325"/>
                <a:gd name="T105" fmla="*/ 175 h 326"/>
                <a:gd name="T106" fmla="*/ 305 w 325"/>
                <a:gd name="T107" fmla="*/ 193 h 326"/>
                <a:gd name="T108" fmla="*/ 300 w 325"/>
                <a:gd name="T109" fmla="*/ 204 h 326"/>
                <a:gd name="T110" fmla="*/ 301 w 325"/>
                <a:gd name="T111" fmla="*/ 215 h 326"/>
                <a:gd name="T112" fmla="*/ 269 w 325"/>
                <a:gd name="T113" fmla="*/ 254 h 326"/>
                <a:gd name="T114" fmla="*/ 232 w 325"/>
                <a:gd name="T115" fmla="*/ 284 h 326"/>
                <a:gd name="T116" fmla="*/ 222 w 325"/>
                <a:gd name="T117" fmla="*/ 149 h 326"/>
                <a:gd name="T118" fmla="*/ 227 w 325"/>
                <a:gd name="T119" fmla="*/ 166 h 326"/>
                <a:gd name="T120" fmla="*/ 220 w 325"/>
                <a:gd name="T121" fmla="*/ 122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25" h="326">
                  <a:moveTo>
                    <a:pt x="162" y="0"/>
                  </a:moveTo>
                  <a:cubicBezTo>
                    <a:pt x="73" y="0"/>
                    <a:pt x="0" y="73"/>
                    <a:pt x="0" y="163"/>
                  </a:cubicBezTo>
                  <a:cubicBezTo>
                    <a:pt x="0" y="253"/>
                    <a:pt x="73" y="326"/>
                    <a:pt x="162" y="326"/>
                  </a:cubicBezTo>
                  <a:cubicBezTo>
                    <a:pt x="252" y="326"/>
                    <a:pt x="325" y="253"/>
                    <a:pt x="325" y="163"/>
                  </a:cubicBezTo>
                  <a:cubicBezTo>
                    <a:pt x="325" y="73"/>
                    <a:pt x="252" y="0"/>
                    <a:pt x="162" y="0"/>
                  </a:cubicBezTo>
                  <a:close/>
                  <a:moveTo>
                    <a:pt x="312" y="174"/>
                  </a:moveTo>
                  <a:cubicBezTo>
                    <a:pt x="312" y="174"/>
                    <a:pt x="312" y="173"/>
                    <a:pt x="312" y="173"/>
                  </a:cubicBezTo>
                  <a:cubicBezTo>
                    <a:pt x="312" y="173"/>
                    <a:pt x="311" y="172"/>
                    <a:pt x="311" y="172"/>
                  </a:cubicBezTo>
                  <a:cubicBezTo>
                    <a:pt x="310" y="170"/>
                    <a:pt x="312" y="169"/>
                    <a:pt x="313" y="168"/>
                  </a:cubicBezTo>
                  <a:cubicBezTo>
                    <a:pt x="313" y="168"/>
                    <a:pt x="313" y="167"/>
                    <a:pt x="313" y="167"/>
                  </a:cubicBezTo>
                  <a:cubicBezTo>
                    <a:pt x="313" y="167"/>
                    <a:pt x="313" y="167"/>
                    <a:pt x="314" y="167"/>
                  </a:cubicBezTo>
                  <a:cubicBezTo>
                    <a:pt x="313" y="170"/>
                    <a:pt x="313" y="172"/>
                    <a:pt x="313" y="175"/>
                  </a:cubicBezTo>
                  <a:cubicBezTo>
                    <a:pt x="313" y="174"/>
                    <a:pt x="312" y="174"/>
                    <a:pt x="312" y="174"/>
                  </a:cubicBezTo>
                  <a:close/>
                  <a:moveTo>
                    <a:pt x="269" y="55"/>
                  </a:moveTo>
                  <a:cubicBezTo>
                    <a:pt x="268" y="55"/>
                    <a:pt x="268" y="55"/>
                    <a:pt x="268" y="55"/>
                  </a:cubicBezTo>
                  <a:cubicBezTo>
                    <a:pt x="268" y="55"/>
                    <a:pt x="269" y="55"/>
                    <a:pt x="269" y="55"/>
                  </a:cubicBezTo>
                  <a:close/>
                  <a:moveTo>
                    <a:pt x="91" y="35"/>
                  </a:moveTo>
                  <a:cubicBezTo>
                    <a:pt x="91" y="36"/>
                    <a:pt x="92" y="36"/>
                    <a:pt x="92" y="37"/>
                  </a:cubicBezTo>
                  <a:cubicBezTo>
                    <a:pt x="91" y="38"/>
                    <a:pt x="91" y="38"/>
                    <a:pt x="91" y="39"/>
                  </a:cubicBezTo>
                  <a:cubicBezTo>
                    <a:pt x="92" y="40"/>
                    <a:pt x="95" y="39"/>
                    <a:pt x="95" y="41"/>
                  </a:cubicBezTo>
                  <a:cubicBezTo>
                    <a:pt x="95" y="42"/>
                    <a:pt x="94" y="44"/>
                    <a:pt x="93" y="45"/>
                  </a:cubicBezTo>
                  <a:cubicBezTo>
                    <a:pt x="93" y="45"/>
                    <a:pt x="93" y="49"/>
                    <a:pt x="92" y="50"/>
                  </a:cubicBezTo>
                  <a:cubicBezTo>
                    <a:pt x="92" y="50"/>
                    <a:pt x="92" y="50"/>
                    <a:pt x="91" y="50"/>
                  </a:cubicBezTo>
                  <a:cubicBezTo>
                    <a:pt x="92" y="49"/>
                    <a:pt x="92" y="49"/>
                    <a:pt x="92" y="48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90" y="48"/>
                    <a:pt x="91" y="47"/>
                    <a:pt x="91" y="46"/>
                  </a:cubicBezTo>
                  <a:cubicBezTo>
                    <a:pt x="91" y="46"/>
                    <a:pt x="91" y="45"/>
                    <a:pt x="91" y="45"/>
                  </a:cubicBezTo>
                  <a:cubicBezTo>
                    <a:pt x="90" y="45"/>
                    <a:pt x="89" y="45"/>
                    <a:pt x="88" y="45"/>
                  </a:cubicBezTo>
                  <a:cubicBezTo>
                    <a:pt x="87" y="47"/>
                    <a:pt x="89" y="47"/>
                    <a:pt x="88" y="48"/>
                  </a:cubicBezTo>
                  <a:cubicBezTo>
                    <a:pt x="85" y="50"/>
                    <a:pt x="85" y="47"/>
                    <a:pt x="82" y="47"/>
                  </a:cubicBezTo>
                  <a:cubicBezTo>
                    <a:pt x="81" y="47"/>
                    <a:pt x="81" y="48"/>
                    <a:pt x="80" y="47"/>
                  </a:cubicBezTo>
                  <a:cubicBezTo>
                    <a:pt x="79" y="48"/>
                    <a:pt x="77" y="49"/>
                    <a:pt x="77" y="51"/>
                  </a:cubicBezTo>
                  <a:cubicBezTo>
                    <a:pt x="76" y="52"/>
                    <a:pt x="77" y="52"/>
                    <a:pt x="78" y="53"/>
                  </a:cubicBezTo>
                  <a:cubicBezTo>
                    <a:pt x="78" y="53"/>
                    <a:pt x="79" y="54"/>
                    <a:pt x="79" y="55"/>
                  </a:cubicBezTo>
                  <a:cubicBezTo>
                    <a:pt x="80" y="55"/>
                    <a:pt x="81" y="55"/>
                    <a:pt x="81" y="55"/>
                  </a:cubicBezTo>
                  <a:cubicBezTo>
                    <a:pt x="81" y="56"/>
                    <a:pt x="81" y="57"/>
                    <a:pt x="81" y="58"/>
                  </a:cubicBezTo>
                  <a:cubicBezTo>
                    <a:pt x="81" y="59"/>
                    <a:pt x="83" y="59"/>
                    <a:pt x="82" y="61"/>
                  </a:cubicBezTo>
                  <a:cubicBezTo>
                    <a:pt x="81" y="62"/>
                    <a:pt x="79" y="63"/>
                    <a:pt x="77" y="64"/>
                  </a:cubicBezTo>
                  <a:cubicBezTo>
                    <a:pt x="76" y="64"/>
                    <a:pt x="74" y="63"/>
                    <a:pt x="72" y="62"/>
                  </a:cubicBezTo>
                  <a:cubicBezTo>
                    <a:pt x="70" y="62"/>
                    <a:pt x="69" y="63"/>
                    <a:pt x="68" y="62"/>
                  </a:cubicBezTo>
                  <a:cubicBezTo>
                    <a:pt x="67" y="62"/>
                    <a:pt x="67" y="60"/>
                    <a:pt x="66" y="60"/>
                  </a:cubicBezTo>
                  <a:cubicBezTo>
                    <a:pt x="65" y="61"/>
                    <a:pt x="63" y="62"/>
                    <a:pt x="62" y="62"/>
                  </a:cubicBezTo>
                  <a:cubicBezTo>
                    <a:pt x="61" y="62"/>
                    <a:pt x="60" y="61"/>
                    <a:pt x="59" y="61"/>
                  </a:cubicBezTo>
                  <a:cubicBezTo>
                    <a:pt x="58" y="61"/>
                    <a:pt x="56" y="61"/>
                    <a:pt x="55" y="60"/>
                  </a:cubicBezTo>
                  <a:cubicBezTo>
                    <a:pt x="55" y="60"/>
                    <a:pt x="56" y="59"/>
                    <a:pt x="55" y="58"/>
                  </a:cubicBezTo>
                  <a:cubicBezTo>
                    <a:pt x="55" y="58"/>
                    <a:pt x="54" y="58"/>
                    <a:pt x="54" y="58"/>
                  </a:cubicBezTo>
                  <a:cubicBezTo>
                    <a:pt x="54" y="58"/>
                    <a:pt x="54" y="58"/>
                    <a:pt x="54" y="58"/>
                  </a:cubicBezTo>
                  <a:cubicBezTo>
                    <a:pt x="54" y="57"/>
                    <a:pt x="55" y="56"/>
                    <a:pt x="56" y="56"/>
                  </a:cubicBezTo>
                  <a:cubicBezTo>
                    <a:pt x="56" y="56"/>
                    <a:pt x="56" y="56"/>
                    <a:pt x="56" y="56"/>
                  </a:cubicBezTo>
                  <a:cubicBezTo>
                    <a:pt x="57" y="56"/>
                    <a:pt x="56" y="57"/>
                    <a:pt x="57" y="57"/>
                  </a:cubicBezTo>
                  <a:cubicBezTo>
                    <a:pt x="57" y="58"/>
                    <a:pt x="60" y="59"/>
                    <a:pt x="62" y="59"/>
                  </a:cubicBezTo>
                  <a:cubicBezTo>
                    <a:pt x="63" y="59"/>
                    <a:pt x="64" y="58"/>
                    <a:pt x="65" y="58"/>
                  </a:cubicBezTo>
                  <a:cubicBezTo>
                    <a:pt x="66" y="58"/>
                    <a:pt x="67" y="57"/>
                    <a:pt x="67" y="58"/>
                  </a:cubicBezTo>
                  <a:cubicBezTo>
                    <a:pt x="68" y="58"/>
                    <a:pt x="68" y="59"/>
                    <a:pt x="70" y="60"/>
                  </a:cubicBezTo>
                  <a:cubicBezTo>
                    <a:pt x="71" y="60"/>
                    <a:pt x="72" y="59"/>
                    <a:pt x="73" y="59"/>
                  </a:cubicBezTo>
                  <a:cubicBezTo>
                    <a:pt x="74" y="59"/>
                    <a:pt x="74" y="58"/>
                    <a:pt x="75" y="58"/>
                  </a:cubicBezTo>
                  <a:cubicBezTo>
                    <a:pt x="76" y="56"/>
                    <a:pt x="73" y="55"/>
                    <a:pt x="73" y="53"/>
                  </a:cubicBezTo>
                  <a:cubicBezTo>
                    <a:pt x="72" y="53"/>
                    <a:pt x="72" y="53"/>
                    <a:pt x="72" y="52"/>
                  </a:cubicBezTo>
                  <a:cubicBezTo>
                    <a:pt x="72" y="52"/>
                    <a:pt x="72" y="52"/>
                    <a:pt x="72" y="52"/>
                  </a:cubicBezTo>
                  <a:cubicBezTo>
                    <a:pt x="72" y="51"/>
                    <a:pt x="73" y="50"/>
                    <a:pt x="73" y="50"/>
                  </a:cubicBezTo>
                  <a:cubicBezTo>
                    <a:pt x="73" y="50"/>
                    <a:pt x="73" y="50"/>
                    <a:pt x="73" y="50"/>
                  </a:cubicBezTo>
                  <a:cubicBezTo>
                    <a:pt x="73" y="49"/>
                    <a:pt x="73" y="48"/>
                    <a:pt x="73" y="48"/>
                  </a:cubicBezTo>
                  <a:cubicBezTo>
                    <a:pt x="71" y="48"/>
                    <a:pt x="70" y="47"/>
                    <a:pt x="69" y="47"/>
                  </a:cubicBezTo>
                  <a:cubicBezTo>
                    <a:pt x="68" y="47"/>
                    <a:pt x="67" y="47"/>
                    <a:pt x="66" y="47"/>
                  </a:cubicBezTo>
                  <a:cubicBezTo>
                    <a:pt x="66" y="47"/>
                    <a:pt x="66" y="47"/>
                    <a:pt x="66" y="47"/>
                  </a:cubicBezTo>
                  <a:cubicBezTo>
                    <a:pt x="67" y="45"/>
                    <a:pt x="68" y="44"/>
                    <a:pt x="70" y="43"/>
                  </a:cubicBezTo>
                  <a:cubicBezTo>
                    <a:pt x="70" y="43"/>
                    <a:pt x="70" y="43"/>
                    <a:pt x="70" y="43"/>
                  </a:cubicBezTo>
                  <a:cubicBezTo>
                    <a:pt x="73" y="43"/>
                    <a:pt x="75" y="44"/>
                    <a:pt x="77" y="42"/>
                  </a:cubicBezTo>
                  <a:cubicBezTo>
                    <a:pt x="79" y="40"/>
                    <a:pt x="76" y="40"/>
                    <a:pt x="76" y="39"/>
                  </a:cubicBezTo>
                  <a:cubicBezTo>
                    <a:pt x="75" y="39"/>
                    <a:pt x="75" y="39"/>
                    <a:pt x="75" y="39"/>
                  </a:cubicBezTo>
                  <a:cubicBezTo>
                    <a:pt x="77" y="38"/>
                    <a:pt x="79" y="36"/>
                    <a:pt x="81" y="35"/>
                  </a:cubicBezTo>
                  <a:cubicBezTo>
                    <a:pt x="81" y="35"/>
                    <a:pt x="81" y="35"/>
                    <a:pt x="81" y="35"/>
                  </a:cubicBezTo>
                  <a:cubicBezTo>
                    <a:pt x="83" y="36"/>
                    <a:pt x="83" y="35"/>
                    <a:pt x="84" y="36"/>
                  </a:cubicBezTo>
                  <a:cubicBezTo>
                    <a:pt x="85" y="36"/>
                    <a:pt x="85" y="38"/>
                    <a:pt x="86" y="38"/>
                  </a:cubicBezTo>
                  <a:cubicBezTo>
                    <a:pt x="86" y="38"/>
                    <a:pt x="87" y="39"/>
                    <a:pt x="88" y="37"/>
                  </a:cubicBezTo>
                  <a:cubicBezTo>
                    <a:pt x="89" y="36"/>
                    <a:pt x="88" y="35"/>
                    <a:pt x="87" y="34"/>
                  </a:cubicBezTo>
                  <a:cubicBezTo>
                    <a:pt x="87" y="33"/>
                    <a:pt x="87" y="33"/>
                    <a:pt x="86" y="33"/>
                  </a:cubicBezTo>
                  <a:cubicBezTo>
                    <a:pt x="86" y="33"/>
                    <a:pt x="86" y="33"/>
                    <a:pt x="85" y="33"/>
                  </a:cubicBezTo>
                  <a:cubicBezTo>
                    <a:pt x="89" y="31"/>
                    <a:pt x="92" y="29"/>
                    <a:pt x="96" y="27"/>
                  </a:cubicBezTo>
                  <a:cubicBezTo>
                    <a:pt x="96" y="27"/>
                    <a:pt x="96" y="27"/>
                    <a:pt x="96" y="27"/>
                  </a:cubicBezTo>
                  <a:cubicBezTo>
                    <a:pt x="96" y="28"/>
                    <a:pt x="96" y="29"/>
                    <a:pt x="95" y="31"/>
                  </a:cubicBezTo>
                  <a:cubicBezTo>
                    <a:pt x="95" y="31"/>
                    <a:pt x="96" y="32"/>
                    <a:pt x="95" y="33"/>
                  </a:cubicBezTo>
                  <a:cubicBezTo>
                    <a:pt x="94" y="33"/>
                    <a:pt x="92" y="32"/>
                    <a:pt x="91" y="33"/>
                  </a:cubicBezTo>
                  <a:cubicBezTo>
                    <a:pt x="90" y="34"/>
                    <a:pt x="91" y="34"/>
                    <a:pt x="91" y="35"/>
                  </a:cubicBezTo>
                  <a:close/>
                  <a:moveTo>
                    <a:pt x="71" y="283"/>
                  </a:moveTo>
                  <a:cubicBezTo>
                    <a:pt x="72" y="283"/>
                    <a:pt x="72" y="283"/>
                    <a:pt x="72" y="284"/>
                  </a:cubicBezTo>
                  <a:cubicBezTo>
                    <a:pt x="73" y="284"/>
                    <a:pt x="73" y="284"/>
                    <a:pt x="73" y="285"/>
                  </a:cubicBezTo>
                  <a:cubicBezTo>
                    <a:pt x="73" y="284"/>
                    <a:pt x="72" y="284"/>
                    <a:pt x="71" y="283"/>
                  </a:cubicBezTo>
                  <a:close/>
                  <a:moveTo>
                    <a:pt x="77" y="287"/>
                  </a:moveTo>
                  <a:cubicBezTo>
                    <a:pt x="77" y="287"/>
                    <a:pt x="78" y="288"/>
                    <a:pt x="78" y="288"/>
                  </a:cubicBezTo>
                  <a:cubicBezTo>
                    <a:pt x="79" y="288"/>
                    <a:pt x="79" y="289"/>
                    <a:pt x="80" y="289"/>
                  </a:cubicBezTo>
                  <a:cubicBezTo>
                    <a:pt x="79" y="289"/>
                    <a:pt x="78" y="288"/>
                    <a:pt x="77" y="287"/>
                  </a:cubicBezTo>
                  <a:close/>
                  <a:moveTo>
                    <a:pt x="86" y="293"/>
                  </a:moveTo>
                  <a:cubicBezTo>
                    <a:pt x="86" y="293"/>
                    <a:pt x="86" y="292"/>
                    <a:pt x="86" y="292"/>
                  </a:cubicBezTo>
                  <a:cubicBezTo>
                    <a:pt x="86" y="292"/>
                    <a:pt x="86" y="291"/>
                    <a:pt x="86" y="291"/>
                  </a:cubicBezTo>
                  <a:cubicBezTo>
                    <a:pt x="85" y="289"/>
                    <a:pt x="81" y="287"/>
                    <a:pt x="80" y="286"/>
                  </a:cubicBezTo>
                  <a:cubicBezTo>
                    <a:pt x="77" y="284"/>
                    <a:pt x="75" y="283"/>
                    <a:pt x="74" y="282"/>
                  </a:cubicBezTo>
                  <a:cubicBezTo>
                    <a:pt x="73" y="282"/>
                    <a:pt x="73" y="282"/>
                    <a:pt x="72" y="282"/>
                  </a:cubicBezTo>
                  <a:cubicBezTo>
                    <a:pt x="71" y="281"/>
                    <a:pt x="71" y="281"/>
                    <a:pt x="70" y="281"/>
                  </a:cubicBezTo>
                  <a:cubicBezTo>
                    <a:pt x="70" y="280"/>
                    <a:pt x="71" y="280"/>
                    <a:pt x="70" y="279"/>
                  </a:cubicBezTo>
                  <a:cubicBezTo>
                    <a:pt x="70" y="278"/>
                    <a:pt x="69" y="278"/>
                    <a:pt x="68" y="277"/>
                  </a:cubicBezTo>
                  <a:cubicBezTo>
                    <a:pt x="68" y="277"/>
                    <a:pt x="68" y="276"/>
                    <a:pt x="68" y="276"/>
                  </a:cubicBezTo>
                  <a:cubicBezTo>
                    <a:pt x="67" y="275"/>
                    <a:pt x="67" y="274"/>
                    <a:pt x="67" y="273"/>
                  </a:cubicBezTo>
                  <a:cubicBezTo>
                    <a:pt x="67" y="272"/>
                    <a:pt x="68" y="272"/>
                    <a:pt x="67" y="272"/>
                  </a:cubicBezTo>
                  <a:cubicBezTo>
                    <a:pt x="66" y="271"/>
                    <a:pt x="66" y="272"/>
                    <a:pt x="66" y="272"/>
                  </a:cubicBezTo>
                  <a:cubicBezTo>
                    <a:pt x="66" y="272"/>
                    <a:pt x="65" y="272"/>
                    <a:pt x="65" y="273"/>
                  </a:cubicBezTo>
                  <a:cubicBezTo>
                    <a:pt x="65" y="273"/>
                    <a:pt x="65" y="273"/>
                    <a:pt x="65" y="274"/>
                  </a:cubicBezTo>
                  <a:cubicBezTo>
                    <a:pt x="65" y="275"/>
                    <a:pt x="66" y="276"/>
                    <a:pt x="66" y="277"/>
                  </a:cubicBezTo>
                  <a:cubicBezTo>
                    <a:pt x="66" y="277"/>
                    <a:pt x="65" y="277"/>
                    <a:pt x="64" y="277"/>
                  </a:cubicBezTo>
                  <a:cubicBezTo>
                    <a:pt x="32" y="250"/>
                    <a:pt x="12" y="209"/>
                    <a:pt x="11" y="164"/>
                  </a:cubicBezTo>
                  <a:cubicBezTo>
                    <a:pt x="12" y="163"/>
                    <a:pt x="14" y="162"/>
                    <a:pt x="14" y="161"/>
                  </a:cubicBezTo>
                  <a:cubicBezTo>
                    <a:pt x="14" y="160"/>
                    <a:pt x="14" y="160"/>
                    <a:pt x="14" y="159"/>
                  </a:cubicBezTo>
                  <a:cubicBezTo>
                    <a:pt x="14" y="157"/>
                    <a:pt x="12" y="157"/>
                    <a:pt x="11" y="155"/>
                  </a:cubicBezTo>
                  <a:cubicBezTo>
                    <a:pt x="12" y="144"/>
                    <a:pt x="14" y="133"/>
                    <a:pt x="17" y="123"/>
                  </a:cubicBezTo>
                  <a:cubicBezTo>
                    <a:pt x="17" y="124"/>
                    <a:pt x="17" y="124"/>
                    <a:pt x="17" y="125"/>
                  </a:cubicBezTo>
                  <a:cubicBezTo>
                    <a:pt x="17" y="126"/>
                    <a:pt x="17" y="127"/>
                    <a:pt x="17" y="128"/>
                  </a:cubicBezTo>
                  <a:cubicBezTo>
                    <a:pt x="18" y="129"/>
                    <a:pt x="19" y="130"/>
                    <a:pt x="19" y="132"/>
                  </a:cubicBezTo>
                  <a:cubicBezTo>
                    <a:pt x="19" y="132"/>
                    <a:pt x="20" y="132"/>
                    <a:pt x="20" y="133"/>
                  </a:cubicBezTo>
                  <a:cubicBezTo>
                    <a:pt x="20" y="133"/>
                    <a:pt x="19" y="134"/>
                    <a:pt x="19" y="134"/>
                  </a:cubicBezTo>
                  <a:cubicBezTo>
                    <a:pt x="19" y="135"/>
                    <a:pt x="20" y="135"/>
                    <a:pt x="20" y="136"/>
                  </a:cubicBezTo>
                  <a:cubicBezTo>
                    <a:pt x="20" y="136"/>
                    <a:pt x="21" y="136"/>
                    <a:pt x="21" y="137"/>
                  </a:cubicBezTo>
                  <a:cubicBezTo>
                    <a:pt x="21" y="138"/>
                    <a:pt x="22" y="138"/>
                    <a:pt x="23" y="139"/>
                  </a:cubicBezTo>
                  <a:cubicBezTo>
                    <a:pt x="23" y="140"/>
                    <a:pt x="23" y="141"/>
                    <a:pt x="24" y="141"/>
                  </a:cubicBezTo>
                  <a:cubicBezTo>
                    <a:pt x="24" y="141"/>
                    <a:pt x="24" y="140"/>
                    <a:pt x="24" y="140"/>
                  </a:cubicBezTo>
                  <a:cubicBezTo>
                    <a:pt x="25" y="142"/>
                    <a:pt x="25" y="145"/>
                    <a:pt x="26" y="149"/>
                  </a:cubicBezTo>
                  <a:cubicBezTo>
                    <a:pt x="27" y="151"/>
                    <a:pt x="28" y="153"/>
                    <a:pt x="28" y="155"/>
                  </a:cubicBezTo>
                  <a:cubicBezTo>
                    <a:pt x="28" y="156"/>
                    <a:pt x="29" y="156"/>
                    <a:pt x="29" y="157"/>
                  </a:cubicBezTo>
                  <a:cubicBezTo>
                    <a:pt x="29" y="158"/>
                    <a:pt x="28" y="159"/>
                    <a:pt x="28" y="160"/>
                  </a:cubicBezTo>
                  <a:cubicBezTo>
                    <a:pt x="27" y="162"/>
                    <a:pt x="31" y="166"/>
                    <a:pt x="31" y="167"/>
                  </a:cubicBezTo>
                  <a:cubicBezTo>
                    <a:pt x="32" y="167"/>
                    <a:pt x="33" y="168"/>
                    <a:pt x="33" y="168"/>
                  </a:cubicBezTo>
                  <a:cubicBezTo>
                    <a:pt x="34" y="169"/>
                    <a:pt x="34" y="169"/>
                    <a:pt x="34" y="169"/>
                  </a:cubicBezTo>
                  <a:cubicBezTo>
                    <a:pt x="35" y="170"/>
                    <a:pt x="36" y="171"/>
                    <a:pt x="37" y="172"/>
                  </a:cubicBezTo>
                  <a:cubicBezTo>
                    <a:pt x="38" y="172"/>
                    <a:pt x="40" y="172"/>
                    <a:pt x="41" y="173"/>
                  </a:cubicBezTo>
                  <a:cubicBezTo>
                    <a:pt x="42" y="173"/>
                    <a:pt x="42" y="175"/>
                    <a:pt x="42" y="175"/>
                  </a:cubicBezTo>
                  <a:cubicBezTo>
                    <a:pt x="43" y="176"/>
                    <a:pt x="44" y="177"/>
                    <a:pt x="44" y="178"/>
                  </a:cubicBezTo>
                  <a:cubicBezTo>
                    <a:pt x="45" y="178"/>
                    <a:pt x="46" y="179"/>
                    <a:pt x="47" y="180"/>
                  </a:cubicBezTo>
                  <a:cubicBezTo>
                    <a:pt x="48" y="181"/>
                    <a:pt x="48" y="181"/>
                    <a:pt x="48" y="182"/>
                  </a:cubicBezTo>
                  <a:cubicBezTo>
                    <a:pt x="48" y="183"/>
                    <a:pt x="49" y="184"/>
                    <a:pt x="49" y="184"/>
                  </a:cubicBezTo>
                  <a:cubicBezTo>
                    <a:pt x="49" y="185"/>
                    <a:pt x="48" y="186"/>
                    <a:pt x="48" y="186"/>
                  </a:cubicBezTo>
                  <a:cubicBezTo>
                    <a:pt x="49" y="187"/>
                    <a:pt x="49" y="188"/>
                    <a:pt x="50" y="189"/>
                  </a:cubicBezTo>
                  <a:cubicBezTo>
                    <a:pt x="50" y="189"/>
                    <a:pt x="50" y="189"/>
                    <a:pt x="50" y="190"/>
                  </a:cubicBezTo>
                  <a:cubicBezTo>
                    <a:pt x="51" y="190"/>
                    <a:pt x="51" y="191"/>
                    <a:pt x="52" y="192"/>
                  </a:cubicBezTo>
                  <a:cubicBezTo>
                    <a:pt x="52" y="192"/>
                    <a:pt x="53" y="193"/>
                    <a:pt x="53" y="194"/>
                  </a:cubicBezTo>
                  <a:cubicBezTo>
                    <a:pt x="54" y="193"/>
                    <a:pt x="54" y="192"/>
                    <a:pt x="56" y="192"/>
                  </a:cubicBezTo>
                  <a:cubicBezTo>
                    <a:pt x="56" y="193"/>
                    <a:pt x="58" y="195"/>
                    <a:pt x="59" y="196"/>
                  </a:cubicBezTo>
                  <a:cubicBezTo>
                    <a:pt x="59" y="196"/>
                    <a:pt x="59" y="196"/>
                    <a:pt x="60" y="197"/>
                  </a:cubicBezTo>
                  <a:cubicBezTo>
                    <a:pt x="59" y="201"/>
                    <a:pt x="57" y="205"/>
                    <a:pt x="60" y="210"/>
                  </a:cubicBezTo>
                  <a:cubicBezTo>
                    <a:pt x="60" y="211"/>
                    <a:pt x="60" y="212"/>
                    <a:pt x="60" y="214"/>
                  </a:cubicBezTo>
                  <a:cubicBezTo>
                    <a:pt x="61" y="215"/>
                    <a:pt x="63" y="216"/>
                    <a:pt x="64" y="217"/>
                  </a:cubicBezTo>
                  <a:cubicBezTo>
                    <a:pt x="66" y="218"/>
                    <a:pt x="68" y="219"/>
                    <a:pt x="69" y="220"/>
                  </a:cubicBezTo>
                  <a:cubicBezTo>
                    <a:pt x="70" y="221"/>
                    <a:pt x="70" y="223"/>
                    <a:pt x="70" y="223"/>
                  </a:cubicBezTo>
                  <a:cubicBezTo>
                    <a:pt x="71" y="224"/>
                    <a:pt x="71" y="224"/>
                    <a:pt x="72" y="225"/>
                  </a:cubicBezTo>
                  <a:cubicBezTo>
                    <a:pt x="73" y="225"/>
                    <a:pt x="73" y="226"/>
                    <a:pt x="74" y="226"/>
                  </a:cubicBezTo>
                  <a:cubicBezTo>
                    <a:pt x="74" y="227"/>
                    <a:pt x="74" y="228"/>
                    <a:pt x="75" y="229"/>
                  </a:cubicBezTo>
                  <a:cubicBezTo>
                    <a:pt x="78" y="230"/>
                    <a:pt x="82" y="230"/>
                    <a:pt x="84" y="232"/>
                  </a:cubicBezTo>
                  <a:cubicBezTo>
                    <a:pt x="86" y="233"/>
                    <a:pt x="86" y="234"/>
                    <a:pt x="87" y="236"/>
                  </a:cubicBezTo>
                  <a:cubicBezTo>
                    <a:pt x="87" y="237"/>
                    <a:pt x="88" y="238"/>
                    <a:pt x="88" y="239"/>
                  </a:cubicBezTo>
                  <a:cubicBezTo>
                    <a:pt x="89" y="243"/>
                    <a:pt x="90" y="247"/>
                    <a:pt x="91" y="250"/>
                  </a:cubicBezTo>
                  <a:cubicBezTo>
                    <a:pt x="92" y="251"/>
                    <a:pt x="92" y="253"/>
                    <a:pt x="93" y="254"/>
                  </a:cubicBezTo>
                  <a:cubicBezTo>
                    <a:pt x="93" y="254"/>
                    <a:pt x="93" y="255"/>
                    <a:pt x="93" y="256"/>
                  </a:cubicBezTo>
                  <a:cubicBezTo>
                    <a:pt x="94" y="257"/>
                    <a:pt x="95" y="258"/>
                    <a:pt x="95" y="259"/>
                  </a:cubicBezTo>
                  <a:cubicBezTo>
                    <a:pt x="96" y="260"/>
                    <a:pt x="96" y="261"/>
                    <a:pt x="96" y="261"/>
                  </a:cubicBezTo>
                  <a:cubicBezTo>
                    <a:pt x="96" y="262"/>
                    <a:pt x="96" y="263"/>
                    <a:pt x="96" y="263"/>
                  </a:cubicBezTo>
                  <a:cubicBezTo>
                    <a:pt x="96" y="264"/>
                    <a:pt x="96" y="266"/>
                    <a:pt x="96" y="267"/>
                  </a:cubicBezTo>
                  <a:cubicBezTo>
                    <a:pt x="97" y="267"/>
                    <a:pt x="97" y="268"/>
                    <a:pt x="97" y="269"/>
                  </a:cubicBezTo>
                  <a:cubicBezTo>
                    <a:pt x="98" y="270"/>
                    <a:pt x="98" y="270"/>
                    <a:pt x="98" y="271"/>
                  </a:cubicBezTo>
                  <a:cubicBezTo>
                    <a:pt x="99" y="272"/>
                    <a:pt x="100" y="273"/>
                    <a:pt x="100" y="273"/>
                  </a:cubicBezTo>
                  <a:cubicBezTo>
                    <a:pt x="100" y="274"/>
                    <a:pt x="100" y="275"/>
                    <a:pt x="100" y="275"/>
                  </a:cubicBezTo>
                  <a:cubicBezTo>
                    <a:pt x="100" y="276"/>
                    <a:pt x="101" y="276"/>
                    <a:pt x="101" y="277"/>
                  </a:cubicBezTo>
                  <a:cubicBezTo>
                    <a:pt x="101" y="278"/>
                    <a:pt x="101" y="279"/>
                    <a:pt x="101" y="280"/>
                  </a:cubicBezTo>
                  <a:cubicBezTo>
                    <a:pt x="102" y="281"/>
                    <a:pt x="102" y="282"/>
                    <a:pt x="102" y="282"/>
                  </a:cubicBezTo>
                  <a:cubicBezTo>
                    <a:pt x="103" y="284"/>
                    <a:pt x="104" y="285"/>
                    <a:pt x="104" y="286"/>
                  </a:cubicBezTo>
                  <a:cubicBezTo>
                    <a:pt x="104" y="286"/>
                    <a:pt x="104" y="287"/>
                    <a:pt x="105" y="288"/>
                  </a:cubicBezTo>
                  <a:cubicBezTo>
                    <a:pt x="105" y="289"/>
                    <a:pt x="106" y="289"/>
                    <a:pt x="106" y="290"/>
                  </a:cubicBezTo>
                  <a:cubicBezTo>
                    <a:pt x="107" y="291"/>
                    <a:pt x="106" y="291"/>
                    <a:pt x="106" y="292"/>
                  </a:cubicBezTo>
                  <a:cubicBezTo>
                    <a:pt x="107" y="294"/>
                    <a:pt x="108" y="295"/>
                    <a:pt x="109" y="297"/>
                  </a:cubicBezTo>
                  <a:cubicBezTo>
                    <a:pt x="110" y="298"/>
                    <a:pt x="111" y="299"/>
                    <a:pt x="111" y="300"/>
                  </a:cubicBezTo>
                  <a:cubicBezTo>
                    <a:pt x="111" y="300"/>
                    <a:pt x="112" y="300"/>
                    <a:pt x="112" y="301"/>
                  </a:cubicBezTo>
                  <a:cubicBezTo>
                    <a:pt x="112" y="301"/>
                    <a:pt x="112" y="301"/>
                    <a:pt x="113" y="301"/>
                  </a:cubicBezTo>
                  <a:cubicBezTo>
                    <a:pt x="113" y="302"/>
                    <a:pt x="114" y="302"/>
                    <a:pt x="115" y="302"/>
                  </a:cubicBezTo>
                  <a:cubicBezTo>
                    <a:pt x="115" y="302"/>
                    <a:pt x="116" y="303"/>
                    <a:pt x="116" y="303"/>
                  </a:cubicBezTo>
                  <a:cubicBezTo>
                    <a:pt x="117" y="303"/>
                    <a:pt x="117" y="303"/>
                    <a:pt x="117" y="303"/>
                  </a:cubicBezTo>
                  <a:cubicBezTo>
                    <a:pt x="118" y="304"/>
                    <a:pt x="119" y="304"/>
                    <a:pt x="120" y="304"/>
                  </a:cubicBezTo>
                  <a:cubicBezTo>
                    <a:pt x="122" y="305"/>
                    <a:pt x="122" y="305"/>
                    <a:pt x="123" y="305"/>
                  </a:cubicBezTo>
                  <a:cubicBezTo>
                    <a:pt x="124" y="305"/>
                    <a:pt x="125" y="305"/>
                    <a:pt x="125" y="305"/>
                  </a:cubicBezTo>
                  <a:cubicBezTo>
                    <a:pt x="125" y="304"/>
                    <a:pt x="126" y="304"/>
                    <a:pt x="125" y="302"/>
                  </a:cubicBezTo>
                  <a:cubicBezTo>
                    <a:pt x="123" y="301"/>
                    <a:pt x="121" y="301"/>
                    <a:pt x="120" y="299"/>
                  </a:cubicBezTo>
                  <a:cubicBezTo>
                    <a:pt x="119" y="298"/>
                    <a:pt x="119" y="296"/>
                    <a:pt x="119" y="295"/>
                  </a:cubicBezTo>
                  <a:cubicBezTo>
                    <a:pt x="118" y="294"/>
                    <a:pt x="118" y="293"/>
                    <a:pt x="118" y="293"/>
                  </a:cubicBezTo>
                  <a:cubicBezTo>
                    <a:pt x="118" y="292"/>
                    <a:pt x="118" y="292"/>
                    <a:pt x="118" y="292"/>
                  </a:cubicBezTo>
                  <a:cubicBezTo>
                    <a:pt x="118" y="291"/>
                    <a:pt x="117" y="291"/>
                    <a:pt x="117" y="290"/>
                  </a:cubicBezTo>
                  <a:cubicBezTo>
                    <a:pt x="117" y="289"/>
                    <a:pt x="118" y="288"/>
                    <a:pt x="118" y="287"/>
                  </a:cubicBezTo>
                  <a:cubicBezTo>
                    <a:pt x="117" y="287"/>
                    <a:pt x="117" y="287"/>
                    <a:pt x="117" y="287"/>
                  </a:cubicBezTo>
                  <a:cubicBezTo>
                    <a:pt x="117" y="286"/>
                    <a:pt x="117" y="286"/>
                    <a:pt x="116" y="286"/>
                  </a:cubicBezTo>
                  <a:cubicBezTo>
                    <a:pt x="116" y="285"/>
                    <a:pt x="115" y="285"/>
                    <a:pt x="115" y="284"/>
                  </a:cubicBezTo>
                  <a:cubicBezTo>
                    <a:pt x="115" y="282"/>
                    <a:pt x="116" y="279"/>
                    <a:pt x="115" y="277"/>
                  </a:cubicBezTo>
                  <a:cubicBezTo>
                    <a:pt x="115" y="275"/>
                    <a:pt x="113" y="276"/>
                    <a:pt x="113" y="274"/>
                  </a:cubicBezTo>
                  <a:cubicBezTo>
                    <a:pt x="113" y="273"/>
                    <a:pt x="115" y="273"/>
                    <a:pt x="115" y="273"/>
                  </a:cubicBezTo>
                  <a:cubicBezTo>
                    <a:pt x="115" y="272"/>
                    <a:pt x="114" y="271"/>
                    <a:pt x="114" y="269"/>
                  </a:cubicBezTo>
                  <a:cubicBezTo>
                    <a:pt x="115" y="269"/>
                    <a:pt x="115" y="268"/>
                    <a:pt x="116" y="268"/>
                  </a:cubicBezTo>
                  <a:cubicBezTo>
                    <a:pt x="116" y="267"/>
                    <a:pt x="118" y="267"/>
                    <a:pt x="118" y="266"/>
                  </a:cubicBezTo>
                  <a:cubicBezTo>
                    <a:pt x="119" y="265"/>
                    <a:pt x="119" y="263"/>
                    <a:pt x="118" y="262"/>
                  </a:cubicBezTo>
                  <a:cubicBezTo>
                    <a:pt x="118" y="260"/>
                    <a:pt x="117" y="260"/>
                    <a:pt x="116" y="259"/>
                  </a:cubicBezTo>
                  <a:cubicBezTo>
                    <a:pt x="117" y="258"/>
                    <a:pt x="120" y="258"/>
                    <a:pt x="120" y="257"/>
                  </a:cubicBezTo>
                  <a:cubicBezTo>
                    <a:pt x="121" y="257"/>
                    <a:pt x="120" y="256"/>
                    <a:pt x="120" y="256"/>
                  </a:cubicBezTo>
                  <a:cubicBezTo>
                    <a:pt x="121" y="255"/>
                    <a:pt x="121" y="253"/>
                    <a:pt x="122" y="252"/>
                  </a:cubicBezTo>
                  <a:cubicBezTo>
                    <a:pt x="122" y="252"/>
                    <a:pt x="122" y="251"/>
                    <a:pt x="122" y="251"/>
                  </a:cubicBezTo>
                  <a:cubicBezTo>
                    <a:pt x="123" y="249"/>
                    <a:pt x="122" y="247"/>
                    <a:pt x="122" y="246"/>
                  </a:cubicBezTo>
                  <a:cubicBezTo>
                    <a:pt x="122" y="246"/>
                    <a:pt x="122" y="245"/>
                    <a:pt x="123" y="245"/>
                  </a:cubicBezTo>
                  <a:cubicBezTo>
                    <a:pt x="123" y="244"/>
                    <a:pt x="123" y="244"/>
                    <a:pt x="123" y="243"/>
                  </a:cubicBezTo>
                  <a:cubicBezTo>
                    <a:pt x="122" y="242"/>
                    <a:pt x="121" y="241"/>
                    <a:pt x="121" y="240"/>
                  </a:cubicBezTo>
                  <a:cubicBezTo>
                    <a:pt x="121" y="240"/>
                    <a:pt x="121" y="238"/>
                    <a:pt x="121" y="237"/>
                  </a:cubicBezTo>
                  <a:cubicBezTo>
                    <a:pt x="122" y="237"/>
                    <a:pt x="122" y="237"/>
                    <a:pt x="123" y="236"/>
                  </a:cubicBezTo>
                  <a:cubicBezTo>
                    <a:pt x="123" y="236"/>
                    <a:pt x="123" y="236"/>
                    <a:pt x="123" y="236"/>
                  </a:cubicBezTo>
                  <a:cubicBezTo>
                    <a:pt x="123" y="235"/>
                    <a:pt x="123" y="235"/>
                    <a:pt x="124" y="235"/>
                  </a:cubicBezTo>
                  <a:cubicBezTo>
                    <a:pt x="124" y="235"/>
                    <a:pt x="124" y="234"/>
                    <a:pt x="124" y="234"/>
                  </a:cubicBezTo>
                  <a:cubicBezTo>
                    <a:pt x="124" y="234"/>
                    <a:pt x="125" y="234"/>
                    <a:pt x="125" y="234"/>
                  </a:cubicBezTo>
                  <a:cubicBezTo>
                    <a:pt x="125" y="233"/>
                    <a:pt x="125" y="233"/>
                    <a:pt x="126" y="233"/>
                  </a:cubicBezTo>
                  <a:cubicBezTo>
                    <a:pt x="126" y="232"/>
                    <a:pt x="127" y="232"/>
                    <a:pt x="127" y="231"/>
                  </a:cubicBezTo>
                  <a:cubicBezTo>
                    <a:pt x="128" y="231"/>
                    <a:pt x="128" y="230"/>
                    <a:pt x="128" y="230"/>
                  </a:cubicBezTo>
                  <a:cubicBezTo>
                    <a:pt x="128" y="229"/>
                    <a:pt x="128" y="227"/>
                    <a:pt x="128" y="226"/>
                  </a:cubicBezTo>
                  <a:cubicBezTo>
                    <a:pt x="128" y="224"/>
                    <a:pt x="128" y="223"/>
                    <a:pt x="128" y="221"/>
                  </a:cubicBezTo>
                  <a:cubicBezTo>
                    <a:pt x="128" y="219"/>
                    <a:pt x="128" y="218"/>
                    <a:pt x="127" y="216"/>
                  </a:cubicBezTo>
                  <a:cubicBezTo>
                    <a:pt x="127" y="215"/>
                    <a:pt x="126" y="214"/>
                    <a:pt x="126" y="212"/>
                  </a:cubicBezTo>
                  <a:cubicBezTo>
                    <a:pt x="126" y="211"/>
                    <a:pt x="126" y="210"/>
                    <a:pt x="127" y="209"/>
                  </a:cubicBezTo>
                  <a:cubicBezTo>
                    <a:pt x="127" y="207"/>
                    <a:pt x="128" y="206"/>
                    <a:pt x="128" y="204"/>
                  </a:cubicBezTo>
                  <a:cubicBezTo>
                    <a:pt x="128" y="203"/>
                    <a:pt x="129" y="202"/>
                    <a:pt x="129" y="201"/>
                  </a:cubicBezTo>
                  <a:cubicBezTo>
                    <a:pt x="129" y="199"/>
                    <a:pt x="127" y="197"/>
                    <a:pt x="127" y="196"/>
                  </a:cubicBezTo>
                  <a:cubicBezTo>
                    <a:pt x="127" y="196"/>
                    <a:pt x="127" y="196"/>
                    <a:pt x="127" y="196"/>
                  </a:cubicBezTo>
                  <a:cubicBezTo>
                    <a:pt x="126" y="195"/>
                    <a:pt x="123" y="194"/>
                    <a:pt x="122" y="193"/>
                  </a:cubicBezTo>
                  <a:cubicBezTo>
                    <a:pt x="122" y="193"/>
                    <a:pt x="122" y="193"/>
                    <a:pt x="122" y="193"/>
                  </a:cubicBezTo>
                  <a:cubicBezTo>
                    <a:pt x="121" y="193"/>
                    <a:pt x="120" y="192"/>
                    <a:pt x="120" y="192"/>
                  </a:cubicBezTo>
                  <a:cubicBezTo>
                    <a:pt x="120" y="192"/>
                    <a:pt x="119" y="192"/>
                    <a:pt x="118" y="192"/>
                  </a:cubicBezTo>
                  <a:cubicBezTo>
                    <a:pt x="118" y="192"/>
                    <a:pt x="118" y="192"/>
                    <a:pt x="118" y="192"/>
                  </a:cubicBezTo>
                  <a:cubicBezTo>
                    <a:pt x="117" y="192"/>
                    <a:pt x="117" y="192"/>
                    <a:pt x="116" y="192"/>
                  </a:cubicBezTo>
                  <a:cubicBezTo>
                    <a:pt x="115" y="192"/>
                    <a:pt x="114" y="192"/>
                    <a:pt x="113" y="193"/>
                  </a:cubicBezTo>
                  <a:cubicBezTo>
                    <a:pt x="112" y="193"/>
                    <a:pt x="111" y="192"/>
                    <a:pt x="110" y="192"/>
                  </a:cubicBezTo>
                  <a:cubicBezTo>
                    <a:pt x="110" y="192"/>
                    <a:pt x="110" y="192"/>
                    <a:pt x="109" y="192"/>
                  </a:cubicBezTo>
                  <a:cubicBezTo>
                    <a:pt x="108" y="191"/>
                    <a:pt x="107" y="191"/>
                    <a:pt x="107" y="191"/>
                  </a:cubicBezTo>
                  <a:cubicBezTo>
                    <a:pt x="106" y="191"/>
                    <a:pt x="106" y="191"/>
                    <a:pt x="106" y="191"/>
                  </a:cubicBezTo>
                  <a:cubicBezTo>
                    <a:pt x="105" y="191"/>
                    <a:pt x="104" y="190"/>
                    <a:pt x="104" y="191"/>
                  </a:cubicBezTo>
                  <a:cubicBezTo>
                    <a:pt x="102" y="190"/>
                    <a:pt x="101" y="188"/>
                    <a:pt x="100" y="187"/>
                  </a:cubicBezTo>
                  <a:cubicBezTo>
                    <a:pt x="100" y="186"/>
                    <a:pt x="100" y="185"/>
                    <a:pt x="99" y="184"/>
                  </a:cubicBezTo>
                  <a:cubicBezTo>
                    <a:pt x="99" y="184"/>
                    <a:pt x="97" y="183"/>
                    <a:pt x="96" y="182"/>
                  </a:cubicBezTo>
                  <a:cubicBezTo>
                    <a:pt x="95" y="182"/>
                    <a:pt x="94" y="181"/>
                    <a:pt x="93" y="181"/>
                  </a:cubicBezTo>
                  <a:cubicBezTo>
                    <a:pt x="92" y="181"/>
                    <a:pt x="91" y="182"/>
                    <a:pt x="89" y="182"/>
                  </a:cubicBezTo>
                  <a:cubicBezTo>
                    <a:pt x="88" y="182"/>
                    <a:pt x="86" y="181"/>
                    <a:pt x="85" y="180"/>
                  </a:cubicBezTo>
                  <a:cubicBezTo>
                    <a:pt x="83" y="180"/>
                    <a:pt x="82" y="179"/>
                    <a:pt x="81" y="178"/>
                  </a:cubicBezTo>
                  <a:cubicBezTo>
                    <a:pt x="80" y="177"/>
                    <a:pt x="80" y="175"/>
                    <a:pt x="78" y="175"/>
                  </a:cubicBezTo>
                  <a:cubicBezTo>
                    <a:pt x="77" y="175"/>
                    <a:pt x="75" y="178"/>
                    <a:pt x="73" y="179"/>
                  </a:cubicBezTo>
                  <a:cubicBezTo>
                    <a:pt x="72" y="179"/>
                    <a:pt x="71" y="179"/>
                    <a:pt x="70" y="179"/>
                  </a:cubicBezTo>
                  <a:cubicBezTo>
                    <a:pt x="70" y="179"/>
                    <a:pt x="70" y="179"/>
                    <a:pt x="69" y="179"/>
                  </a:cubicBezTo>
                  <a:cubicBezTo>
                    <a:pt x="69" y="179"/>
                    <a:pt x="69" y="178"/>
                    <a:pt x="68" y="178"/>
                  </a:cubicBezTo>
                  <a:cubicBezTo>
                    <a:pt x="68" y="178"/>
                    <a:pt x="68" y="178"/>
                    <a:pt x="68" y="178"/>
                  </a:cubicBezTo>
                  <a:cubicBezTo>
                    <a:pt x="67" y="178"/>
                    <a:pt x="66" y="177"/>
                    <a:pt x="66" y="177"/>
                  </a:cubicBezTo>
                  <a:cubicBezTo>
                    <a:pt x="63" y="177"/>
                    <a:pt x="63" y="179"/>
                    <a:pt x="61" y="180"/>
                  </a:cubicBezTo>
                  <a:cubicBezTo>
                    <a:pt x="61" y="181"/>
                    <a:pt x="60" y="181"/>
                    <a:pt x="60" y="181"/>
                  </a:cubicBezTo>
                  <a:cubicBezTo>
                    <a:pt x="60" y="182"/>
                    <a:pt x="59" y="182"/>
                    <a:pt x="59" y="182"/>
                  </a:cubicBezTo>
                  <a:cubicBezTo>
                    <a:pt x="58" y="183"/>
                    <a:pt x="59" y="185"/>
                    <a:pt x="58" y="186"/>
                  </a:cubicBezTo>
                  <a:cubicBezTo>
                    <a:pt x="59" y="188"/>
                    <a:pt x="58" y="189"/>
                    <a:pt x="58" y="191"/>
                  </a:cubicBezTo>
                  <a:cubicBezTo>
                    <a:pt x="58" y="191"/>
                    <a:pt x="58" y="191"/>
                    <a:pt x="58" y="191"/>
                  </a:cubicBezTo>
                  <a:cubicBezTo>
                    <a:pt x="58" y="192"/>
                    <a:pt x="58" y="192"/>
                    <a:pt x="58" y="193"/>
                  </a:cubicBezTo>
                  <a:cubicBezTo>
                    <a:pt x="58" y="193"/>
                    <a:pt x="58" y="193"/>
                    <a:pt x="58" y="193"/>
                  </a:cubicBezTo>
                  <a:cubicBezTo>
                    <a:pt x="58" y="192"/>
                    <a:pt x="58" y="191"/>
                    <a:pt x="58" y="191"/>
                  </a:cubicBezTo>
                  <a:cubicBezTo>
                    <a:pt x="57" y="191"/>
                    <a:pt x="57" y="190"/>
                    <a:pt x="56" y="190"/>
                  </a:cubicBezTo>
                  <a:cubicBezTo>
                    <a:pt x="55" y="189"/>
                    <a:pt x="55" y="190"/>
                    <a:pt x="54" y="190"/>
                  </a:cubicBezTo>
                  <a:cubicBezTo>
                    <a:pt x="52" y="189"/>
                    <a:pt x="51" y="186"/>
                    <a:pt x="51" y="184"/>
                  </a:cubicBezTo>
                  <a:cubicBezTo>
                    <a:pt x="52" y="182"/>
                    <a:pt x="53" y="180"/>
                    <a:pt x="54" y="179"/>
                  </a:cubicBezTo>
                  <a:cubicBezTo>
                    <a:pt x="54" y="177"/>
                    <a:pt x="53" y="175"/>
                    <a:pt x="52" y="175"/>
                  </a:cubicBezTo>
                  <a:cubicBezTo>
                    <a:pt x="51" y="174"/>
                    <a:pt x="49" y="175"/>
                    <a:pt x="48" y="173"/>
                  </a:cubicBezTo>
                  <a:cubicBezTo>
                    <a:pt x="49" y="172"/>
                    <a:pt x="50" y="171"/>
                    <a:pt x="50" y="170"/>
                  </a:cubicBezTo>
                  <a:cubicBezTo>
                    <a:pt x="50" y="169"/>
                    <a:pt x="50" y="168"/>
                    <a:pt x="51" y="168"/>
                  </a:cubicBezTo>
                  <a:cubicBezTo>
                    <a:pt x="51" y="166"/>
                    <a:pt x="52" y="165"/>
                    <a:pt x="52" y="164"/>
                  </a:cubicBezTo>
                  <a:cubicBezTo>
                    <a:pt x="50" y="163"/>
                    <a:pt x="49" y="163"/>
                    <a:pt x="48" y="164"/>
                  </a:cubicBezTo>
                  <a:cubicBezTo>
                    <a:pt x="47" y="165"/>
                    <a:pt x="47" y="165"/>
                    <a:pt x="47" y="166"/>
                  </a:cubicBezTo>
                  <a:cubicBezTo>
                    <a:pt x="46" y="166"/>
                    <a:pt x="46" y="167"/>
                    <a:pt x="45" y="167"/>
                  </a:cubicBezTo>
                  <a:cubicBezTo>
                    <a:pt x="45" y="167"/>
                    <a:pt x="44" y="167"/>
                    <a:pt x="43" y="167"/>
                  </a:cubicBezTo>
                  <a:cubicBezTo>
                    <a:pt x="42" y="167"/>
                    <a:pt x="42" y="167"/>
                    <a:pt x="41" y="167"/>
                  </a:cubicBezTo>
                  <a:cubicBezTo>
                    <a:pt x="40" y="167"/>
                    <a:pt x="40" y="164"/>
                    <a:pt x="40" y="163"/>
                  </a:cubicBezTo>
                  <a:cubicBezTo>
                    <a:pt x="39" y="162"/>
                    <a:pt x="39" y="161"/>
                    <a:pt x="39" y="160"/>
                  </a:cubicBezTo>
                  <a:cubicBezTo>
                    <a:pt x="39" y="159"/>
                    <a:pt x="39" y="158"/>
                    <a:pt x="39" y="158"/>
                  </a:cubicBezTo>
                  <a:cubicBezTo>
                    <a:pt x="40" y="155"/>
                    <a:pt x="40" y="154"/>
                    <a:pt x="41" y="152"/>
                  </a:cubicBezTo>
                  <a:cubicBezTo>
                    <a:pt x="42" y="151"/>
                    <a:pt x="41" y="150"/>
                    <a:pt x="42" y="149"/>
                  </a:cubicBezTo>
                  <a:cubicBezTo>
                    <a:pt x="42" y="148"/>
                    <a:pt x="44" y="148"/>
                    <a:pt x="46" y="147"/>
                  </a:cubicBezTo>
                  <a:cubicBezTo>
                    <a:pt x="47" y="147"/>
                    <a:pt x="48" y="146"/>
                    <a:pt x="49" y="147"/>
                  </a:cubicBezTo>
                  <a:cubicBezTo>
                    <a:pt x="50" y="147"/>
                    <a:pt x="50" y="148"/>
                    <a:pt x="51" y="148"/>
                  </a:cubicBezTo>
                  <a:cubicBezTo>
                    <a:pt x="51" y="149"/>
                    <a:pt x="52" y="149"/>
                    <a:pt x="53" y="149"/>
                  </a:cubicBezTo>
                  <a:cubicBezTo>
                    <a:pt x="54" y="149"/>
                    <a:pt x="55" y="148"/>
                    <a:pt x="56" y="148"/>
                  </a:cubicBezTo>
                  <a:cubicBezTo>
                    <a:pt x="57" y="148"/>
                    <a:pt x="59" y="149"/>
                    <a:pt x="59" y="149"/>
                  </a:cubicBezTo>
                  <a:cubicBezTo>
                    <a:pt x="60" y="150"/>
                    <a:pt x="60" y="151"/>
                    <a:pt x="60" y="152"/>
                  </a:cubicBezTo>
                  <a:cubicBezTo>
                    <a:pt x="61" y="153"/>
                    <a:pt x="61" y="154"/>
                    <a:pt x="61" y="155"/>
                  </a:cubicBezTo>
                  <a:cubicBezTo>
                    <a:pt x="61" y="155"/>
                    <a:pt x="61" y="156"/>
                    <a:pt x="61" y="157"/>
                  </a:cubicBezTo>
                  <a:cubicBezTo>
                    <a:pt x="61" y="158"/>
                    <a:pt x="61" y="158"/>
                    <a:pt x="61" y="158"/>
                  </a:cubicBezTo>
                  <a:cubicBezTo>
                    <a:pt x="61" y="159"/>
                    <a:pt x="61" y="159"/>
                    <a:pt x="62" y="160"/>
                  </a:cubicBezTo>
                  <a:cubicBezTo>
                    <a:pt x="63" y="159"/>
                    <a:pt x="63" y="159"/>
                    <a:pt x="63" y="159"/>
                  </a:cubicBezTo>
                  <a:cubicBezTo>
                    <a:pt x="63" y="158"/>
                    <a:pt x="63" y="158"/>
                    <a:pt x="63" y="158"/>
                  </a:cubicBezTo>
                  <a:cubicBezTo>
                    <a:pt x="63" y="158"/>
                    <a:pt x="64" y="155"/>
                    <a:pt x="64" y="154"/>
                  </a:cubicBezTo>
                  <a:cubicBezTo>
                    <a:pt x="64" y="154"/>
                    <a:pt x="64" y="153"/>
                    <a:pt x="64" y="153"/>
                  </a:cubicBezTo>
                  <a:cubicBezTo>
                    <a:pt x="64" y="152"/>
                    <a:pt x="64" y="151"/>
                    <a:pt x="64" y="151"/>
                  </a:cubicBezTo>
                  <a:cubicBezTo>
                    <a:pt x="64" y="148"/>
                    <a:pt x="66" y="147"/>
                    <a:pt x="67" y="146"/>
                  </a:cubicBezTo>
                  <a:cubicBezTo>
                    <a:pt x="67" y="146"/>
                    <a:pt x="67" y="146"/>
                    <a:pt x="67" y="146"/>
                  </a:cubicBezTo>
                  <a:cubicBezTo>
                    <a:pt x="68" y="146"/>
                    <a:pt x="69" y="145"/>
                    <a:pt x="70" y="145"/>
                  </a:cubicBezTo>
                  <a:cubicBezTo>
                    <a:pt x="70" y="145"/>
                    <a:pt x="70" y="145"/>
                    <a:pt x="70" y="145"/>
                  </a:cubicBezTo>
                  <a:cubicBezTo>
                    <a:pt x="72" y="144"/>
                    <a:pt x="74" y="143"/>
                    <a:pt x="74" y="141"/>
                  </a:cubicBezTo>
                  <a:cubicBezTo>
                    <a:pt x="75" y="140"/>
                    <a:pt x="74" y="139"/>
                    <a:pt x="75" y="138"/>
                  </a:cubicBezTo>
                  <a:cubicBezTo>
                    <a:pt x="75" y="137"/>
                    <a:pt x="76" y="138"/>
                    <a:pt x="76" y="137"/>
                  </a:cubicBezTo>
                  <a:cubicBezTo>
                    <a:pt x="76" y="136"/>
                    <a:pt x="77" y="135"/>
                    <a:pt x="77" y="135"/>
                  </a:cubicBezTo>
                  <a:cubicBezTo>
                    <a:pt x="80" y="133"/>
                    <a:pt x="84" y="129"/>
                    <a:pt x="88" y="128"/>
                  </a:cubicBezTo>
                  <a:cubicBezTo>
                    <a:pt x="89" y="128"/>
                    <a:pt x="89" y="128"/>
                    <a:pt x="90" y="128"/>
                  </a:cubicBezTo>
                  <a:cubicBezTo>
                    <a:pt x="90" y="128"/>
                    <a:pt x="91" y="127"/>
                    <a:pt x="91" y="127"/>
                  </a:cubicBezTo>
                  <a:cubicBezTo>
                    <a:pt x="92" y="128"/>
                    <a:pt x="93" y="128"/>
                    <a:pt x="93" y="128"/>
                  </a:cubicBezTo>
                  <a:cubicBezTo>
                    <a:pt x="94" y="128"/>
                    <a:pt x="95" y="128"/>
                    <a:pt x="96" y="128"/>
                  </a:cubicBezTo>
                  <a:cubicBezTo>
                    <a:pt x="96" y="128"/>
                    <a:pt x="97" y="128"/>
                    <a:pt x="97" y="128"/>
                  </a:cubicBezTo>
                  <a:cubicBezTo>
                    <a:pt x="97" y="128"/>
                    <a:pt x="97" y="128"/>
                    <a:pt x="97" y="128"/>
                  </a:cubicBezTo>
                  <a:cubicBezTo>
                    <a:pt x="98" y="128"/>
                    <a:pt x="98" y="128"/>
                    <a:pt x="98" y="127"/>
                  </a:cubicBezTo>
                  <a:cubicBezTo>
                    <a:pt x="100" y="127"/>
                    <a:pt x="103" y="127"/>
                    <a:pt x="103" y="124"/>
                  </a:cubicBezTo>
                  <a:cubicBezTo>
                    <a:pt x="103" y="124"/>
                    <a:pt x="102" y="124"/>
                    <a:pt x="103" y="123"/>
                  </a:cubicBezTo>
                  <a:cubicBezTo>
                    <a:pt x="101" y="123"/>
                    <a:pt x="100" y="124"/>
                    <a:pt x="99" y="124"/>
                  </a:cubicBezTo>
                  <a:cubicBezTo>
                    <a:pt x="97" y="122"/>
                    <a:pt x="99" y="119"/>
                    <a:pt x="98" y="117"/>
                  </a:cubicBezTo>
                  <a:cubicBezTo>
                    <a:pt x="97" y="116"/>
                    <a:pt x="96" y="117"/>
                    <a:pt x="95" y="117"/>
                  </a:cubicBezTo>
                  <a:cubicBezTo>
                    <a:pt x="93" y="118"/>
                    <a:pt x="92" y="119"/>
                    <a:pt x="91" y="117"/>
                  </a:cubicBezTo>
                  <a:cubicBezTo>
                    <a:pt x="92" y="116"/>
                    <a:pt x="93" y="116"/>
                    <a:pt x="94" y="115"/>
                  </a:cubicBezTo>
                  <a:cubicBezTo>
                    <a:pt x="95" y="115"/>
                    <a:pt x="96" y="114"/>
                    <a:pt x="97" y="114"/>
                  </a:cubicBezTo>
                  <a:cubicBezTo>
                    <a:pt x="99" y="114"/>
                    <a:pt x="102" y="116"/>
                    <a:pt x="104" y="116"/>
                  </a:cubicBezTo>
                  <a:cubicBezTo>
                    <a:pt x="104" y="116"/>
                    <a:pt x="105" y="115"/>
                    <a:pt x="105" y="115"/>
                  </a:cubicBezTo>
                  <a:cubicBezTo>
                    <a:pt x="105" y="115"/>
                    <a:pt x="106" y="116"/>
                    <a:pt x="106" y="115"/>
                  </a:cubicBezTo>
                  <a:cubicBezTo>
                    <a:pt x="107" y="115"/>
                    <a:pt x="108" y="114"/>
                    <a:pt x="109" y="114"/>
                  </a:cubicBezTo>
                  <a:cubicBezTo>
                    <a:pt x="111" y="113"/>
                    <a:pt x="112" y="113"/>
                    <a:pt x="112" y="112"/>
                  </a:cubicBezTo>
                  <a:cubicBezTo>
                    <a:pt x="113" y="111"/>
                    <a:pt x="112" y="109"/>
                    <a:pt x="111" y="109"/>
                  </a:cubicBezTo>
                  <a:cubicBezTo>
                    <a:pt x="110" y="107"/>
                    <a:pt x="109" y="106"/>
                    <a:pt x="108" y="105"/>
                  </a:cubicBezTo>
                  <a:cubicBezTo>
                    <a:pt x="108" y="104"/>
                    <a:pt x="107" y="103"/>
                    <a:pt x="107" y="102"/>
                  </a:cubicBezTo>
                  <a:cubicBezTo>
                    <a:pt x="107" y="101"/>
                    <a:pt x="108" y="100"/>
                    <a:pt x="108" y="99"/>
                  </a:cubicBezTo>
                  <a:cubicBezTo>
                    <a:pt x="108" y="99"/>
                    <a:pt x="108" y="98"/>
                    <a:pt x="108" y="98"/>
                  </a:cubicBezTo>
                  <a:cubicBezTo>
                    <a:pt x="108" y="97"/>
                    <a:pt x="108" y="96"/>
                    <a:pt x="108" y="96"/>
                  </a:cubicBezTo>
                  <a:cubicBezTo>
                    <a:pt x="108" y="95"/>
                    <a:pt x="108" y="93"/>
                    <a:pt x="107" y="93"/>
                  </a:cubicBezTo>
                  <a:cubicBezTo>
                    <a:pt x="106" y="93"/>
                    <a:pt x="105" y="95"/>
                    <a:pt x="103" y="95"/>
                  </a:cubicBezTo>
                  <a:cubicBezTo>
                    <a:pt x="103" y="95"/>
                    <a:pt x="103" y="95"/>
                    <a:pt x="102" y="94"/>
                  </a:cubicBezTo>
                  <a:cubicBezTo>
                    <a:pt x="101" y="93"/>
                    <a:pt x="101" y="93"/>
                    <a:pt x="101" y="91"/>
                  </a:cubicBezTo>
                  <a:cubicBezTo>
                    <a:pt x="101" y="91"/>
                    <a:pt x="102" y="89"/>
                    <a:pt x="102" y="88"/>
                  </a:cubicBezTo>
                  <a:cubicBezTo>
                    <a:pt x="102" y="87"/>
                    <a:pt x="101" y="87"/>
                    <a:pt x="101" y="86"/>
                  </a:cubicBezTo>
                  <a:cubicBezTo>
                    <a:pt x="100" y="84"/>
                    <a:pt x="100" y="84"/>
                    <a:pt x="99" y="84"/>
                  </a:cubicBezTo>
                  <a:cubicBezTo>
                    <a:pt x="99" y="83"/>
                    <a:pt x="98" y="84"/>
                    <a:pt x="97" y="84"/>
                  </a:cubicBezTo>
                  <a:cubicBezTo>
                    <a:pt x="96" y="84"/>
                    <a:pt x="96" y="83"/>
                    <a:pt x="95" y="83"/>
                  </a:cubicBezTo>
                  <a:cubicBezTo>
                    <a:pt x="94" y="84"/>
                    <a:pt x="94" y="85"/>
                    <a:pt x="93" y="86"/>
                  </a:cubicBezTo>
                  <a:cubicBezTo>
                    <a:pt x="93" y="87"/>
                    <a:pt x="93" y="88"/>
                    <a:pt x="92" y="88"/>
                  </a:cubicBezTo>
                  <a:cubicBezTo>
                    <a:pt x="91" y="90"/>
                    <a:pt x="90" y="90"/>
                    <a:pt x="90" y="91"/>
                  </a:cubicBezTo>
                  <a:cubicBezTo>
                    <a:pt x="90" y="93"/>
                    <a:pt x="90" y="96"/>
                    <a:pt x="88" y="98"/>
                  </a:cubicBezTo>
                  <a:cubicBezTo>
                    <a:pt x="87" y="99"/>
                    <a:pt x="86" y="99"/>
                    <a:pt x="85" y="100"/>
                  </a:cubicBezTo>
                  <a:cubicBezTo>
                    <a:pt x="83" y="103"/>
                    <a:pt x="83" y="108"/>
                    <a:pt x="80" y="107"/>
                  </a:cubicBezTo>
                  <a:cubicBezTo>
                    <a:pt x="79" y="105"/>
                    <a:pt x="79" y="103"/>
                    <a:pt x="80" y="100"/>
                  </a:cubicBezTo>
                  <a:cubicBezTo>
                    <a:pt x="80" y="98"/>
                    <a:pt x="79" y="98"/>
                    <a:pt x="78" y="98"/>
                  </a:cubicBezTo>
                  <a:cubicBezTo>
                    <a:pt x="78" y="98"/>
                    <a:pt x="78" y="97"/>
                    <a:pt x="78" y="97"/>
                  </a:cubicBezTo>
                  <a:cubicBezTo>
                    <a:pt x="77" y="97"/>
                    <a:pt x="77" y="97"/>
                    <a:pt x="76" y="97"/>
                  </a:cubicBezTo>
                  <a:cubicBezTo>
                    <a:pt x="76" y="96"/>
                    <a:pt x="76" y="96"/>
                    <a:pt x="76" y="96"/>
                  </a:cubicBezTo>
                  <a:cubicBezTo>
                    <a:pt x="76" y="95"/>
                    <a:pt x="75" y="94"/>
                    <a:pt x="75" y="93"/>
                  </a:cubicBezTo>
                  <a:cubicBezTo>
                    <a:pt x="75" y="92"/>
                    <a:pt x="74" y="92"/>
                    <a:pt x="74" y="92"/>
                  </a:cubicBezTo>
                  <a:cubicBezTo>
                    <a:pt x="74" y="92"/>
                    <a:pt x="74" y="91"/>
                    <a:pt x="74" y="91"/>
                  </a:cubicBezTo>
                  <a:cubicBezTo>
                    <a:pt x="74" y="91"/>
                    <a:pt x="73" y="91"/>
                    <a:pt x="73" y="91"/>
                  </a:cubicBezTo>
                  <a:cubicBezTo>
                    <a:pt x="73" y="90"/>
                    <a:pt x="72" y="90"/>
                    <a:pt x="71" y="89"/>
                  </a:cubicBezTo>
                  <a:cubicBezTo>
                    <a:pt x="71" y="89"/>
                    <a:pt x="72" y="88"/>
                    <a:pt x="72" y="87"/>
                  </a:cubicBezTo>
                  <a:cubicBezTo>
                    <a:pt x="70" y="86"/>
                    <a:pt x="69" y="84"/>
                    <a:pt x="72" y="81"/>
                  </a:cubicBezTo>
                  <a:cubicBezTo>
                    <a:pt x="72" y="81"/>
                    <a:pt x="74" y="80"/>
                    <a:pt x="75" y="79"/>
                  </a:cubicBezTo>
                  <a:cubicBezTo>
                    <a:pt x="76" y="79"/>
                    <a:pt x="77" y="78"/>
                    <a:pt x="77" y="77"/>
                  </a:cubicBezTo>
                  <a:cubicBezTo>
                    <a:pt x="78" y="77"/>
                    <a:pt x="79" y="76"/>
                    <a:pt x="80" y="76"/>
                  </a:cubicBezTo>
                  <a:cubicBezTo>
                    <a:pt x="82" y="75"/>
                    <a:pt x="84" y="76"/>
                    <a:pt x="85" y="75"/>
                  </a:cubicBezTo>
                  <a:cubicBezTo>
                    <a:pt x="86" y="76"/>
                    <a:pt x="85" y="78"/>
                    <a:pt x="86" y="78"/>
                  </a:cubicBezTo>
                  <a:cubicBezTo>
                    <a:pt x="87" y="79"/>
                    <a:pt x="89" y="78"/>
                    <a:pt x="89" y="77"/>
                  </a:cubicBezTo>
                  <a:cubicBezTo>
                    <a:pt x="90" y="75"/>
                    <a:pt x="89" y="75"/>
                    <a:pt x="89" y="73"/>
                  </a:cubicBezTo>
                  <a:cubicBezTo>
                    <a:pt x="91" y="72"/>
                    <a:pt x="94" y="72"/>
                    <a:pt x="95" y="70"/>
                  </a:cubicBezTo>
                  <a:cubicBezTo>
                    <a:pt x="96" y="69"/>
                    <a:pt x="96" y="68"/>
                    <a:pt x="95" y="68"/>
                  </a:cubicBezTo>
                  <a:cubicBezTo>
                    <a:pt x="95" y="67"/>
                    <a:pt x="95" y="65"/>
                    <a:pt x="96" y="64"/>
                  </a:cubicBezTo>
                  <a:cubicBezTo>
                    <a:pt x="97" y="63"/>
                    <a:pt x="99" y="62"/>
                    <a:pt x="101" y="62"/>
                  </a:cubicBezTo>
                  <a:cubicBezTo>
                    <a:pt x="103" y="61"/>
                    <a:pt x="103" y="63"/>
                    <a:pt x="104" y="64"/>
                  </a:cubicBezTo>
                  <a:cubicBezTo>
                    <a:pt x="104" y="65"/>
                    <a:pt x="104" y="65"/>
                    <a:pt x="105" y="65"/>
                  </a:cubicBezTo>
                  <a:cubicBezTo>
                    <a:pt x="105" y="67"/>
                    <a:pt x="107" y="68"/>
                    <a:pt x="106" y="70"/>
                  </a:cubicBezTo>
                  <a:cubicBezTo>
                    <a:pt x="105" y="72"/>
                    <a:pt x="104" y="73"/>
                    <a:pt x="103" y="74"/>
                  </a:cubicBezTo>
                  <a:cubicBezTo>
                    <a:pt x="103" y="75"/>
                    <a:pt x="102" y="76"/>
                    <a:pt x="101" y="76"/>
                  </a:cubicBezTo>
                  <a:cubicBezTo>
                    <a:pt x="99" y="76"/>
                    <a:pt x="96" y="76"/>
                    <a:pt x="95" y="80"/>
                  </a:cubicBezTo>
                  <a:cubicBezTo>
                    <a:pt x="96" y="81"/>
                    <a:pt x="98" y="80"/>
                    <a:pt x="98" y="81"/>
                  </a:cubicBezTo>
                  <a:cubicBezTo>
                    <a:pt x="100" y="81"/>
                    <a:pt x="102" y="82"/>
                    <a:pt x="102" y="83"/>
                  </a:cubicBezTo>
                  <a:cubicBezTo>
                    <a:pt x="103" y="84"/>
                    <a:pt x="103" y="84"/>
                    <a:pt x="103" y="85"/>
                  </a:cubicBezTo>
                  <a:cubicBezTo>
                    <a:pt x="104" y="85"/>
                    <a:pt x="105" y="86"/>
                    <a:pt x="106" y="86"/>
                  </a:cubicBezTo>
                  <a:cubicBezTo>
                    <a:pt x="106" y="86"/>
                    <a:pt x="107" y="87"/>
                    <a:pt x="108" y="86"/>
                  </a:cubicBezTo>
                  <a:cubicBezTo>
                    <a:pt x="109" y="84"/>
                    <a:pt x="105" y="84"/>
                    <a:pt x="106" y="82"/>
                  </a:cubicBezTo>
                  <a:cubicBezTo>
                    <a:pt x="108" y="81"/>
                    <a:pt x="109" y="85"/>
                    <a:pt x="111" y="82"/>
                  </a:cubicBezTo>
                  <a:cubicBezTo>
                    <a:pt x="112" y="80"/>
                    <a:pt x="109" y="79"/>
                    <a:pt x="110" y="77"/>
                  </a:cubicBezTo>
                  <a:cubicBezTo>
                    <a:pt x="111" y="77"/>
                    <a:pt x="111" y="76"/>
                    <a:pt x="111" y="76"/>
                  </a:cubicBezTo>
                  <a:cubicBezTo>
                    <a:pt x="112" y="77"/>
                    <a:pt x="112" y="77"/>
                    <a:pt x="112" y="78"/>
                  </a:cubicBezTo>
                  <a:cubicBezTo>
                    <a:pt x="112" y="78"/>
                    <a:pt x="113" y="78"/>
                    <a:pt x="113" y="78"/>
                  </a:cubicBezTo>
                  <a:cubicBezTo>
                    <a:pt x="113" y="79"/>
                    <a:pt x="113" y="80"/>
                    <a:pt x="114" y="80"/>
                  </a:cubicBezTo>
                  <a:cubicBezTo>
                    <a:pt x="115" y="80"/>
                    <a:pt x="116" y="80"/>
                    <a:pt x="116" y="79"/>
                  </a:cubicBezTo>
                  <a:cubicBezTo>
                    <a:pt x="117" y="78"/>
                    <a:pt x="117" y="77"/>
                    <a:pt x="118" y="76"/>
                  </a:cubicBezTo>
                  <a:cubicBezTo>
                    <a:pt x="118" y="76"/>
                    <a:pt x="118" y="76"/>
                    <a:pt x="118" y="75"/>
                  </a:cubicBezTo>
                  <a:cubicBezTo>
                    <a:pt x="118" y="75"/>
                    <a:pt x="118" y="75"/>
                    <a:pt x="118" y="74"/>
                  </a:cubicBezTo>
                  <a:cubicBezTo>
                    <a:pt x="118" y="73"/>
                    <a:pt x="115" y="71"/>
                    <a:pt x="115" y="70"/>
                  </a:cubicBezTo>
                  <a:cubicBezTo>
                    <a:pt x="114" y="69"/>
                    <a:pt x="114" y="69"/>
                    <a:pt x="114" y="68"/>
                  </a:cubicBezTo>
                  <a:cubicBezTo>
                    <a:pt x="114" y="66"/>
                    <a:pt x="114" y="66"/>
                    <a:pt x="114" y="65"/>
                  </a:cubicBezTo>
                  <a:cubicBezTo>
                    <a:pt x="114" y="63"/>
                    <a:pt x="111" y="62"/>
                    <a:pt x="111" y="60"/>
                  </a:cubicBezTo>
                  <a:cubicBezTo>
                    <a:pt x="111" y="59"/>
                    <a:pt x="112" y="58"/>
                    <a:pt x="112" y="57"/>
                  </a:cubicBezTo>
                  <a:cubicBezTo>
                    <a:pt x="111" y="56"/>
                    <a:pt x="109" y="56"/>
                    <a:pt x="108" y="56"/>
                  </a:cubicBezTo>
                  <a:cubicBezTo>
                    <a:pt x="108" y="55"/>
                    <a:pt x="108" y="54"/>
                    <a:pt x="108" y="53"/>
                  </a:cubicBezTo>
                  <a:cubicBezTo>
                    <a:pt x="107" y="53"/>
                    <a:pt x="106" y="52"/>
                    <a:pt x="105" y="52"/>
                  </a:cubicBezTo>
                  <a:cubicBezTo>
                    <a:pt x="105" y="52"/>
                    <a:pt x="104" y="52"/>
                    <a:pt x="103" y="52"/>
                  </a:cubicBezTo>
                  <a:cubicBezTo>
                    <a:pt x="103" y="52"/>
                    <a:pt x="102" y="52"/>
                    <a:pt x="102" y="52"/>
                  </a:cubicBezTo>
                  <a:cubicBezTo>
                    <a:pt x="100" y="51"/>
                    <a:pt x="98" y="51"/>
                    <a:pt x="97" y="51"/>
                  </a:cubicBezTo>
                  <a:cubicBezTo>
                    <a:pt x="96" y="51"/>
                    <a:pt x="96" y="51"/>
                    <a:pt x="95" y="52"/>
                  </a:cubicBezTo>
                  <a:cubicBezTo>
                    <a:pt x="94" y="53"/>
                    <a:pt x="92" y="54"/>
                    <a:pt x="92" y="55"/>
                  </a:cubicBezTo>
                  <a:cubicBezTo>
                    <a:pt x="91" y="56"/>
                    <a:pt x="92" y="57"/>
                    <a:pt x="92" y="57"/>
                  </a:cubicBezTo>
                  <a:cubicBezTo>
                    <a:pt x="92" y="59"/>
                    <a:pt x="92" y="60"/>
                    <a:pt x="92" y="62"/>
                  </a:cubicBezTo>
                  <a:cubicBezTo>
                    <a:pt x="92" y="62"/>
                    <a:pt x="94" y="63"/>
                    <a:pt x="93" y="64"/>
                  </a:cubicBezTo>
                  <a:cubicBezTo>
                    <a:pt x="93" y="65"/>
                    <a:pt x="92" y="66"/>
                    <a:pt x="91" y="66"/>
                  </a:cubicBezTo>
                  <a:cubicBezTo>
                    <a:pt x="90" y="67"/>
                    <a:pt x="90" y="69"/>
                    <a:pt x="88" y="69"/>
                  </a:cubicBezTo>
                  <a:cubicBezTo>
                    <a:pt x="88" y="69"/>
                    <a:pt x="88" y="68"/>
                    <a:pt x="88" y="67"/>
                  </a:cubicBezTo>
                  <a:cubicBezTo>
                    <a:pt x="87" y="67"/>
                    <a:pt x="86" y="67"/>
                    <a:pt x="86" y="67"/>
                  </a:cubicBezTo>
                  <a:cubicBezTo>
                    <a:pt x="86" y="66"/>
                    <a:pt x="86" y="65"/>
                    <a:pt x="85" y="64"/>
                  </a:cubicBezTo>
                  <a:cubicBezTo>
                    <a:pt x="86" y="62"/>
                    <a:pt x="85" y="62"/>
                    <a:pt x="85" y="60"/>
                  </a:cubicBezTo>
                  <a:cubicBezTo>
                    <a:pt x="86" y="59"/>
                    <a:pt x="87" y="59"/>
                    <a:pt x="87" y="58"/>
                  </a:cubicBezTo>
                  <a:cubicBezTo>
                    <a:pt x="87" y="56"/>
                    <a:pt x="85" y="56"/>
                    <a:pt x="86" y="54"/>
                  </a:cubicBezTo>
                  <a:cubicBezTo>
                    <a:pt x="87" y="53"/>
                    <a:pt x="87" y="53"/>
                    <a:pt x="88" y="52"/>
                  </a:cubicBezTo>
                  <a:cubicBezTo>
                    <a:pt x="89" y="52"/>
                    <a:pt x="90" y="53"/>
                    <a:pt x="91" y="52"/>
                  </a:cubicBezTo>
                  <a:cubicBezTo>
                    <a:pt x="91" y="52"/>
                    <a:pt x="92" y="51"/>
                    <a:pt x="92" y="51"/>
                  </a:cubicBezTo>
                  <a:cubicBezTo>
                    <a:pt x="92" y="51"/>
                    <a:pt x="92" y="51"/>
                    <a:pt x="92" y="51"/>
                  </a:cubicBezTo>
                  <a:cubicBezTo>
                    <a:pt x="92" y="51"/>
                    <a:pt x="93" y="51"/>
                    <a:pt x="93" y="50"/>
                  </a:cubicBezTo>
                  <a:cubicBezTo>
                    <a:pt x="93" y="50"/>
                    <a:pt x="93" y="50"/>
                    <a:pt x="93" y="50"/>
                  </a:cubicBezTo>
                  <a:cubicBezTo>
                    <a:pt x="94" y="49"/>
                    <a:pt x="95" y="46"/>
                    <a:pt x="96" y="45"/>
                  </a:cubicBezTo>
                  <a:cubicBezTo>
                    <a:pt x="97" y="45"/>
                    <a:pt x="98" y="45"/>
                    <a:pt x="100" y="45"/>
                  </a:cubicBezTo>
                  <a:cubicBezTo>
                    <a:pt x="102" y="45"/>
                    <a:pt x="105" y="45"/>
                    <a:pt x="106" y="44"/>
                  </a:cubicBezTo>
                  <a:cubicBezTo>
                    <a:pt x="107" y="44"/>
                    <a:pt x="108" y="42"/>
                    <a:pt x="109" y="41"/>
                  </a:cubicBezTo>
                  <a:cubicBezTo>
                    <a:pt x="109" y="40"/>
                    <a:pt x="110" y="39"/>
                    <a:pt x="111" y="39"/>
                  </a:cubicBezTo>
                  <a:cubicBezTo>
                    <a:pt x="111" y="39"/>
                    <a:pt x="111" y="38"/>
                    <a:pt x="111" y="38"/>
                  </a:cubicBezTo>
                  <a:cubicBezTo>
                    <a:pt x="112" y="37"/>
                    <a:pt x="114" y="36"/>
                    <a:pt x="115" y="35"/>
                  </a:cubicBezTo>
                  <a:cubicBezTo>
                    <a:pt x="115" y="35"/>
                    <a:pt x="116" y="34"/>
                    <a:pt x="117" y="34"/>
                  </a:cubicBezTo>
                  <a:cubicBezTo>
                    <a:pt x="118" y="33"/>
                    <a:pt x="118" y="31"/>
                    <a:pt x="120" y="30"/>
                  </a:cubicBezTo>
                  <a:cubicBezTo>
                    <a:pt x="120" y="30"/>
                    <a:pt x="120" y="30"/>
                    <a:pt x="120" y="30"/>
                  </a:cubicBezTo>
                  <a:cubicBezTo>
                    <a:pt x="122" y="29"/>
                    <a:pt x="124" y="28"/>
                    <a:pt x="126" y="27"/>
                  </a:cubicBezTo>
                  <a:cubicBezTo>
                    <a:pt x="127" y="26"/>
                    <a:pt x="127" y="26"/>
                    <a:pt x="128" y="25"/>
                  </a:cubicBezTo>
                  <a:cubicBezTo>
                    <a:pt x="129" y="25"/>
                    <a:pt x="130" y="25"/>
                    <a:pt x="130" y="24"/>
                  </a:cubicBezTo>
                  <a:cubicBezTo>
                    <a:pt x="131" y="24"/>
                    <a:pt x="132" y="24"/>
                    <a:pt x="132" y="24"/>
                  </a:cubicBezTo>
                  <a:cubicBezTo>
                    <a:pt x="132" y="24"/>
                    <a:pt x="133" y="23"/>
                    <a:pt x="133" y="23"/>
                  </a:cubicBezTo>
                  <a:cubicBezTo>
                    <a:pt x="133" y="23"/>
                    <a:pt x="133" y="23"/>
                    <a:pt x="134" y="23"/>
                  </a:cubicBezTo>
                  <a:cubicBezTo>
                    <a:pt x="134" y="23"/>
                    <a:pt x="134" y="23"/>
                    <a:pt x="134" y="22"/>
                  </a:cubicBezTo>
                  <a:cubicBezTo>
                    <a:pt x="135" y="22"/>
                    <a:pt x="136" y="22"/>
                    <a:pt x="136" y="21"/>
                  </a:cubicBezTo>
                  <a:cubicBezTo>
                    <a:pt x="136" y="20"/>
                    <a:pt x="135" y="19"/>
                    <a:pt x="134" y="19"/>
                  </a:cubicBezTo>
                  <a:cubicBezTo>
                    <a:pt x="134" y="18"/>
                    <a:pt x="133" y="19"/>
                    <a:pt x="132" y="19"/>
                  </a:cubicBezTo>
                  <a:cubicBezTo>
                    <a:pt x="130" y="19"/>
                    <a:pt x="128" y="18"/>
                    <a:pt x="126" y="18"/>
                  </a:cubicBezTo>
                  <a:cubicBezTo>
                    <a:pt x="125" y="18"/>
                    <a:pt x="124" y="19"/>
                    <a:pt x="123" y="19"/>
                  </a:cubicBezTo>
                  <a:cubicBezTo>
                    <a:pt x="122" y="19"/>
                    <a:pt x="121" y="18"/>
                    <a:pt x="121" y="18"/>
                  </a:cubicBezTo>
                  <a:cubicBezTo>
                    <a:pt x="120" y="18"/>
                    <a:pt x="119" y="19"/>
                    <a:pt x="118" y="19"/>
                  </a:cubicBezTo>
                  <a:cubicBezTo>
                    <a:pt x="116" y="20"/>
                    <a:pt x="114" y="20"/>
                    <a:pt x="112" y="21"/>
                  </a:cubicBezTo>
                  <a:cubicBezTo>
                    <a:pt x="111" y="21"/>
                    <a:pt x="111" y="21"/>
                    <a:pt x="111" y="21"/>
                  </a:cubicBezTo>
                  <a:cubicBezTo>
                    <a:pt x="127" y="15"/>
                    <a:pt x="144" y="12"/>
                    <a:pt x="162" y="12"/>
                  </a:cubicBezTo>
                  <a:cubicBezTo>
                    <a:pt x="194" y="12"/>
                    <a:pt x="223" y="21"/>
                    <a:pt x="247" y="37"/>
                  </a:cubicBezTo>
                  <a:cubicBezTo>
                    <a:pt x="246" y="38"/>
                    <a:pt x="245" y="39"/>
                    <a:pt x="245" y="40"/>
                  </a:cubicBezTo>
                  <a:cubicBezTo>
                    <a:pt x="244" y="40"/>
                    <a:pt x="243" y="41"/>
                    <a:pt x="243" y="41"/>
                  </a:cubicBezTo>
                  <a:cubicBezTo>
                    <a:pt x="243" y="42"/>
                    <a:pt x="243" y="42"/>
                    <a:pt x="243" y="43"/>
                  </a:cubicBezTo>
                  <a:cubicBezTo>
                    <a:pt x="242" y="44"/>
                    <a:pt x="241" y="46"/>
                    <a:pt x="241" y="47"/>
                  </a:cubicBezTo>
                  <a:cubicBezTo>
                    <a:pt x="241" y="47"/>
                    <a:pt x="242" y="48"/>
                    <a:pt x="241" y="48"/>
                  </a:cubicBezTo>
                  <a:cubicBezTo>
                    <a:pt x="242" y="49"/>
                    <a:pt x="244" y="51"/>
                    <a:pt x="245" y="51"/>
                  </a:cubicBezTo>
                  <a:cubicBezTo>
                    <a:pt x="246" y="52"/>
                    <a:pt x="248" y="52"/>
                    <a:pt x="250" y="51"/>
                  </a:cubicBezTo>
                  <a:cubicBezTo>
                    <a:pt x="249" y="49"/>
                    <a:pt x="248" y="50"/>
                    <a:pt x="247" y="48"/>
                  </a:cubicBezTo>
                  <a:cubicBezTo>
                    <a:pt x="247" y="46"/>
                    <a:pt x="247" y="45"/>
                    <a:pt x="247" y="44"/>
                  </a:cubicBezTo>
                  <a:cubicBezTo>
                    <a:pt x="247" y="43"/>
                    <a:pt x="248" y="43"/>
                    <a:pt x="248" y="42"/>
                  </a:cubicBezTo>
                  <a:cubicBezTo>
                    <a:pt x="249" y="41"/>
                    <a:pt x="250" y="40"/>
                    <a:pt x="250" y="40"/>
                  </a:cubicBezTo>
                  <a:cubicBezTo>
                    <a:pt x="254" y="43"/>
                    <a:pt x="258" y="46"/>
                    <a:pt x="262" y="49"/>
                  </a:cubicBezTo>
                  <a:cubicBezTo>
                    <a:pt x="262" y="50"/>
                    <a:pt x="261" y="50"/>
                    <a:pt x="261" y="51"/>
                  </a:cubicBezTo>
                  <a:cubicBezTo>
                    <a:pt x="261" y="52"/>
                    <a:pt x="262" y="54"/>
                    <a:pt x="261" y="55"/>
                  </a:cubicBezTo>
                  <a:cubicBezTo>
                    <a:pt x="261" y="55"/>
                    <a:pt x="262" y="56"/>
                    <a:pt x="262" y="57"/>
                  </a:cubicBezTo>
                  <a:cubicBezTo>
                    <a:pt x="262" y="56"/>
                    <a:pt x="261" y="56"/>
                    <a:pt x="261" y="56"/>
                  </a:cubicBezTo>
                  <a:cubicBezTo>
                    <a:pt x="261" y="56"/>
                    <a:pt x="260" y="55"/>
                    <a:pt x="260" y="55"/>
                  </a:cubicBezTo>
                  <a:cubicBezTo>
                    <a:pt x="260" y="55"/>
                    <a:pt x="259" y="55"/>
                    <a:pt x="259" y="55"/>
                  </a:cubicBezTo>
                  <a:cubicBezTo>
                    <a:pt x="258" y="54"/>
                    <a:pt x="257" y="54"/>
                    <a:pt x="255" y="54"/>
                  </a:cubicBezTo>
                  <a:cubicBezTo>
                    <a:pt x="254" y="54"/>
                    <a:pt x="252" y="52"/>
                    <a:pt x="252" y="53"/>
                  </a:cubicBezTo>
                  <a:cubicBezTo>
                    <a:pt x="252" y="55"/>
                    <a:pt x="254" y="55"/>
                    <a:pt x="254" y="56"/>
                  </a:cubicBezTo>
                  <a:cubicBezTo>
                    <a:pt x="253" y="57"/>
                    <a:pt x="252" y="57"/>
                    <a:pt x="251" y="57"/>
                  </a:cubicBezTo>
                  <a:cubicBezTo>
                    <a:pt x="249" y="57"/>
                    <a:pt x="248" y="57"/>
                    <a:pt x="247" y="57"/>
                  </a:cubicBezTo>
                  <a:cubicBezTo>
                    <a:pt x="246" y="57"/>
                    <a:pt x="245" y="58"/>
                    <a:pt x="244" y="58"/>
                  </a:cubicBezTo>
                  <a:cubicBezTo>
                    <a:pt x="244" y="58"/>
                    <a:pt x="243" y="58"/>
                    <a:pt x="242" y="59"/>
                  </a:cubicBezTo>
                  <a:cubicBezTo>
                    <a:pt x="242" y="59"/>
                    <a:pt x="241" y="59"/>
                    <a:pt x="241" y="60"/>
                  </a:cubicBezTo>
                  <a:cubicBezTo>
                    <a:pt x="241" y="60"/>
                    <a:pt x="240" y="60"/>
                    <a:pt x="240" y="60"/>
                  </a:cubicBezTo>
                  <a:cubicBezTo>
                    <a:pt x="240" y="60"/>
                    <a:pt x="240" y="60"/>
                    <a:pt x="240" y="60"/>
                  </a:cubicBezTo>
                  <a:cubicBezTo>
                    <a:pt x="240" y="60"/>
                    <a:pt x="239" y="60"/>
                    <a:pt x="239" y="60"/>
                  </a:cubicBezTo>
                  <a:cubicBezTo>
                    <a:pt x="238" y="61"/>
                    <a:pt x="238" y="63"/>
                    <a:pt x="236" y="63"/>
                  </a:cubicBezTo>
                  <a:cubicBezTo>
                    <a:pt x="235" y="62"/>
                    <a:pt x="236" y="59"/>
                    <a:pt x="234" y="59"/>
                  </a:cubicBezTo>
                  <a:cubicBezTo>
                    <a:pt x="232" y="60"/>
                    <a:pt x="234" y="63"/>
                    <a:pt x="232" y="63"/>
                  </a:cubicBezTo>
                  <a:cubicBezTo>
                    <a:pt x="232" y="63"/>
                    <a:pt x="231" y="63"/>
                    <a:pt x="230" y="63"/>
                  </a:cubicBezTo>
                  <a:cubicBezTo>
                    <a:pt x="229" y="64"/>
                    <a:pt x="228" y="65"/>
                    <a:pt x="228" y="65"/>
                  </a:cubicBezTo>
                  <a:cubicBezTo>
                    <a:pt x="228" y="66"/>
                    <a:pt x="228" y="66"/>
                    <a:pt x="228" y="66"/>
                  </a:cubicBezTo>
                  <a:cubicBezTo>
                    <a:pt x="227" y="67"/>
                    <a:pt x="227" y="67"/>
                    <a:pt x="227" y="67"/>
                  </a:cubicBezTo>
                  <a:cubicBezTo>
                    <a:pt x="226" y="68"/>
                    <a:pt x="226" y="69"/>
                    <a:pt x="225" y="69"/>
                  </a:cubicBezTo>
                  <a:cubicBezTo>
                    <a:pt x="224" y="69"/>
                    <a:pt x="221" y="67"/>
                    <a:pt x="222" y="65"/>
                  </a:cubicBezTo>
                  <a:cubicBezTo>
                    <a:pt x="221" y="64"/>
                    <a:pt x="221" y="64"/>
                    <a:pt x="221" y="64"/>
                  </a:cubicBezTo>
                  <a:cubicBezTo>
                    <a:pt x="220" y="63"/>
                    <a:pt x="219" y="63"/>
                    <a:pt x="220" y="62"/>
                  </a:cubicBezTo>
                  <a:cubicBezTo>
                    <a:pt x="221" y="62"/>
                    <a:pt x="223" y="63"/>
                    <a:pt x="224" y="63"/>
                  </a:cubicBezTo>
                  <a:cubicBezTo>
                    <a:pt x="227" y="64"/>
                    <a:pt x="229" y="63"/>
                    <a:pt x="229" y="61"/>
                  </a:cubicBezTo>
                  <a:cubicBezTo>
                    <a:pt x="229" y="60"/>
                    <a:pt x="228" y="59"/>
                    <a:pt x="227" y="58"/>
                  </a:cubicBezTo>
                  <a:cubicBezTo>
                    <a:pt x="227" y="58"/>
                    <a:pt x="227" y="58"/>
                    <a:pt x="227" y="58"/>
                  </a:cubicBezTo>
                  <a:cubicBezTo>
                    <a:pt x="227" y="58"/>
                    <a:pt x="226" y="57"/>
                    <a:pt x="226" y="57"/>
                  </a:cubicBezTo>
                  <a:cubicBezTo>
                    <a:pt x="225" y="56"/>
                    <a:pt x="223" y="55"/>
                    <a:pt x="221" y="55"/>
                  </a:cubicBezTo>
                  <a:cubicBezTo>
                    <a:pt x="221" y="55"/>
                    <a:pt x="221" y="54"/>
                    <a:pt x="220" y="54"/>
                  </a:cubicBezTo>
                  <a:cubicBezTo>
                    <a:pt x="220" y="54"/>
                    <a:pt x="219" y="54"/>
                    <a:pt x="218" y="54"/>
                  </a:cubicBezTo>
                  <a:cubicBezTo>
                    <a:pt x="218" y="54"/>
                    <a:pt x="218" y="53"/>
                    <a:pt x="218" y="53"/>
                  </a:cubicBezTo>
                  <a:cubicBezTo>
                    <a:pt x="217" y="53"/>
                    <a:pt x="217" y="53"/>
                    <a:pt x="217" y="53"/>
                  </a:cubicBezTo>
                  <a:cubicBezTo>
                    <a:pt x="217" y="53"/>
                    <a:pt x="216" y="52"/>
                    <a:pt x="216" y="52"/>
                  </a:cubicBezTo>
                  <a:cubicBezTo>
                    <a:pt x="216" y="52"/>
                    <a:pt x="216" y="52"/>
                    <a:pt x="216" y="52"/>
                  </a:cubicBezTo>
                  <a:cubicBezTo>
                    <a:pt x="215" y="52"/>
                    <a:pt x="215" y="51"/>
                    <a:pt x="215" y="51"/>
                  </a:cubicBezTo>
                  <a:cubicBezTo>
                    <a:pt x="214" y="50"/>
                    <a:pt x="213" y="49"/>
                    <a:pt x="212" y="48"/>
                  </a:cubicBezTo>
                  <a:cubicBezTo>
                    <a:pt x="209" y="48"/>
                    <a:pt x="205" y="48"/>
                    <a:pt x="204" y="49"/>
                  </a:cubicBezTo>
                  <a:cubicBezTo>
                    <a:pt x="203" y="50"/>
                    <a:pt x="201" y="49"/>
                    <a:pt x="200" y="50"/>
                  </a:cubicBezTo>
                  <a:cubicBezTo>
                    <a:pt x="199" y="51"/>
                    <a:pt x="198" y="53"/>
                    <a:pt x="197" y="54"/>
                  </a:cubicBezTo>
                  <a:cubicBezTo>
                    <a:pt x="195" y="55"/>
                    <a:pt x="193" y="55"/>
                    <a:pt x="193" y="58"/>
                  </a:cubicBezTo>
                  <a:cubicBezTo>
                    <a:pt x="193" y="59"/>
                    <a:pt x="195" y="58"/>
                    <a:pt x="195" y="60"/>
                  </a:cubicBezTo>
                  <a:cubicBezTo>
                    <a:pt x="193" y="62"/>
                    <a:pt x="191" y="65"/>
                    <a:pt x="188" y="68"/>
                  </a:cubicBezTo>
                  <a:cubicBezTo>
                    <a:pt x="186" y="68"/>
                    <a:pt x="185" y="70"/>
                    <a:pt x="183" y="72"/>
                  </a:cubicBezTo>
                  <a:cubicBezTo>
                    <a:pt x="182" y="73"/>
                    <a:pt x="181" y="73"/>
                    <a:pt x="180" y="74"/>
                  </a:cubicBezTo>
                  <a:cubicBezTo>
                    <a:pt x="180" y="78"/>
                    <a:pt x="180" y="82"/>
                    <a:pt x="183" y="84"/>
                  </a:cubicBezTo>
                  <a:cubicBezTo>
                    <a:pt x="183" y="84"/>
                    <a:pt x="183" y="84"/>
                    <a:pt x="184" y="84"/>
                  </a:cubicBezTo>
                  <a:cubicBezTo>
                    <a:pt x="184" y="84"/>
                    <a:pt x="185" y="83"/>
                    <a:pt x="185" y="83"/>
                  </a:cubicBezTo>
                  <a:cubicBezTo>
                    <a:pt x="186" y="83"/>
                    <a:pt x="186" y="83"/>
                    <a:pt x="187" y="83"/>
                  </a:cubicBezTo>
                  <a:cubicBezTo>
                    <a:pt x="187" y="83"/>
                    <a:pt x="187" y="83"/>
                    <a:pt x="187" y="83"/>
                  </a:cubicBezTo>
                  <a:cubicBezTo>
                    <a:pt x="188" y="82"/>
                    <a:pt x="188" y="83"/>
                    <a:pt x="188" y="83"/>
                  </a:cubicBezTo>
                  <a:cubicBezTo>
                    <a:pt x="189" y="83"/>
                    <a:pt x="189" y="84"/>
                    <a:pt x="189" y="84"/>
                  </a:cubicBezTo>
                  <a:cubicBezTo>
                    <a:pt x="190" y="85"/>
                    <a:pt x="190" y="85"/>
                    <a:pt x="190" y="86"/>
                  </a:cubicBezTo>
                  <a:cubicBezTo>
                    <a:pt x="191" y="87"/>
                    <a:pt x="191" y="89"/>
                    <a:pt x="192" y="90"/>
                  </a:cubicBezTo>
                  <a:cubicBezTo>
                    <a:pt x="193" y="90"/>
                    <a:pt x="194" y="89"/>
                    <a:pt x="195" y="88"/>
                  </a:cubicBezTo>
                  <a:cubicBezTo>
                    <a:pt x="195" y="88"/>
                    <a:pt x="196" y="88"/>
                    <a:pt x="196" y="88"/>
                  </a:cubicBezTo>
                  <a:cubicBezTo>
                    <a:pt x="197" y="86"/>
                    <a:pt x="196" y="85"/>
                    <a:pt x="197" y="83"/>
                  </a:cubicBezTo>
                  <a:cubicBezTo>
                    <a:pt x="197" y="82"/>
                    <a:pt x="199" y="82"/>
                    <a:pt x="199" y="81"/>
                  </a:cubicBezTo>
                  <a:cubicBezTo>
                    <a:pt x="198" y="79"/>
                    <a:pt x="197" y="79"/>
                    <a:pt x="197" y="77"/>
                  </a:cubicBezTo>
                  <a:cubicBezTo>
                    <a:pt x="197" y="77"/>
                    <a:pt x="197" y="76"/>
                    <a:pt x="197" y="74"/>
                  </a:cubicBezTo>
                  <a:cubicBezTo>
                    <a:pt x="198" y="72"/>
                    <a:pt x="199" y="70"/>
                    <a:pt x="201" y="70"/>
                  </a:cubicBezTo>
                  <a:cubicBezTo>
                    <a:pt x="202" y="69"/>
                    <a:pt x="202" y="69"/>
                    <a:pt x="203" y="68"/>
                  </a:cubicBezTo>
                  <a:cubicBezTo>
                    <a:pt x="203" y="67"/>
                    <a:pt x="203" y="65"/>
                    <a:pt x="203" y="65"/>
                  </a:cubicBezTo>
                  <a:cubicBezTo>
                    <a:pt x="203" y="65"/>
                    <a:pt x="203" y="65"/>
                    <a:pt x="203" y="65"/>
                  </a:cubicBezTo>
                  <a:cubicBezTo>
                    <a:pt x="204" y="63"/>
                    <a:pt x="207" y="63"/>
                    <a:pt x="208" y="65"/>
                  </a:cubicBezTo>
                  <a:cubicBezTo>
                    <a:pt x="208" y="65"/>
                    <a:pt x="207" y="66"/>
                    <a:pt x="207" y="67"/>
                  </a:cubicBezTo>
                  <a:cubicBezTo>
                    <a:pt x="206" y="69"/>
                    <a:pt x="204" y="70"/>
                    <a:pt x="203" y="72"/>
                  </a:cubicBezTo>
                  <a:cubicBezTo>
                    <a:pt x="204" y="73"/>
                    <a:pt x="204" y="74"/>
                    <a:pt x="204" y="76"/>
                  </a:cubicBezTo>
                  <a:cubicBezTo>
                    <a:pt x="205" y="77"/>
                    <a:pt x="205" y="79"/>
                    <a:pt x="207" y="79"/>
                  </a:cubicBezTo>
                  <a:cubicBezTo>
                    <a:pt x="208" y="79"/>
                    <a:pt x="208" y="78"/>
                    <a:pt x="210" y="78"/>
                  </a:cubicBezTo>
                  <a:cubicBezTo>
                    <a:pt x="210" y="77"/>
                    <a:pt x="211" y="77"/>
                    <a:pt x="211" y="77"/>
                  </a:cubicBezTo>
                  <a:cubicBezTo>
                    <a:pt x="211" y="77"/>
                    <a:pt x="212" y="77"/>
                    <a:pt x="212" y="77"/>
                  </a:cubicBezTo>
                  <a:cubicBezTo>
                    <a:pt x="212" y="77"/>
                    <a:pt x="212" y="77"/>
                    <a:pt x="213" y="77"/>
                  </a:cubicBezTo>
                  <a:cubicBezTo>
                    <a:pt x="214" y="76"/>
                    <a:pt x="214" y="76"/>
                    <a:pt x="215" y="75"/>
                  </a:cubicBezTo>
                  <a:cubicBezTo>
                    <a:pt x="216" y="75"/>
                    <a:pt x="216" y="75"/>
                    <a:pt x="217" y="76"/>
                  </a:cubicBezTo>
                  <a:cubicBezTo>
                    <a:pt x="217" y="76"/>
                    <a:pt x="218" y="76"/>
                    <a:pt x="217" y="77"/>
                  </a:cubicBezTo>
                  <a:cubicBezTo>
                    <a:pt x="217" y="78"/>
                    <a:pt x="216" y="78"/>
                    <a:pt x="215" y="79"/>
                  </a:cubicBezTo>
                  <a:cubicBezTo>
                    <a:pt x="215" y="79"/>
                    <a:pt x="214" y="80"/>
                    <a:pt x="214" y="80"/>
                  </a:cubicBezTo>
                  <a:cubicBezTo>
                    <a:pt x="214" y="80"/>
                    <a:pt x="213" y="80"/>
                    <a:pt x="213" y="80"/>
                  </a:cubicBezTo>
                  <a:cubicBezTo>
                    <a:pt x="212" y="80"/>
                    <a:pt x="211" y="80"/>
                    <a:pt x="211" y="81"/>
                  </a:cubicBezTo>
                  <a:cubicBezTo>
                    <a:pt x="210" y="81"/>
                    <a:pt x="210" y="82"/>
                    <a:pt x="209" y="82"/>
                  </a:cubicBezTo>
                  <a:cubicBezTo>
                    <a:pt x="208" y="82"/>
                    <a:pt x="207" y="82"/>
                    <a:pt x="207" y="82"/>
                  </a:cubicBezTo>
                  <a:cubicBezTo>
                    <a:pt x="206" y="83"/>
                    <a:pt x="207" y="85"/>
                    <a:pt x="206" y="86"/>
                  </a:cubicBezTo>
                  <a:cubicBezTo>
                    <a:pt x="205" y="87"/>
                    <a:pt x="205" y="85"/>
                    <a:pt x="204" y="86"/>
                  </a:cubicBezTo>
                  <a:cubicBezTo>
                    <a:pt x="203" y="87"/>
                    <a:pt x="203" y="88"/>
                    <a:pt x="202" y="89"/>
                  </a:cubicBezTo>
                  <a:cubicBezTo>
                    <a:pt x="202" y="90"/>
                    <a:pt x="200" y="91"/>
                    <a:pt x="200" y="92"/>
                  </a:cubicBezTo>
                  <a:cubicBezTo>
                    <a:pt x="198" y="93"/>
                    <a:pt x="197" y="93"/>
                    <a:pt x="196" y="93"/>
                  </a:cubicBezTo>
                  <a:cubicBezTo>
                    <a:pt x="195" y="94"/>
                    <a:pt x="195" y="94"/>
                    <a:pt x="195" y="94"/>
                  </a:cubicBezTo>
                  <a:cubicBezTo>
                    <a:pt x="194" y="94"/>
                    <a:pt x="193" y="94"/>
                    <a:pt x="192" y="94"/>
                  </a:cubicBezTo>
                  <a:cubicBezTo>
                    <a:pt x="191" y="94"/>
                    <a:pt x="191" y="95"/>
                    <a:pt x="190" y="95"/>
                  </a:cubicBezTo>
                  <a:cubicBezTo>
                    <a:pt x="189" y="95"/>
                    <a:pt x="188" y="95"/>
                    <a:pt x="186" y="95"/>
                  </a:cubicBezTo>
                  <a:cubicBezTo>
                    <a:pt x="186" y="95"/>
                    <a:pt x="185" y="96"/>
                    <a:pt x="184" y="96"/>
                  </a:cubicBezTo>
                  <a:cubicBezTo>
                    <a:pt x="183" y="96"/>
                    <a:pt x="181" y="96"/>
                    <a:pt x="181" y="96"/>
                  </a:cubicBezTo>
                  <a:cubicBezTo>
                    <a:pt x="180" y="96"/>
                    <a:pt x="180" y="97"/>
                    <a:pt x="179" y="97"/>
                  </a:cubicBezTo>
                  <a:cubicBezTo>
                    <a:pt x="179" y="98"/>
                    <a:pt x="179" y="99"/>
                    <a:pt x="179" y="99"/>
                  </a:cubicBezTo>
                  <a:cubicBezTo>
                    <a:pt x="178" y="100"/>
                    <a:pt x="177" y="100"/>
                    <a:pt x="177" y="101"/>
                  </a:cubicBezTo>
                  <a:cubicBezTo>
                    <a:pt x="175" y="102"/>
                    <a:pt x="174" y="103"/>
                    <a:pt x="173" y="105"/>
                  </a:cubicBezTo>
                  <a:cubicBezTo>
                    <a:pt x="172" y="105"/>
                    <a:pt x="170" y="106"/>
                    <a:pt x="169" y="106"/>
                  </a:cubicBezTo>
                  <a:cubicBezTo>
                    <a:pt x="168" y="106"/>
                    <a:pt x="166" y="106"/>
                    <a:pt x="166" y="107"/>
                  </a:cubicBezTo>
                  <a:cubicBezTo>
                    <a:pt x="166" y="108"/>
                    <a:pt x="168" y="109"/>
                    <a:pt x="169" y="110"/>
                  </a:cubicBezTo>
                  <a:cubicBezTo>
                    <a:pt x="169" y="111"/>
                    <a:pt x="170" y="111"/>
                    <a:pt x="170" y="112"/>
                  </a:cubicBezTo>
                  <a:cubicBezTo>
                    <a:pt x="171" y="113"/>
                    <a:pt x="171" y="113"/>
                    <a:pt x="171" y="114"/>
                  </a:cubicBezTo>
                  <a:cubicBezTo>
                    <a:pt x="171" y="115"/>
                    <a:pt x="171" y="117"/>
                    <a:pt x="170" y="118"/>
                  </a:cubicBezTo>
                  <a:cubicBezTo>
                    <a:pt x="167" y="118"/>
                    <a:pt x="163" y="117"/>
                    <a:pt x="160" y="118"/>
                  </a:cubicBezTo>
                  <a:cubicBezTo>
                    <a:pt x="160" y="118"/>
                    <a:pt x="160" y="119"/>
                    <a:pt x="159" y="119"/>
                  </a:cubicBezTo>
                  <a:cubicBezTo>
                    <a:pt x="159" y="121"/>
                    <a:pt x="160" y="122"/>
                    <a:pt x="160" y="124"/>
                  </a:cubicBezTo>
                  <a:cubicBezTo>
                    <a:pt x="160" y="125"/>
                    <a:pt x="159" y="126"/>
                    <a:pt x="159" y="127"/>
                  </a:cubicBezTo>
                  <a:cubicBezTo>
                    <a:pt x="159" y="128"/>
                    <a:pt x="159" y="130"/>
                    <a:pt x="160" y="131"/>
                  </a:cubicBezTo>
                  <a:cubicBezTo>
                    <a:pt x="161" y="131"/>
                    <a:pt x="161" y="132"/>
                    <a:pt x="162" y="132"/>
                  </a:cubicBezTo>
                  <a:cubicBezTo>
                    <a:pt x="163" y="132"/>
                    <a:pt x="164" y="133"/>
                    <a:pt x="165" y="134"/>
                  </a:cubicBezTo>
                  <a:cubicBezTo>
                    <a:pt x="166" y="133"/>
                    <a:pt x="166" y="132"/>
                    <a:pt x="168" y="132"/>
                  </a:cubicBezTo>
                  <a:cubicBezTo>
                    <a:pt x="169" y="132"/>
                    <a:pt x="169" y="131"/>
                    <a:pt x="170" y="131"/>
                  </a:cubicBezTo>
                  <a:cubicBezTo>
                    <a:pt x="170" y="131"/>
                    <a:pt x="170" y="131"/>
                    <a:pt x="170" y="131"/>
                  </a:cubicBezTo>
                  <a:cubicBezTo>
                    <a:pt x="171" y="130"/>
                    <a:pt x="172" y="130"/>
                    <a:pt x="172" y="129"/>
                  </a:cubicBezTo>
                  <a:cubicBezTo>
                    <a:pt x="172" y="129"/>
                    <a:pt x="172" y="129"/>
                    <a:pt x="172" y="129"/>
                  </a:cubicBezTo>
                  <a:cubicBezTo>
                    <a:pt x="173" y="128"/>
                    <a:pt x="173" y="127"/>
                    <a:pt x="173" y="125"/>
                  </a:cubicBezTo>
                  <a:cubicBezTo>
                    <a:pt x="174" y="124"/>
                    <a:pt x="174" y="123"/>
                    <a:pt x="175" y="123"/>
                  </a:cubicBezTo>
                  <a:cubicBezTo>
                    <a:pt x="175" y="123"/>
                    <a:pt x="176" y="122"/>
                    <a:pt x="176" y="122"/>
                  </a:cubicBezTo>
                  <a:cubicBezTo>
                    <a:pt x="177" y="122"/>
                    <a:pt x="177" y="121"/>
                    <a:pt x="177" y="121"/>
                  </a:cubicBezTo>
                  <a:cubicBezTo>
                    <a:pt x="177" y="119"/>
                    <a:pt x="178" y="118"/>
                    <a:pt x="179" y="118"/>
                  </a:cubicBezTo>
                  <a:cubicBezTo>
                    <a:pt x="180" y="118"/>
                    <a:pt x="181" y="119"/>
                    <a:pt x="182" y="119"/>
                  </a:cubicBezTo>
                  <a:cubicBezTo>
                    <a:pt x="183" y="118"/>
                    <a:pt x="184" y="117"/>
                    <a:pt x="186" y="116"/>
                  </a:cubicBezTo>
                  <a:cubicBezTo>
                    <a:pt x="187" y="117"/>
                    <a:pt x="188" y="118"/>
                    <a:pt x="188" y="119"/>
                  </a:cubicBezTo>
                  <a:cubicBezTo>
                    <a:pt x="189" y="121"/>
                    <a:pt x="190" y="122"/>
                    <a:pt x="191" y="123"/>
                  </a:cubicBezTo>
                  <a:cubicBezTo>
                    <a:pt x="193" y="124"/>
                    <a:pt x="195" y="125"/>
                    <a:pt x="195" y="128"/>
                  </a:cubicBezTo>
                  <a:cubicBezTo>
                    <a:pt x="195" y="128"/>
                    <a:pt x="195" y="129"/>
                    <a:pt x="194" y="129"/>
                  </a:cubicBezTo>
                  <a:cubicBezTo>
                    <a:pt x="194" y="130"/>
                    <a:pt x="193" y="129"/>
                    <a:pt x="193" y="130"/>
                  </a:cubicBezTo>
                  <a:cubicBezTo>
                    <a:pt x="193" y="131"/>
                    <a:pt x="194" y="131"/>
                    <a:pt x="194" y="132"/>
                  </a:cubicBezTo>
                  <a:cubicBezTo>
                    <a:pt x="195" y="131"/>
                    <a:pt x="195" y="131"/>
                    <a:pt x="195" y="130"/>
                  </a:cubicBezTo>
                  <a:cubicBezTo>
                    <a:pt x="196" y="130"/>
                    <a:pt x="197" y="130"/>
                    <a:pt x="197" y="129"/>
                  </a:cubicBezTo>
                  <a:cubicBezTo>
                    <a:pt x="197" y="128"/>
                    <a:pt x="197" y="127"/>
                    <a:pt x="197" y="126"/>
                  </a:cubicBezTo>
                  <a:cubicBezTo>
                    <a:pt x="197" y="126"/>
                    <a:pt x="199" y="126"/>
                    <a:pt x="199" y="125"/>
                  </a:cubicBezTo>
                  <a:cubicBezTo>
                    <a:pt x="198" y="123"/>
                    <a:pt x="196" y="123"/>
                    <a:pt x="195" y="122"/>
                  </a:cubicBezTo>
                  <a:cubicBezTo>
                    <a:pt x="195" y="122"/>
                    <a:pt x="195" y="122"/>
                    <a:pt x="195" y="122"/>
                  </a:cubicBezTo>
                  <a:cubicBezTo>
                    <a:pt x="195" y="121"/>
                    <a:pt x="195" y="122"/>
                    <a:pt x="194" y="121"/>
                  </a:cubicBezTo>
                  <a:cubicBezTo>
                    <a:pt x="193" y="121"/>
                    <a:pt x="193" y="120"/>
                    <a:pt x="193" y="119"/>
                  </a:cubicBezTo>
                  <a:cubicBezTo>
                    <a:pt x="192" y="118"/>
                    <a:pt x="189" y="116"/>
                    <a:pt x="191" y="114"/>
                  </a:cubicBezTo>
                  <a:cubicBezTo>
                    <a:pt x="193" y="115"/>
                    <a:pt x="194" y="117"/>
                    <a:pt x="196" y="118"/>
                  </a:cubicBezTo>
                  <a:cubicBezTo>
                    <a:pt x="197" y="119"/>
                    <a:pt x="197" y="119"/>
                    <a:pt x="198" y="120"/>
                  </a:cubicBezTo>
                  <a:cubicBezTo>
                    <a:pt x="199" y="120"/>
                    <a:pt x="200" y="121"/>
                    <a:pt x="201" y="122"/>
                  </a:cubicBezTo>
                  <a:cubicBezTo>
                    <a:pt x="201" y="123"/>
                    <a:pt x="201" y="124"/>
                    <a:pt x="201" y="125"/>
                  </a:cubicBezTo>
                  <a:cubicBezTo>
                    <a:pt x="201" y="126"/>
                    <a:pt x="202" y="127"/>
                    <a:pt x="202" y="128"/>
                  </a:cubicBezTo>
                  <a:cubicBezTo>
                    <a:pt x="203" y="129"/>
                    <a:pt x="203" y="132"/>
                    <a:pt x="205" y="132"/>
                  </a:cubicBezTo>
                  <a:cubicBezTo>
                    <a:pt x="206" y="131"/>
                    <a:pt x="208" y="132"/>
                    <a:pt x="208" y="130"/>
                  </a:cubicBezTo>
                  <a:cubicBezTo>
                    <a:pt x="209" y="128"/>
                    <a:pt x="206" y="128"/>
                    <a:pt x="206" y="126"/>
                  </a:cubicBezTo>
                  <a:cubicBezTo>
                    <a:pt x="207" y="125"/>
                    <a:pt x="208" y="124"/>
                    <a:pt x="209" y="124"/>
                  </a:cubicBezTo>
                  <a:cubicBezTo>
                    <a:pt x="210" y="124"/>
                    <a:pt x="211" y="125"/>
                    <a:pt x="211" y="126"/>
                  </a:cubicBezTo>
                  <a:cubicBezTo>
                    <a:pt x="212" y="128"/>
                    <a:pt x="212" y="130"/>
                    <a:pt x="212" y="131"/>
                  </a:cubicBezTo>
                  <a:cubicBezTo>
                    <a:pt x="213" y="131"/>
                    <a:pt x="213" y="131"/>
                    <a:pt x="213" y="132"/>
                  </a:cubicBezTo>
                  <a:cubicBezTo>
                    <a:pt x="214" y="132"/>
                    <a:pt x="214" y="132"/>
                    <a:pt x="214" y="133"/>
                  </a:cubicBezTo>
                  <a:cubicBezTo>
                    <a:pt x="214" y="133"/>
                    <a:pt x="215" y="133"/>
                    <a:pt x="215" y="133"/>
                  </a:cubicBezTo>
                  <a:cubicBezTo>
                    <a:pt x="216" y="134"/>
                    <a:pt x="217" y="133"/>
                    <a:pt x="218" y="133"/>
                  </a:cubicBezTo>
                  <a:cubicBezTo>
                    <a:pt x="219" y="133"/>
                    <a:pt x="220" y="134"/>
                    <a:pt x="221" y="134"/>
                  </a:cubicBezTo>
                  <a:cubicBezTo>
                    <a:pt x="222" y="134"/>
                    <a:pt x="223" y="133"/>
                    <a:pt x="224" y="133"/>
                  </a:cubicBezTo>
                  <a:cubicBezTo>
                    <a:pt x="225" y="133"/>
                    <a:pt x="224" y="134"/>
                    <a:pt x="224" y="135"/>
                  </a:cubicBezTo>
                  <a:cubicBezTo>
                    <a:pt x="225" y="138"/>
                    <a:pt x="224" y="140"/>
                    <a:pt x="224" y="142"/>
                  </a:cubicBezTo>
                  <a:cubicBezTo>
                    <a:pt x="223" y="143"/>
                    <a:pt x="222" y="143"/>
                    <a:pt x="222" y="143"/>
                  </a:cubicBezTo>
                  <a:cubicBezTo>
                    <a:pt x="220" y="144"/>
                    <a:pt x="219" y="143"/>
                    <a:pt x="218" y="143"/>
                  </a:cubicBezTo>
                  <a:cubicBezTo>
                    <a:pt x="217" y="143"/>
                    <a:pt x="217" y="144"/>
                    <a:pt x="216" y="144"/>
                  </a:cubicBezTo>
                  <a:cubicBezTo>
                    <a:pt x="214" y="144"/>
                    <a:pt x="213" y="144"/>
                    <a:pt x="212" y="143"/>
                  </a:cubicBezTo>
                  <a:cubicBezTo>
                    <a:pt x="212" y="143"/>
                    <a:pt x="212" y="143"/>
                    <a:pt x="211" y="143"/>
                  </a:cubicBezTo>
                  <a:cubicBezTo>
                    <a:pt x="211" y="143"/>
                    <a:pt x="210" y="143"/>
                    <a:pt x="210" y="143"/>
                  </a:cubicBezTo>
                  <a:cubicBezTo>
                    <a:pt x="209" y="142"/>
                    <a:pt x="209" y="142"/>
                    <a:pt x="209" y="142"/>
                  </a:cubicBezTo>
                  <a:cubicBezTo>
                    <a:pt x="206" y="141"/>
                    <a:pt x="204" y="140"/>
                    <a:pt x="203" y="140"/>
                  </a:cubicBezTo>
                  <a:cubicBezTo>
                    <a:pt x="202" y="141"/>
                    <a:pt x="202" y="142"/>
                    <a:pt x="201" y="142"/>
                  </a:cubicBezTo>
                  <a:cubicBezTo>
                    <a:pt x="202" y="145"/>
                    <a:pt x="200" y="145"/>
                    <a:pt x="198" y="144"/>
                  </a:cubicBezTo>
                  <a:cubicBezTo>
                    <a:pt x="196" y="144"/>
                    <a:pt x="196" y="143"/>
                    <a:pt x="195" y="142"/>
                  </a:cubicBezTo>
                  <a:cubicBezTo>
                    <a:pt x="194" y="142"/>
                    <a:pt x="194" y="141"/>
                    <a:pt x="193" y="141"/>
                  </a:cubicBezTo>
                  <a:cubicBezTo>
                    <a:pt x="193" y="141"/>
                    <a:pt x="190" y="140"/>
                    <a:pt x="190" y="140"/>
                  </a:cubicBezTo>
                  <a:cubicBezTo>
                    <a:pt x="189" y="139"/>
                    <a:pt x="188" y="139"/>
                    <a:pt x="188" y="138"/>
                  </a:cubicBezTo>
                  <a:cubicBezTo>
                    <a:pt x="188" y="136"/>
                    <a:pt x="189" y="133"/>
                    <a:pt x="188" y="132"/>
                  </a:cubicBezTo>
                  <a:cubicBezTo>
                    <a:pt x="187" y="131"/>
                    <a:pt x="186" y="131"/>
                    <a:pt x="185" y="131"/>
                  </a:cubicBezTo>
                  <a:cubicBezTo>
                    <a:pt x="182" y="132"/>
                    <a:pt x="180" y="132"/>
                    <a:pt x="178" y="132"/>
                  </a:cubicBezTo>
                  <a:cubicBezTo>
                    <a:pt x="177" y="132"/>
                    <a:pt x="176" y="132"/>
                    <a:pt x="175" y="132"/>
                  </a:cubicBezTo>
                  <a:cubicBezTo>
                    <a:pt x="174" y="132"/>
                    <a:pt x="174" y="133"/>
                    <a:pt x="174" y="133"/>
                  </a:cubicBezTo>
                  <a:cubicBezTo>
                    <a:pt x="173" y="133"/>
                    <a:pt x="172" y="134"/>
                    <a:pt x="171" y="134"/>
                  </a:cubicBezTo>
                  <a:cubicBezTo>
                    <a:pt x="170" y="134"/>
                    <a:pt x="170" y="135"/>
                    <a:pt x="169" y="135"/>
                  </a:cubicBezTo>
                  <a:cubicBezTo>
                    <a:pt x="168" y="135"/>
                    <a:pt x="167" y="135"/>
                    <a:pt x="166" y="135"/>
                  </a:cubicBezTo>
                  <a:cubicBezTo>
                    <a:pt x="166" y="135"/>
                    <a:pt x="165" y="134"/>
                    <a:pt x="164" y="134"/>
                  </a:cubicBezTo>
                  <a:cubicBezTo>
                    <a:pt x="163" y="135"/>
                    <a:pt x="163" y="137"/>
                    <a:pt x="162" y="138"/>
                  </a:cubicBezTo>
                  <a:cubicBezTo>
                    <a:pt x="162" y="138"/>
                    <a:pt x="161" y="139"/>
                    <a:pt x="160" y="139"/>
                  </a:cubicBezTo>
                  <a:cubicBezTo>
                    <a:pt x="159" y="140"/>
                    <a:pt x="159" y="140"/>
                    <a:pt x="158" y="142"/>
                  </a:cubicBezTo>
                  <a:cubicBezTo>
                    <a:pt x="158" y="142"/>
                    <a:pt x="158" y="143"/>
                    <a:pt x="158" y="143"/>
                  </a:cubicBezTo>
                  <a:cubicBezTo>
                    <a:pt x="158" y="144"/>
                    <a:pt x="158" y="145"/>
                    <a:pt x="158" y="146"/>
                  </a:cubicBezTo>
                  <a:cubicBezTo>
                    <a:pt x="158" y="147"/>
                    <a:pt x="155" y="149"/>
                    <a:pt x="155" y="150"/>
                  </a:cubicBezTo>
                  <a:cubicBezTo>
                    <a:pt x="154" y="151"/>
                    <a:pt x="154" y="151"/>
                    <a:pt x="154" y="151"/>
                  </a:cubicBezTo>
                  <a:cubicBezTo>
                    <a:pt x="153" y="152"/>
                    <a:pt x="152" y="152"/>
                    <a:pt x="151" y="153"/>
                  </a:cubicBezTo>
                  <a:cubicBezTo>
                    <a:pt x="151" y="154"/>
                    <a:pt x="151" y="154"/>
                    <a:pt x="150" y="155"/>
                  </a:cubicBezTo>
                  <a:cubicBezTo>
                    <a:pt x="149" y="156"/>
                    <a:pt x="149" y="157"/>
                    <a:pt x="148" y="158"/>
                  </a:cubicBezTo>
                  <a:cubicBezTo>
                    <a:pt x="148" y="160"/>
                    <a:pt x="147" y="160"/>
                    <a:pt x="147" y="162"/>
                  </a:cubicBezTo>
                  <a:cubicBezTo>
                    <a:pt x="147" y="164"/>
                    <a:pt x="147" y="164"/>
                    <a:pt x="147" y="166"/>
                  </a:cubicBezTo>
                  <a:cubicBezTo>
                    <a:pt x="148" y="167"/>
                    <a:pt x="148" y="169"/>
                    <a:pt x="148" y="172"/>
                  </a:cubicBezTo>
                  <a:cubicBezTo>
                    <a:pt x="148" y="173"/>
                    <a:pt x="147" y="175"/>
                    <a:pt x="147" y="176"/>
                  </a:cubicBezTo>
                  <a:cubicBezTo>
                    <a:pt x="147" y="176"/>
                    <a:pt x="148" y="179"/>
                    <a:pt x="148" y="180"/>
                  </a:cubicBezTo>
                  <a:cubicBezTo>
                    <a:pt x="148" y="180"/>
                    <a:pt x="149" y="181"/>
                    <a:pt x="149" y="181"/>
                  </a:cubicBezTo>
                  <a:cubicBezTo>
                    <a:pt x="149" y="181"/>
                    <a:pt x="149" y="181"/>
                    <a:pt x="149" y="182"/>
                  </a:cubicBezTo>
                  <a:cubicBezTo>
                    <a:pt x="149" y="182"/>
                    <a:pt x="150" y="182"/>
                    <a:pt x="150" y="182"/>
                  </a:cubicBezTo>
                  <a:cubicBezTo>
                    <a:pt x="150" y="182"/>
                    <a:pt x="150" y="182"/>
                    <a:pt x="150" y="183"/>
                  </a:cubicBezTo>
                  <a:cubicBezTo>
                    <a:pt x="150" y="183"/>
                    <a:pt x="150" y="183"/>
                    <a:pt x="150" y="183"/>
                  </a:cubicBezTo>
                  <a:cubicBezTo>
                    <a:pt x="151" y="183"/>
                    <a:pt x="151" y="184"/>
                    <a:pt x="151" y="185"/>
                  </a:cubicBezTo>
                  <a:cubicBezTo>
                    <a:pt x="152" y="186"/>
                    <a:pt x="152" y="187"/>
                    <a:pt x="153" y="188"/>
                  </a:cubicBezTo>
                  <a:cubicBezTo>
                    <a:pt x="154" y="190"/>
                    <a:pt x="156" y="191"/>
                    <a:pt x="157" y="192"/>
                  </a:cubicBezTo>
                  <a:cubicBezTo>
                    <a:pt x="158" y="194"/>
                    <a:pt x="159" y="195"/>
                    <a:pt x="161" y="195"/>
                  </a:cubicBezTo>
                  <a:cubicBezTo>
                    <a:pt x="162" y="195"/>
                    <a:pt x="163" y="194"/>
                    <a:pt x="165" y="194"/>
                  </a:cubicBezTo>
                  <a:cubicBezTo>
                    <a:pt x="166" y="194"/>
                    <a:pt x="166" y="194"/>
                    <a:pt x="168" y="195"/>
                  </a:cubicBezTo>
                  <a:cubicBezTo>
                    <a:pt x="169" y="194"/>
                    <a:pt x="172" y="193"/>
                    <a:pt x="174" y="193"/>
                  </a:cubicBezTo>
                  <a:cubicBezTo>
                    <a:pt x="175" y="192"/>
                    <a:pt x="176" y="191"/>
                    <a:pt x="178" y="191"/>
                  </a:cubicBezTo>
                  <a:cubicBezTo>
                    <a:pt x="180" y="192"/>
                    <a:pt x="180" y="194"/>
                    <a:pt x="181" y="195"/>
                  </a:cubicBezTo>
                  <a:cubicBezTo>
                    <a:pt x="183" y="196"/>
                    <a:pt x="183" y="195"/>
                    <a:pt x="184" y="195"/>
                  </a:cubicBezTo>
                  <a:cubicBezTo>
                    <a:pt x="187" y="196"/>
                    <a:pt x="187" y="198"/>
                    <a:pt x="186" y="200"/>
                  </a:cubicBezTo>
                  <a:cubicBezTo>
                    <a:pt x="186" y="201"/>
                    <a:pt x="186" y="201"/>
                    <a:pt x="186" y="202"/>
                  </a:cubicBezTo>
                  <a:cubicBezTo>
                    <a:pt x="186" y="203"/>
                    <a:pt x="185" y="204"/>
                    <a:pt x="185" y="206"/>
                  </a:cubicBezTo>
                  <a:cubicBezTo>
                    <a:pt x="186" y="207"/>
                    <a:pt x="187" y="208"/>
                    <a:pt x="188" y="209"/>
                  </a:cubicBezTo>
                  <a:cubicBezTo>
                    <a:pt x="189" y="212"/>
                    <a:pt x="190" y="214"/>
                    <a:pt x="191" y="217"/>
                  </a:cubicBezTo>
                  <a:cubicBezTo>
                    <a:pt x="192" y="219"/>
                    <a:pt x="191" y="220"/>
                    <a:pt x="192" y="222"/>
                  </a:cubicBezTo>
                  <a:cubicBezTo>
                    <a:pt x="192" y="223"/>
                    <a:pt x="192" y="224"/>
                    <a:pt x="192" y="226"/>
                  </a:cubicBezTo>
                  <a:cubicBezTo>
                    <a:pt x="192" y="227"/>
                    <a:pt x="191" y="228"/>
                    <a:pt x="191" y="230"/>
                  </a:cubicBezTo>
                  <a:cubicBezTo>
                    <a:pt x="190" y="230"/>
                    <a:pt x="191" y="231"/>
                    <a:pt x="190" y="231"/>
                  </a:cubicBezTo>
                  <a:cubicBezTo>
                    <a:pt x="190" y="232"/>
                    <a:pt x="190" y="233"/>
                    <a:pt x="189" y="233"/>
                  </a:cubicBezTo>
                  <a:cubicBezTo>
                    <a:pt x="189" y="235"/>
                    <a:pt x="190" y="236"/>
                    <a:pt x="189" y="238"/>
                  </a:cubicBezTo>
                  <a:cubicBezTo>
                    <a:pt x="191" y="239"/>
                    <a:pt x="191" y="241"/>
                    <a:pt x="191" y="243"/>
                  </a:cubicBezTo>
                  <a:cubicBezTo>
                    <a:pt x="192" y="244"/>
                    <a:pt x="192" y="244"/>
                    <a:pt x="193" y="245"/>
                  </a:cubicBezTo>
                  <a:cubicBezTo>
                    <a:pt x="193" y="248"/>
                    <a:pt x="193" y="251"/>
                    <a:pt x="194" y="254"/>
                  </a:cubicBezTo>
                  <a:cubicBezTo>
                    <a:pt x="194" y="256"/>
                    <a:pt x="194" y="257"/>
                    <a:pt x="195" y="258"/>
                  </a:cubicBezTo>
                  <a:cubicBezTo>
                    <a:pt x="196" y="258"/>
                    <a:pt x="196" y="259"/>
                    <a:pt x="196" y="260"/>
                  </a:cubicBezTo>
                  <a:cubicBezTo>
                    <a:pt x="197" y="261"/>
                    <a:pt x="197" y="262"/>
                    <a:pt x="197" y="262"/>
                  </a:cubicBezTo>
                  <a:cubicBezTo>
                    <a:pt x="197" y="263"/>
                    <a:pt x="198" y="264"/>
                    <a:pt x="198" y="265"/>
                  </a:cubicBezTo>
                  <a:cubicBezTo>
                    <a:pt x="198" y="266"/>
                    <a:pt x="197" y="267"/>
                    <a:pt x="197" y="268"/>
                  </a:cubicBezTo>
                  <a:cubicBezTo>
                    <a:pt x="197" y="269"/>
                    <a:pt x="198" y="270"/>
                    <a:pt x="199" y="270"/>
                  </a:cubicBezTo>
                  <a:cubicBezTo>
                    <a:pt x="200" y="271"/>
                    <a:pt x="202" y="269"/>
                    <a:pt x="204" y="269"/>
                  </a:cubicBezTo>
                  <a:cubicBezTo>
                    <a:pt x="207" y="269"/>
                    <a:pt x="207" y="269"/>
                    <a:pt x="209" y="269"/>
                  </a:cubicBezTo>
                  <a:cubicBezTo>
                    <a:pt x="210" y="268"/>
                    <a:pt x="210" y="268"/>
                    <a:pt x="211" y="267"/>
                  </a:cubicBezTo>
                  <a:cubicBezTo>
                    <a:pt x="212" y="266"/>
                    <a:pt x="213" y="265"/>
                    <a:pt x="214" y="263"/>
                  </a:cubicBezTo>
                  <a:cubicBezTo>
                    <a:pt x="214" y="263"/>
                    <a:pt x="215" y="263"/>
                    <a:pt x="215" y="262"/>
                  </a:cubicBezTo>
                  <a:cubicBezTo>
                    <a:pt x="215" y="262"/>
                    <a:pt x="215" y="261"/>
                    <a:pt x="216" y="261"/>
                  </a:cubicBezTo>
                  <a:cubicBezTo>
                    <a:pt x="217" y="259"/>
                    <a:pt x="217" y="259"/>
                    <a:pt x="218" y="257"/>
                  </a:cubicBezTo>
                  <a:cubicBezTo>
                    <a:pt x="218" y="256"/>
                    <a:pt x="218" y="254"/>
                    <a:pt x="218" y="253"/>
                  </a:cubicBezTo>
                  <a:cubicBezTo>
                    <a:pt x="219" y="251"/>
                    <a:pt x="221" y="251"/>
                    <a:pt x="222" y="250"/>
                  </a:cubicBezTo>
                  <a:cubicBezTo>
                    <a:pt x="222" y="246"/>
                    <a:pt x="222" y="244"/>
                    <a:pt x="221" y="242"/>
                  </a:cubicBezTo>
                  <a:cubicBezTo>
                    <a:pt x="222" y="240"/>
                    <a:pt x="223" y="239"/>
                    <a:pt x="224" y="238"/>
                  </a:cubicBezTo>
                  <a:cubicBezTo>
                    <a:pt x="225" y="237"/>
                    <a:pt x="226" y="237"/>
                    <a:pt x="227" y="236"/>
                  </a:cubicBezTo>
                  <a:cubicBezTo>
                    <a:pt x="227" y="236"/>
                    <a:pt x="227" y="236"/>
                    <a:pt x="228" y="236"/>
                  </a:cubicBezTo>
                  <a:cubicBezTo>
                    <a:pt x="228" y="236"/>
                    <a:pt x="228" y="236"/>
                    <a:pt x="228" y="236"/>
                  </a:cubicBezTo>
                  <a:cubicBezTo>
                    <a:pt x="229" y="235"/>
                    <a:pt x="229" y="234"/>
                    <a:pt x="230" y="234"/>
                  </a:cubicBezTo>
                  <a:cubicBezTo>
                    <a:pt x="230" y="233"/>
                    <a:pt x="230" y="232"/>
                    <a:pt x="230" y="230"/>
                  </a:cubicBezTo>
                  <a:cubicBezTo>
                    <a:pt x="230" y="228"/>
                    <a:pt x="230" y="226"/>
                    <a:pt x="230" y="223"/>
                  </a:cubicBezTo>
                  <a:cubicBezTo>
                    <a:pt x="230" y="223"/>
                    <a:pt x="229" y="222"/>
                    <a:pt x="229" y="220"/>
                  </a:cubicBezTo>
                  <a:cubicBezTo>
                    <a:pt x="229" y="220"/>
                    <a:pt x="229" y="218"/>
                    <a:pt x="229" y="217"/>
                  </a:cubicBezTo>
                  <a:cubicBezTo>
                    <a:pt x="229" y="216"/>
                    <a:pt x="229" y="215"/>
                    <a:pt x="229" y="214"/>
                  </a:cubicBezTo>
                  <a:cubicBezTo>
                    <a:pt x="229" y="213"/>
                    <a:pt x="229" y="212"/>
                    <a:pt x="230" y="211"/>
                  </a:cubicBezTo>
                  <a:cubicBezTo>
                    <a:pt x="230" y="210"/>
                    <a:pt x="231" y="209"/>
                    <a:pt x="232" y="208"/>
                  </a:cubicBezTo>
                  <a:cubicBezTo>
                    <a:pt x="232" y="208"/>
                    <a:pt x="233" y="207"/>
                    <a:pt x="233" y="206"/>
                  </a:cubicBezTo>
                  <a:cubicBezTo>
                    <a:pt x="233" y="206"/>
                    <a:pt x="233" y="205"/>
                    <a:pt x="234" y="205"/>
                  </a:cubicBezTo>
                  <a:cubicBezTo>
                    <a:pt x="234" y="204"/>
                    <a:pt x="234" y="204"/>
                    <a:pt x="235" y="204"/>
                  </a:cubicBezTo>
                  <a:cubicBezTo>
                    <a:pt x="235" y="203"/>
                    <a:pt x="236" y="202"/>
                    <a:pt x="236" y="201"/>
                  </a:cubicBezTo>
                  <a:cubicBezTo>
                    <a:pt x="236" y="201"/>
                    <a:pt x="237" y="201"/>
                    <a:pt x="237" y="201"/>
                  </a:cubicBezTo>
                  <a:cubicBezTo>
                    <a:pt x="237" y="201"/>
                    <a:pt x="237" y="201"/>
                    <a:pt x="237" y="200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40" y="199"/>
                    <a:pt x="241" y="197"/>
                    <a:pt x="242" y="195"/>
                  </a:cubicBezTo>
                  <a:cubicBezTo>
                    <a:pt x="243" y="195"/>
                    <a:pt x="243" y="194"/>
                    <a:pt x="243" y="194"/>
                  </a:cubicBezTo>
                  <a:cubicBezTo>
                    <a:pt x="243" y="193"/>
                    <a:pt x="244" y="193"/>
                    <a:pt x="244" y="192"/>
                  </a:cubicBezTo>
                  <a:cubicBezTo>
                    <a:pt x="244" y="192"/>
                    <a:pt x="244" y="191"/>
                    <a:pt x="244" y="190"/>
                  </a:cubicBezTo>
                  <a:cubicBezTo>
                    <a:pt x="245" y="188"/>
                    <a:pt x="246" y="187"/>
                    <a:pt x="246" y="186"/>
                  </a:cubicBezTo>
                  <a:cubicBezTo>
                    <a:pt x="247" y="185"/>
                    <a:pt x="247" y="183"/>
                    <a:pt x="247" y="182"/>
                  </a:cubicBezTo>
                  <a:cubicBezTo>
                    <a:pt x="246" y="181"/>
                    <a:pt x="245" y="182"/>
                    <a:pt x="245" y="182"/>
                  </a:cubicBezTo>
                  <a:cubicBezTo>
                    <a:pt x="244" y="182"/>
                    <a:pt x="243" y="182"/>
                    <a:pt x="243" y="182"/>
                  </a:cubicBezTo>
                  <a:cubicBezTo>
                    <a:pt x="242" y="183"/>
                    <a:pt x="241" y="183"/>
                    <a:pt x="240" y="183"/>
                  </a:cubicBezTo>
                  <a:cubicBezTo>
                    <a:pt x="239" y="184"/>
                    <a:pt x="238" y="183"/>
                    <a:pt x="237" y="183"/>
                  </a:cubicBezTo>
                  <a:cubicBezTo>
                    <a:pt x="236" y="183"/>
                    <a:pt x="236" y="182"/>
                    <a:pt x="236" y="181"/>
                  </a:cubicBezTo>
                  <a:cubicBezTo>
                    <a:pt x="236" y="180"/>
                    <a:pt x="237" y="180"/>
                    <a:pt x="238" y="179"/>
                  </a:cubicBezTo>
                  <a:cubicBezTo>
                    <a:pt x="239" y="179"/>
                    <a:pt x="240" y="178"/>
                    <a:pt x="241" y="177"/>
                  </a:cubicBezTo>
                  <a:cubicBezTo>
                    <a:pt x="241" y="177"/>
                    <a:pt x="242" y="177"/>
                    <a:pt x="242" y="177"/>
                  </a:cubicBezTo>
                  <a:cubicBezTo>
                    <a:pt x="244" y="176"/>
                    <a:pt x="245" y="176"/>
                    <a:pt x="245" y="176"/>
                  </a:cubicBezTo>
                  <a:cubicBezTo>
                    <a:pt x="247" y="175"/>
                    <a:pt x="248" y="174"/>
                    <a:pt x="249" y="173"/>
                  </a:cubicBezTo>
                  <a:cubicBezTo>
                    <a:pt x="250" y="172"/>
                    <a:pt x="250" y="172"/>
                    <a:pt x="251" y="171"/>
                  </a:cubicBezTo>
                  <a:cubicBezTo>
                    <a:pt x="251" y="171"/>
                    <a:pt x="252" y="170"/>
                    <a:pt x="252" y="170"/>
                  </a:cubicBezTo>
                  <a:cubicBezTo>
                    <a:pt x="252" y="170"/>
                    <a:pt x="253" y="170"/>
                    <a:pt x="254" y="169"/>
                  </a:cubicBezTo>
                  <a:cubicBezTo>
                    <a:pt x="254" y="169"/>
                    <a:pt x="255" y="168"/>
                    <a:pt x="255" y="167"/>
                  </a:cubicBezTo>
                  <a:cubicBezTo>
                    <a:pt x="256" y="167"/>
                    <a:pt x="256" y="166"/>
                    <a:pt x="257" y="165"/>
                  </a:cubicBezTo>
                  <a:cubicBezTo>
                    <a:pt x="260" y="163"/>
                    <a:pt x="261" y="161"/>
                    <a:pt x="258" y="158"/>
                  </a:cubicBezTo>
                  <a:cubicBezTo>
                    <a:pt x="257" y="158"/>
                    <a:pt x="256" y="158"/>
                    <a:pt x="255" y="157"/>
                  </a:cubicBezTo>
                  <a:cubicBezTo>
                    <a:pt x="255" y="157"/>
                    <a:pt x="254" y="156"/>
                    <a:pt x="253" y="156"/>
                  </a:cubicBezTo>
                  <a:cubicBezTo>
                    <a:pt x="252" y="157"/>
                    <a:pt x="251" y="157"/>
                    <a:pt x="250" y="157"/>
                  </a:cubicBezTo>
                  <a:cubicBezTo>
                    <a:pt x="248" y="157"/>
                    <a:pt x="247" y="156"/>
                    <a:pt x="246" y="155"/>
                  </a:cubicBezTo>
                  <a:cubicBezTo>
                    <a:pt x="246" y="154"/>
                    <a:pt x="245" y="152"/>
                    <a:pt x="244" y="151"/>
                  </a:cubicBezTo>
                  <a:cubicBezTo>
                    <a:pt x="244" y="150"/>
                    <a:pt x="243" y="150"/>
                    <a:pt x="243" y="149"/>
                  </a:cubicBezTo>
                  <a:cubicBezTo>
                    <a:pt x="243" y="148"/>
                    <a:pt x="242" y="148"/>
                    <a:pt x="243" y="147"/>
                  </a:cubicBezTo>
                  <a:cubicBezTo>
                    <a:pt x="243" y="146"/>
                    <a:pt x="244" y="146"/>
                    <a:pt x="244" y="146"/>
                  </a:cubicBezTo>
                  <a:cubicBezTo>
                    <a:pt x="246" y="146"/>
                    <a:pt x="246" y="148"/>
                    <a:pt x="247" y="148"/>
                  </a:cubicBezTo>
                  <a:cubicBezTo>
                    <a:pt x="247" y="149"/>
                    <a:pt x="247" y="150"/>
                    <a:pt x="248" y="150"/>
                  </a:cubicBezTo>
                  <a:cubicBezTo>
                    <a:pt x="248" y="151"/>
                    <a:pt x="249" y="151"/>
                    <a:pt x="249" y="152"/>
                  </a:cubicBezTo>
                  <a:cubicBezTo>
                    <a:pt x="250" y="153"/>
                    <a:pt x="250" y="153"/>
                    <a:pt x="251" y="153"/>
                  </a:cubicBezTo>
                  <a:cubicBezTo>
                    <a:pt x="252" y="153"/>
                    <a:pt x="254" y="152"/>
                    <a:pt x="255" y="152"/>
                  </a:cubicBezTo>
                  <a:cubicBezTo>
                    <a:pt x="256" y="153"/>
                    <a:pt x="257" y="154"/>
                    <a:pt x="257" y="154"/>
                  </a:cubicBezTo>
                  <a:cubicBezTo>
                    <a:pt x="258" y="154"/>
                    <a:pt x="259" y="155"/>
                    <a:pt x="259" y="155"/>
                  </a:cubicBezTo>
                  <a:cubicBezTo>
                    <a:pt x="260" y="155"/>
                    <a:pt x="261" y="155"/>
                    <a:pt x="262" y="155"/>
                  </a:cubicBezTo>
                  <a:cubicBezTo>
                    <a:pt x="262" y="155"/>
                    <a:pt x="262" y="155"/>
                    <a:pt x="262" y="155"/>
                  </a:cubicBezTo>
                  <a:cubicBezTo>
                    <a:pt x="262" y="156"/>
                    <a:pt x="262" y="156"/>
                    <a:pt x="262" y="157"/>
                  </a:cubicBezTo>
                  <a:cubicBezTo>
                    <a:pt x="262" y="157"/>
                    <a:pt x="263" y="159"/>
                    <a:pt x="264" y="160"/>
                  </a:cubicBezTo>
                  <a:cubicBezTo>
                    <a:pt x="264" y="160"/>
                    <a:pt x="265" y="160"/>
                    <a:pt x="265" y="161"/>
                  </a:cubicBezTo>
                  <a:cubicBezTo>
                    <a:pt x="265" y="162"/>
                    <a:pt x="265" y="163"/>
                    <a:pt x="265" y="163"/>
                  </a:cubicBezTo>
                  <a:cubicBezTo>
                    <a:pt x="265" y="164"/>
                    <a:pt x="265" y="165"/>
                    <a:pt x="266" y="165"/>
                  </a:cubicBezTo>
                  <a:cubicBezTo>
                    <a:pt x="267" y="165"/>
                    <a:pt x="268" y="164"/>
                    <a:pt x="269" y="165"/>
                  </a:cubicBezTo>
                  <a:cubicBezTo>
                    <a:pt x="269" y="166"/>
                    <a:pt x="269" y="166"/>
                    <a:pt x="269" y="167"/>
                  </a:cubicBezTo>
                  <a:cubicBezTo>
                    <a:pt x="269" y="168"/>
                    <a:pt x="269" y="168"/>
                    <a:pt x="269" y="168"/>
                  </a:cubicBezTo>
                  <a:cubicBezTo>
                    <a:pt x="269" y="170"/>
                    <a:pt x="269" y="171"/>
                    <a:pt x="269" y="172"/>
                  </a:cubicBezTo>
                  <a:cubicBezTo>
                    <a:pt x="269" y="174"/>
                    <a:pt x="270" y="175"/>
                    <a:pt x="270" y="177"/>
                  </a:cubicBezTo>
                  <a:cubicBezTo>
                    <a:pt x="270" y="179"/>
                    <a:pt x="270" y="181"/>
                    <a:pt x="271" y="182"/>
                  </a:cubicBezTo>
                  <a:cubicBezTo>
                    <a:pt x="271" y="183"/>
                    <a:pt x="272" y="184"/>
                    <a:pt x="272" y="186"/>
                  </a:cubicBezTo>
                  <a:cubicBezTo>
                    <a:pt x="272" y="187"/>
                    <a:pt x="272" y="188"/>
                    <a:pt x="273" y="188"/>
                  </a:cubicBezTo>
                  <a:cubicBezTo>
                    <a:pt x="274" y="188"/>
                    <a:pt x="274" y="188"/>
                    <a:pt x="275" y="187"/>
                  </a:cubicBezTo>
                  <a:cubicBezTo>
                    <a:pt x="275" y="187"/>
                    <a:pt x="276" y="187"/>
                    <a:pt x="276" y="186"/>
                  </a:cubicBezTo>
                  <a:cubicBezTo>
                    <a:pt x="276" y="185"/>
                    <a:pt x="276" y="185"/>
                    <a:pt x="277" y="185"/>
                  </a:cubicBezTo>
                  <a:cubicBezTo>
                    <a:pt x="277" y="184"/>
                    <a:pt x="276" y="184"/>
                    <a:pt x="276" y="184"/>
                  </a:cubicBezTo>
                  <a:cubicBezTo>
                    <a:pt x="276" y="184"/>
                    <a:pt x="277" y="182"/>
                    <a:pt x="277" y="181"/>
                  </a:cubicBezTo>
                  <a:cubicBezTo>
                    <a:pt x="278" y="179"/>
                    <a:pt x="277" y="178"/>
                    <a:pt x="278" y="176"/>
                  </a:cubicBezTo>
                  <a:cubicBezTo>
                    <a:pt x="279" y="175"/>
                    <a:pt x="280" y="174"/>
                    <a:pt x="281" y="173"/>
                  </a:cubicBezTo>
                  <a:cubicBezTo>
                    <a:pt x="281" y="172"/>
                    <a:pt x="282" y="172"/>
                    <a:pt x="282" y="172"/>
                  </a:cubicBezTo>
                  <a:cubicBezTo>
                    <a:pt x="284" y="170"/>
                    <a:pt x="285" y="168"/>
                    <a:pt x="287" y="167"/>
                  </a:cubicBezTo>
                  <a:cubicBezTo>
                    <a:pt x="287" y="166"/>
                    <a:pt x="288" y="165"/>
                    <a:pt x="289" y="165"/>
                  </a:cubicBezTo>
                  <a:cubicBezTo>
                    <a:pt x="291" y="165"/>
                    <a:pt x="292" y="164"/>
                    <a:pt x="293" y="163"/>
                  </a:cubicBezTo>
                  <a:cubicBezTo>
                    <a:pt x="294" y="164"/>
                    <a:pt x="294" y="165"/>
                    <a:pt x="294" y="167"/>
                  </a:cubicBezTo>
                  <a:cubicBezTo>
                    <a:pt x="295" y="168"/>
                    <a:pt x="296" y="169"/>
                    <a:pt x="297" y="171"/>
                  </a:cubicBezTo>
                  <a:cubicBezTo>
                    <a:pt x="297" y="172"/>
                    <a:pt x="298" y="172"/>
                    <a:pt x="299" y="172"/>
                  </a:cubicBezTo>
                  <a:cubicBezTo>
                    <a:pt x="299" y="172"/>
                    <a:pt x="299" y="173"/>
                    <a:pt x="300" y="173"/>
                  </a:cubicBezTo>
                  <a:cubicBezTo>
                    <a:pt x="300" y="174"/>
                    <a:pt x="300" y="174"/>
                    <a:pt x="300" y="175"/>
                  </a:cubicBezTo>
                  <a:cubicBezTo>
                    <a:pt x="300" y="176"/>
                    <a:pt x="301" y="176"/>
                    <a:pt x="301" y="177"/>
                  </a:cubicBezTo>
                  <a:cubicBezTo>
                    <a:pt x="301" y="177"/>
                    <a:pt x="301" y="178"/>
                    <a:pt x="301" y="179"/>
                  </a:cubicBezTo>
                  <a:cubicBezTo>
                    <a:pt x="301" y="179"/>
                    <a:pt x="301" y="180"/>
                    <a:pt x="301" y="180"/>
                  </a:cubicBezTo>
                  <a:cubicBezTo>
                    <a:pt x="301" y="181"/>
                    <a:pt x="301" y="182"/>
                    <a:pt x="301" y="183"/>
                  </a:cubicBezTo>
                  <a:cubicBezTo>
                    <a:pt x="301" y="184"/>
                    <a:pt x="302" y="184"/>
                    <a:pt x="302" y="185"/>
                  </a:cubicBezTo>
                  <a:cubicBezTo>
                    <a:pt x="301" y="186"/>
                    <a:pt x="301" y="188"/>
                    <a:pt x="301" y="189"/>
                  </a:cubicBezTo>
                  <a:cubicBezTo>
                    <a:pt x="301" y="190"/>
                    <a:pt x="302" y="191"/>
                    <a:pt x="302" y="193"/>
                  </a:cubicBezTo>
                  <a:cubicBezTo>
                    <a:pt x="303" y="193"/>
                    <a:pt x="302" y="194"/>
                    <a:pt x="303" y="195"/>
                  </a:cubicBezTo>
                  <a:cubicBezTo>
                    <a:pt x="303" y="196"/>
                    <a:pt x="303" y="196"/>
                    <a:pt x="303" y="197"/>
                  </a:cubicBezTo>
                  <a:cubicBezTo>
                    <a:pt x="303" y="198"/>
                    <a:pt x="303" y="198"/>
                    <a:pt x="303" y="199"/>
                  </a:cubicBezTo>
                  <a:cubicBezTo>
                    <a:pt x="303" y="199"/>
                    <a:pt x="303" y="199"/>
                    <a:pt x="303" y="199"/>
                  </a:cubicBezTo>
                  <a:cubicBezTo>
                    <a:pt x="304" y="200"/>
                    <a:pt x="305" y="201"/>
                    <a:pt x="306" y="201"/>
                  </a:cubicBezTo>
                  <a:cubicBezTo>
                    <a:pt x="307" y="200"/>
                    <a:pt x="306" y="199"/>
                    <a:pt x="306" y="198"/>
                  </a:cubicBezTo>
                  <a:cubicBezTo>
                    <a:pt x="306" y="197"/>
                    <a:pt x="306" y="197"/>
                    <a:pt x="306" y="196"/>
                  </a:cubicBezTo>
                  <a:cubicBezTo>
                    <a:pt x="306" y="195"/>
                    <a:pt x="305" y="194"/>
                    <a:pt x="305" y="193"/>
                  </a:cubicBezTo>
                  <a:cubicBezTo>
                    <a:pt x="304" y="192"/>
                    <a:pt x="304" y="192"/>
                    <a:pt x="304" y="191"/>
                  </a:cubicBezTo>
                  <a:cubicBezTo>
                    <a:pt x="303" y="191"/>
                    <a:pt x="303" y="191"/>
                    <a:pt x="303" y="190"/>
                  </a:cubicBezTo>
                  <a:cubicBezTo>
                    <a:pt x="303" y="190"/>
                    <a:pt x="303" y="189"/>
                    <a:pt x="303" y="189"/>
                  </a:cubicBezTo>
                  <a:cubicBezTo>
                    <a:pt x="302" y="187"/>
                    <a:pt x="302" y="186"/>
                    <a:pt x="303" y="184"/>
                  </a:cubicBezTo>
                  <a:cubicBezTo>
                    <a:pt x="303" y="183"/>
                    <a:pt x="303" y="182"/>
                    <a:pt x="304" y="181"/>
                  </a:cubicBezTo>
                  <a:cubicBezTo>
                    <a:pt x="305" y="182"/>
                    <a:pt x="306" y="183"/>
                    <a:pt x="306" y="184"/>
                  </a:cubicBezTo>
                  <a:cubicBezTo>
                    <a:pt x="307" y="185"/>
                    <a:pt x="307" y="186"/>
                    <a:pt x="308" y="186"/>
                  </a:cubicBezTo>
                  <a:cubicBezTo>
                    <a:pt x="309" y="187"/>
                    <a:pt x="308" y="187"/>
                    <a:pt x="308" y="187"/>
                  </a:cubicBezTo>
                  <a:cubicBezTo>
                    <a:pt x="309" y="188"/>
                    <a:pt x="311" y="187"/>
                    <a:pt x="312" y="187"/>
                  </a:cubicBezTo>
                  <a:cubicBezTo>
                    <a:pt x="310" y="196"/>
                    <a:pt x="308" y="206"/>
                    <a:pt x="304" y="215"/>
                  </a:cubicBezTo>
                  <a:cubicBezTo>
                    <a:pt x="304" y="215"/>
                    <a:pt x="303" y="214"/>
                    <a:pt x="303" y="214"/>
                  </a:cubicBezTo>
                  <a:cubicBezTo>
                    <a:pt x="303" y="213"/>
                    <a:pt x="303" y="212"/>
                    <a:pt x="303" y="211"/>
                  </a:cubicBezTo>
                  <a:cubicBezTo>
                    <a:pt x="304" y="209"/>
                    <a:pt x="303" y="209"/>
                    <a:pt x="302" y="208"/>
                  </a:cubicBezTo>
                  <a:cubicBezTo>
                    <a:pt x="302" y="207"/>
                    <a:pt x="302" y="207"/>
                    <a:pt x="302" y="206"/>
                  </a:cubicBezTo>
                  <a:cubicBezTo>
                    <a:pt x="301" y="205"/>
                    <a:pt x="301" y="205"/>
                    <a:pt x="300" y="204"/>
                  </a:cubicBezTo>
                  <a:cubicBezTo>
                    <a:pt x="300" y="204"/>
                    <a:pt x="299" y="203"/>
                    <a:pt x="299" y="202"/>
                  </a:cubicBezTo>
                  <a:cubicBezTo>
                    <a:pt x="299" y="202"/>
                    <a:pt x="299" y="202"/>
                    <a:pt x="299" y="202"/>
                  </a:cubicBezTo>
                  <a:cubicBezTo>
                    <a:pt x="298" y="202"/>
                    <a:pt x="299" y="201"/>
                    <a:pt x="299" y="201"/>
                  </a:cubicBezTo>
                  <a:cubicBezTo>
                    <a:pt x="298" y="200"/>
                    <a:pt x="298" y="199"/>
                    <a:pt x="297" y="199"/>
                  </a:cubicBezTo>
                  <a:cubicBezTo>
                    <a:pt x="296" y="198"/>
                    <a:pt x="296" y="198"/>
                    <a:pt x="295" y="198"/>
                  </a:cubicBezTo>
                  <a:cubicBezTo>
                    <a:pt x="295" y="198"/>
                    <a:pt x="295" y="198"/>
                    <a:pt x="295" y="198"/>
                  </a:cubicBezTo>
                  <a:cubicBezTo>
                    <a:pt x="295" y="198"/>
                    <a:pt x="295" y="198"/>
                    <a:pt x="295" y="198"/>
                  </a:cubicBezTo>
                  <a:cubicBezTo>
                    <a:pt x="295" y="200"/>
                    <a:pt x="296" y="201"/>
                    <a:pt x="296" y="203"/>
                  </a:cubicBezTo>
                  <a:cubicBezTo>
                    <a:pt x="296" y="204"/>
                    <a:pt x="296" y="204"/>
                    <a:pt x="296" y="205"/>
                  </a:cubicBezTo>
                  <a:cubicBezTo>
                    <a:pt x="297" y="206"/>
                    <a:pt x="298" y="207"/>
                    <a:pt x="298" y="208"/>
                  </a:cubicBezTo>
                  <a:cubicBezTo>
                    <a:pt x="299" y="209"/>
                    <a:pt x="299" y="209"/>
                    <a:pt x="299" y="210"/>
                  </a:cubicBezTo>
                  <a:cubicBezTo>
                    <a:pt x="299" y="211"/>
                    <a:pt x="300" y="212"/>
                    <a:pt x="300" y="213"/>
                  </a:cubicBezTo>
                  <a:cubicBezTo>
                    <a:pt x="300" y="213"/>
                    <a:pt x="301" y="214"/>
                    <a:pt x="301" y="214"/>
                  </a:cubicBezTo>
                  <a:cubicBezTo>
                    <a:pt x="301" y="214"/>
                    <a:pt x="301" y="215"/>
                    <a:pt x="301" y="215"/>
                  </a:cubicBezTo>
                  <a:cubicBezTo>
                    <a:pt x="301" y="215"/>
                    <a:pt x="301" y="215"/>
                    <a:pt x="301" y="215"/>
                  </a:cubicBezTo>
                  <a:cubicBezTo>
                    <a:pt x="301" y="215"/>
                    <a:pt x="301" y="216"/>
                    <a:pt x="301" y="216"/>
                  </a:cubicBezTo>
                  <a:cubicBezTo>
                    <a:pt x="301" y="216"/>
                    <a:pt x="302" y="216"/>
                    <a:pt x="302" y="216"/>
                  </a:cubicBezTo>
                  <a:cubicBezTo>
                    <a:pt x="303" y="217"/>
                    <a:pt x="303" y="217"/>
                    <a:pt x="303" y="217"/>
                  </a:cubicBezTo>
                  <a:cubicBezTo>
                    <a:pt x="298" y="232"/>
                    <a:pt x="290" y="246"/>
                    <a:pt x="280" y="258"/>
                  </a:cubicBezTo>
                  <a:cubicBezTo>
                    <a:pt x="279" y="257"/>
                    <a:pt x="279" y="257"/>
                    <a:pt x="278" y="256"/>
                  </a:cubicBezTo>
                  <a:cubicBezTo>
                    <a:pt x="278" y="254"/>
                    <a:pt x="278" y="252"/>
                    <a:pt x="277" y="252"/>
                  </a:cubicBezTo>
                  <a:cubicBezTo>
                    <a:pt x="276" y="253"/>
                    <a:pt x="276" y="254"/>
                    <a:pt x="276" y="255"/>
                  </a:cubicBezTo>
                  <a:cubicBezTo>
                    <a:pt x="275" y="255"/>
                    <a:pt x="275" y="256"/>
                    <a:pt x="275" y="257"/>
                  </a:cubicBezTo>
                  <a:cubicBezTo>
                    <a:pt x="275" y="258"/>
                    <a:pt x="275" y="258"/>
                    <a:pt x="275" y="259"/>
                  </a:cubicBezTo>
                  <a:cubicBezTo>
                    <a:pt x="275" y="259"/>
                    <a:pt x="274" y="260"/>
                    <a:pt x="274" y="261"/>
                  </a:cubicBezTo>
                  <a:cubicBezTo>
                    <a:pt x="273" y="262"/>
                    <a:pt x="273" y="263"/>
                    <a:pt x="272" y="263"/>
                  </a:cubicBezTo>
                  <a:cubicBezTo>
                    <a:pt x="271" y="263"/>
                    <a:pt x="270" y="261"/>
                    <a:pt x="269" y="260"/>
                  </a:cubicBezTo>
                  <a:cubicBezTo>
                    <a:pt x="269" y="260"/>
                    <a:pt x="268" y="260"/>
                    <a:pt x="267" y="260"/>
                  </a:cubicBezTo>
                  <a:cubicBezTo>
                    <a:pt x="266" y="259"/>
                    <a:pt x="267" y="257"/>
                    <a:pt x="268" y="256"/>
                  </a:cubicBezTo>
                  <a:cubicBezTo>
                    <a:pt x="268" y="255"/>
                    <a:pt x="269" y="255"/>
                    <a:pt x="269" y="254"/>
                  </a:cubicBezTo>
                  <a:cubicBezTo>
                    <a:pt x="269" y="253"/>
                    <a:pt x="267" y="253"/>
                    <a:pt x="266" y="253"/>
                  </a:cubicBezTo>
                  <a:cubicBezTo>
                    <a:pt x="265" y="253"/>
                    <a:pt x="263" y="252"/>
                    <a:pt x="262" y="253"/>
                  </a:cubicBezTo>
                  <a:cubicBezTo>
                    <a:pt x="261" y="253"/>
                    <a:pt x="261" y="254"/>
                    <a:pt x="260" y="254"/>
                  </a:cubicBezTo>
                  <a:cubicBezTo>
                    <a:pt x="259" y="256"/>
                    <a:pt x="259" y="257"/>
                    <a:pt x="257" y="258"/>
                  </a:cubicBezTo>
                  <a:cubicBezTo>
                    <a:pt x="256" y="258"/>
                    <a:pt x="255" y="257"/>
                    <a:pt x="254" y="257"/>
                  </a:cubicBezTo>
                  <a:cubicBezTo>
                    <a:pt x="253" y="257"/>
                    <a:pt x="249" y="261"/>
                    <a:pt x="248" y="262"/>
                  </a:cubicBezTo>
                  <a:cubicBezTo>
                    <a:pt x="248" y="262"/>
                    <a:pt x="247" y="262"/>
                    <a:pt x="247" y="263"/>
                  </a:cubicBezTo>
                  <a:cubicBezTo>
                    <a:pt x="247" y="263"/>
                    <a:pt x="247" y="263"/>
                    <a:pt x="246" y="264"/>
                  </a:cubicBezTo>
                  <a:cubicBezTo>
                    <a:pt x="246" y="265"/>
                    <a:pt x="246" y="265"/>
                    <a:pt x="246" y="266"/>
                  </a:cubicBezTo>
                  <a:cubicBezTo>
                    <a:pt x="245" y="267"/>
                    <a:pt x="245" y="268"/>
                    <a:pt x="244" y="268"/>
                  </a:cubicBezTo>
                  <a:cubicBezTo>
                    <a:pt x="242" y="268"/>
                    <a:pt x="242" y="268"/>
                    <a:pt x="241" y="268"/>
                  </a:cubicBezTo>
                  <a:cubicBezTo>
                    <a:pt x="239" y="269"/>
                    <a:pt x="238" y="270"/>
                    <a:pt x="236" y="271"/>
                  </a:cubicBezTo>
                  <a:cubicBezTo>
                    <a:pt x="235" y="272"/>
                    <a:pt x="234" y="273"/>
                    <a:pt x="233" y="274"/>
                  </a:cubicBezTo>
                  <a:cubicBezTo>
                    <a:pt x="232" y="277"/>
                    <a:pt x="231" y="280"/>
                    <a:pt x="232" y="282"/>
                  </a:cubicBezTo>
                  <a:cubicBezTo>
                    <a:pt x="232" y="283"/>
                    <a:pt x="232" y="283"/>
                    <a:pt x="232" y="284"/>
                  </a:cubicBezTo>
                  <a:cubicBezTo>
                    <a:pt x="232" y="285"/>
                    <a:pt x="232" y="285"/>
                    <a:pt x="232" y="285"/>
                  </a:cubicBezTo>
                  <a:cubicBezTo>
                    <a:pt x="232" y="286"/>
                    <a:pt x="233" y="286"/>
                    <a:pt x="233" y="286"/>
                  </a:cubicBezTo>
                  <a:cubicBezTo>
                    <a:pt x="233" y="287"/>
                    <a:pt x="232" y="288"/>
                    <a:pt x="232" y="288"/>
                  </a:cubicBezTo>
                  <a:cubicBezTo>
                    <a:pt x="232" y="289"/>
                    <a:pt x="232" y="290"/>
                    <a:pt x="232" y="291"/>
                  </a:cubicBezTo>
                  <a:cubicBezTo>
                    <a:pt x="232" y="293"/>
                    <a:pt x="231" y="294"/>
                    <a:pt x="231" y="295"/>
                  </a:cubicBezTo>
                  <a:cubicBezTo>
                    <a:pt x="231" y="296"/>
                    <a:pt x="232" y="296"/>
                    <a:pt x="232" y="297"/>
                  </a:cubicBezTo>
                  <a:cubicBezTo>
                    <a:pt x="211" y="308"/>
                    <a:pt x="188" y="314"/>
                    <a:pt x="162" y="314"/>
                  </a:cubicBezTo>
                  <a:cubicBezTo>
                    <a:pt x="134" y="314"/>
                    <a:pt x="108" y="306"/>
                    <a:pt x="86" y="293"/>
                  </a:cubicBezTo>
                  <a:close/>
                  <a:moveTo>
                    <a:pt x="226" y="161"/>
                  </a:moveTo>
                  <a:cubicBezTo>
                    <a:pt x="226" y="160"/>
                    <a:pt x="225" y="160"/>
                    <a:pt x="225" y="159"/>
                  </a:cubicBezTo>
                  <a:cubicBezTo>
                    <a:pt x="225" y="158"/>
                    <a:pt x="225" y="157"/>
                    <a:pt x="224" y="157"/>
                  </a:cubicBezTo>
                  <a:cubicBezTo>
                    <a:pt x="224" y="156"/>
                    <a:pt x="224" y="155"/>
                    <a:pt x="223" y="154"/>
                  </a:cubicBezTo>
                  <a:cubicBezTo>
                    <a:pt x="222" y="154"/>
                    <a:pt x="222" y="151"/>
                    <a:pt x="221" y="150"/>
                  </a:cubicBezTo>
                  <a:cubicBezTo>
                    <a:pt x="221" y="150"/>
                    <a:pt x="222" y="149"/>
                    <a:pt x="221" y="149"/>
                  </a:cubicBezTo>
                  <a:cubicBezTo>
                    <a:pt x="222" y="149"/>
                    <a:pt x="222" y="149"/>
                    <a:pt x="222" y="149"/>
                  </a:cubicBezTo>
                  <a:cubicBezTo>
                    <a:pt x="223" y="149"/>
                    <a:pt x="224" y="150"/>
                    <a:pt x="224" y="151"/>
                  </a:cubicBezTo>
                  <a:cubicBezTo>
                    <a:pt x="224" y="151"/>
                    <a:pt x="225" y="151"/>
                    <a:pt x="225" y="151"/>
                  </a:cubicBezTo>
                  <a:cubicBezTo>
                    <a:pt x="225" y="152"/>
                    <a:pt x="226" y="153"/>
                    <a:pt x="226" y="154"/>
                  </a:cubicBezTo>
                  <a:cubicBezTo>
                    <a:pt x="227" y="154"/>
                    <a:pt x="227" y="155"/>
                    <a:pt x="227" y="156"/>
                  </a:cubicBezTo>
                  <a:cubicBezTo>
                    <a:pt x="228" y="157"/>
                    <a:pt x="229" y="158"/>
                    <a:pt x="230" y="160"/>
                  </a:cubicBezTo>
                  <a:cubicBezTo>
                    <a:pt x="230" y="161"/>
                    <a:pt x="229" y="162"/>
                    <a:pt x="229" y="162"/>
                  </a:cubicBezTo>
                  <a:cubicBezTo>
                    <a:pt x="229" y="163"/>
                    <a:pt x="230" y="164"/>
                    <a:pt x="230" y="164"/>
                  </a:cubicBezTo>
                  <a:cubicBezTo>
                    <a:pt x="230" y="166"/>
                    <a:pt x="232" y="166"/>
                    <a:pt x="233" y="167"/>
                  </a:cubicBezTo>
                  <a:cubicBezTo>
                    <a:pt x="233" y="168"/>
                    <a:pt x="233" y="169"/>
                    <a:pt x="233" y="169"/>
                  </a:cubicBezTo>
                  <a:cubicBezTo>
                    <a:pt x="233" y="170"/>
                    <a:pt x="234" y="170"/>
                    <a:pt x="234" y="171"/>
                  </a:cubicBezTo>
                  <a:cubicBezTo>
                    <a:pt x="235" y="172"/>
                    <a:pt x="235" y="173"/>
                    <a:pt x="235" y="174"/>
                  </a:cubicBezTo>
                  <a:cubicBezTo>
                    <a:pt x="236" y="175"/>
                    <a:pt x="237" y="177"/>
                    <a:pt x="235" y="178"/>
                  </a:cubicBezTo>
                  <a:cubicBezTo>
                    <a:pt x="234" y="178"/>
                    <a:pt x="233" y="176"/>
                    <a:pt x="232" y="175"/>
                  </a:cubicBezTo>
                  <a:cubicBezTo>
                    <a:pt x="231" y="174"/>
                    <a:pt x="229" y="173"/>
                    <a:pt x="230" y="170"/>
                  </a:cubicBezTo>
                  <a:cubicBezTo>
                    <a:pt x="229" y="169"/>
                    <a:pt x="228" y="168"/>
                    <a:pt x="227" y="166"/>
                  </a:cubicBezTo>
                  <a:cubicBezTo>
                    <a:pt x="227" y="164"/>
                    <a:pt x="227" y="162"/>
                    <a:pt x="226" y="161"/>
                  </a:cubicBezTo>
                  <a:close/>
                  <a:moveTo>
                    <a:pt x="223" y="113"/>
                  </a:moveTo>
                  <a:cubicBezTo>
                    <a:pt x="223" y="112"/>
                    <a:pt x="224" y="112"/>
                    <a:pt x="225" y="111"/>
                  </a:cubicBezTo>
                  <a:cubicBezTo>
                    <a:pt x="226" y="111"/>
                    <a:pt x="227" y="110"/>
                    <a:pt x="227" y="110"/>
                  </a:cubicBezTo>
                  <a:cubicBezTo>
                    <a:pt x="228" y="110"/>
                    <a:pt x="229" y="110"/>
                    <a:pt x="229" y="110"/>
                  </a:cubicBezTo>
                  <a:cubicBezTo>
                    <a:pt x="229" y="113"/>
                    <a:pt x="227" y="113"/>
                    <a:pt x="226" y="115"/>
                  </a:cubicBezTo>
                  <a:cubicBezTo>
                    <a:pt x="227" y="115"/>
                    <a:pt x="228" y="116"/>
                    <a:pt x="228" y="117"/>
                  </a:cubicBezTo>
                  <a:cubicBezTo>
                    <a:pt x="229" y="117"/>
                    <a:pt x="230" y="118"/>
                    <a:pt x="230" y="119"/>
                  </a:cubicBezTo>
                  <a:cubicBezTo>
                    <a:pt x="231" y="119"/>
                    <a:pt x="231" y="119"/>
                    <a:pt x="232" y="120"/>
                  </a:cubicBezTo>
                  <a:cubicBezTo>
                    <a:pt x="232" y="120"/>
                    <a:pt x="233" y="121"/>
                    <a:pt x="233" y="121"/>
                  </a:cubicBezTo>
                  <a:cubicBezTo>
                    <a:pt x="233" y="123"/>
                    <a:pt x="229" y="124"/>
                    <a:pt x="227" y="123"/>
                  </a:cubicBezTo>
                  <a:cubicBezTo>
                    <a:pt x="227" y="123"/>
                    <a:pt x="227" y="123"/>
                    <a:pt x="227" y="123"/>
                  </a:cubicBezTo>
                  <a:cubicBezTo>
                    <a:pt x="227" y="123"/>
                    <a:pt x="226" y="123"/>
                    <a:pt x="226" y="123"/>
                  </a:cubicBezTo>
                  <a:cubicBezTo>
                    <a:pt x="225" y="122"/>
                    <a:pt x="224" y="122"/>
                    <a:pt x="224" y="122"/>
                  </a:cubicBezTo>
                  <a:cubicBezTo>
                    <a:pt x="222" y="122"/>
                    <a:pt x="221" y="122"/>
                    <a:pt x="220" y="122"/>
                  </a:cubicBezTo>
                  <a:cubicBezTo>
                    <a:pt x="220" y="122"/>
                    <a:pt x="219" y="123"/>
                    <a:pt x="218" y="123"/>
                  </a:cubicBezTo>
                  <a:cubicBezTo>
                    <a:pt x="217" y="123"/>
                    <a:pt x="216" y="123"/>
                    <a:pt x="215" y="123"/>
                  </a:cubicBezTo>
                  <a:cubicBezTo>
                    <a:pt x="214" y="122"/>
                    <a:pt x="213" y="122"/>
                    <a:pt x="213" y="121"/>
                  </a:cubicBezTo>
                  <a:cubicBezTo>
                    <a:pt x="213" y="120"/>
                    <a:pt x="214" y="118"/>
                    <a:pt x="215" y="116"/>
                  </a:cubicBezTo>
                  <a:cubicBezTo>
                    <a:pt x="216" y="113"/>
                    <a:pt x="217" y="111"/>
                    <a:pt x="219" y="113"/>
                  </a:cubicBezTo>
                  <a:cubicBezTo>
                    <a:pt x="220" y="114"/>
                    <a:pt x="220" y="114"/>
                    <a:pt x="220" y="115"/>
                  </a:cubicBezTo>
                  <a:cubicBezTo>
                    <a:pt x="221" y="116"/>
                    <a:pt x="221" y="116"/>
                    <a:pt x="221" y="117"/>
                  </a:cubicBezTo>
                  <a:cubicBezTo>
                    <a:pt x="223" y="117"/>
                    <a:pt x="224" y="116"/>
                    <a:pt x="224" y="115"/>
                  </a:cubicBezTo>
                  <a:cubicBezTo>
                    <a:pt x="225" y="114"/>
                    <a:pt x="223" y="114"/>
                    <a:pt x="223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9" name="Freeform 113"/>
            <p:cNvSpPr/>
            <p:nvPr/>
          </p:nvSpPr>
          <p:spPr bwMode="auto">
            <a:xfrm>
              <a:off x="8635153" y="4221989"/>
              <a:ext cx="18603" cy="36565"/>
            </a:xfrm>
            <a:custGeom>
              <a:avLst/>
              <a:gdLst>
                <a:gd name="T0" fmla="*/ 1 w 12"/>
                <a:gd name="T1" fmla="*/ 23 h 24"/>
                <a:gd name="T2" fmla="*/ 3 w 12"/>
                <a:gd name="T3" fmla="*/ 24 h 24"/>
                <a:gd name="T4" fmla="*/ 6 w 12"/>
                <a:gd name="T5" fmla="*/ 21 h 24"/>
                <a:gd name="T6" fmla="*/ 8 w 12"/>
                <a:gd name="T7" fmla="*/ 15 h 24"/>
                <a:gd name="T8" fmla="*/ 9 w 12"/>
                <a:gd name="T9" fmla="*/ 12 h 24"/>
                <a:gd name="T10" fmla="*/ 10 w 12"/>
                <a:gd name="T11" fmla="*/ 10 h 24"/>
                <a:gd name="T12" fmla="*/ 10 w 12"/>
                <a:gd name="T13" fmla="*/ 9 h 24"/>
                <a:gd name="T14" fmla="*/ 12 w 12"/>
                <a:gd name="T15" fmla="*/ 5 h 24"/>
                <a:gd name="T16" fmla="*/ 10 w 12"/>
                <a:gd name="T17" fmla="*/ 0 h 24"/>
                <a:gd name="T18" fmla="*/ 10 w 12"/>
                <a:gd name="T19" fmla="*/ 0 h 24"/>
                <a:gd name="T20" fmla="*/ 9 w 12"/>
                <a:gd name="T21" fmla="*/ 1 h 24"/>
                <a:gd name="T22" fmla="*/ 7 w 12"/>
                <a:gd name="T23" fmla="*/ 3 h 24"/>
                <a:gd name="T24" fmla="*/ 7 w 12"/>
                <a:gd name="T25" fmla="*/ 4 h 24"/>
                <a:gd name="T26" fmla="*/ 4 w 12"/>
                <a:gd name="T27" fmla="*/ 6 h 24"/>
                <a:gd name="T28" fmla="*/ 2 w 12"/>
                <a:gd name="T29" fmla="*/ 7 h 24"/>
                <a:gd name="T30" fmla="*/ 2 w 12"/>
                <a:gd name="T31" fmla="*/ 8 h 24"/>
                <a:gd name="T32" fmla="*/ 2 w 12"/>
                <a:gd name="T33" fmla="*/ 13 h 24"/>
                <a:gd name="T34" fmla="*/ 0 w 12"/>
                <a:gd name="T35" fmla="*/ 18 h 24"/>
                <a:gd name="T36" fmla="*/ 1 w 12"/>
                <a:gd name="T37" fmla="*/ 22 h 24"/>
                <a:gd name="T38" fmla="*/ 1 w 12"/>
                <a:gd name="T39" fmla="*/ 2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2" h="24">
                  <a:moveTo>
                    <a:pt x="1" y="23"/>
                  </a:moveTo>
                  <a:cubicBezTo>
                    <a:pt x="2" y="24"/>
                    <a:pt x="2" y="24"/>
                    <a:pt x="3" y="24"/>
                  </a:cubicBezTo>
                  <a:cubicBezTo>
                    <a:pt x="5" y="24"/>
                    <a:pt x="6" y="23"/>
                    <a:pt x="6" y="21"/>
                  </a:cubicBezTo>
                  <a:cubicBezTo>
                    <a:pt x="7" y="19"/>
                    <a:pt x="8" y="17"/>
                    <a:pt x="8" y="15"/>
                  </a:cubicBezTo>
                  <a:cubicBezTo>
                    <a:pt x="8" y="14"/>
                    <a:pt x="8" y="13"/>
                    <a:pt x="9" y="12"/>
                  </a:cubicBezTo>
                  <a:cubicBezTo>
                    <a:pt x="9" y="11"/>
                    <a:pt x="9" y="11"/>
                    <a:pt x="10" y="10"/>
                  </a:cubicBezTo>
                  <a:cubicBezTo>
                    <a:pt x="10" y="10"/>
                    <a:pt x="10" y="9"/>
                    <a:pt x="10" y="9"/>
                  </a:cubicBezTo>
                  <a:cubicBezTo>
                    <a:pt x="11" y="7"/>
                    <a:pt x="11" y="6"/>
                    <a:pt x="12" y="5"/>
                  </a:cubicBezTo>
                  <a:cubicBezTo>
                    <a:pt x="11" y="3"/>
                    <a:pt x="12" y="1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0"/>
                    <a:pt x="9" y="0"/>
                    <a:pt x="9" y="1"/>
                  </a:cubicBezTo>
                  <a:cubicBezTo>
                    <a:pt x="9" y="2"/>
                    <a:pt x="8" y="3"/>
                    <a:pt x="7" y="3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6" y="5"/>
                    <a:pt x="5" y="6"/>
                    <a:pt x="4" y="6"/>
                  </a:cubicBezTo>
                  <a:cubicBezTo>
                    <a:pt x="4" y="7"/>
                    <a:pt x="3" y="7"/>
                    <a:pt x="2" y="7"/>
                  </a:cubicBezTo>
                  <a:cubicBezTo>
                    <a:pt x="2" y="7"/>
                    <a:pt x="2" y="8"/>
                    <a:pt x="2" y="8"/>
                  </a:cubicBezTo>
                  <a:cubicBezTo>
                    <a:pt x="1" y="9"/>
                    <a:pt x="2" y="11"/>
                    <a:pt x="2" y="13"/>
                  </a:cubicBezTo>
                  <a:cubicBezTo>
                    <a:pt x="2" y="15"/>
                    <a:pt x="0" y="16"/>
                    <a:pt x="0" y="18"/>
                  </a:cubicBezTo>
                  <a:cubicBezTo>
                    <a:pt x="0" y="20"/>
                    <a:pt x="0" y="21"/>
                    <a:pt x="1" y="22"/>
                  </a:cubicBezTo>
                  <a:cubicBezTo>
                    <a:pt x="1" y="23"/>
                    <a:pt x="1" y="23"/>
                    <a:pt x="1" y="2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0" name="Freeform 114"/>
            <p:cNvSpPr/>
            <p:nvPr/>
          </p:nvSpPr>
          <p:spPr bwMode="auto">
            <a:xfrm>
              <a:off x="8465159" y="3905093"/>
              <a:ext cx="86601" cy="84677"/>
            </a:xfrm>
            <a:custGeom>
              <a:avLst/>
              <a:gdLst>
                <a:gd name="T0" fmla="*/ 29 w 57"/>
                <a:gd name="T1" fmla="*/ 44 h 56"/>
                <a:gd name="T2" fmla="*/ 33 w 57"/>
                <a:gd name="T3" fmla="*/ 43 h 56"/>
                <a:gd name="T4" fmla="*/ 37 w 57"/>
                <a:gd name="T5" fmla="*/ 40 h 56"/>
                <a:gd name="T6" fmla="*/ 40 w 57"/>
                <a:gd name="T7" fmla="*/ 37 h 56"/>
                <a:gd name="T8" fmla="*/ 42 w 57"/>
                <a:gd name="T9" fmla="*/ 37 h 56"/>
                <a:gd name="T10" fmla="*/ 46 w 57"/>
                <a:gd name="T11" fmla="*/ 36 h 56"/>
                <a:gd name="T12" fmla="*/ 50 w 57"/>
                <a:gd name="T13" fmla="*/ 31 h 56"/>
                <a:gd name="T14" fmla="*/ 51 w 57"/>
                <a:gd name="T15" fmla="*/ 27 h 56"/>
                <a:gd name="T16" fmla="*/ 52 w 57"/>
                <a:gd name="T17" fmla="*/ 20 h 56"/>
                <a:gd name="T18" fmla="*/ 53 w 57"/>
                <a:gd name="T19" fmla="*/ 14 h 56"/>
                <a:gd name="T20" fmla="*/ 55 w 57"/>
                <a:gd name="T21" fmla="*/ 11 h 56"/>
                <a:gd name="T22" fmla="*/ 57 w 57"/>
                <a:gd name="T23" fmla="*/ 8 h 56"/>
                <a:gd name="T24" fmla="*/ 55 w 57"/>
                <a:gd name="T25" fmla="*/ 5 h 56"/>
                <a:gd name="T26" fmla="*/ 53 w 57"/>
                <a:gd name="T27" fmla="*/ 6 h 56"/>
                <a:gd name="T28" fmla="*/ 52 w 57"/>
                <a:gd name="T29" fmla="*/ 3 h 56"/>
                <a:gd name="T30" fmla="*/ 48 w 57"/>
                <a:gd name="T31" fmla="*/ 0 h 56"/>
                <a:gd name="T32" fmla="*/ 45 w 57"/>
                <a:gd name="T33" fmla="*/ 0 h 56"/>
                <a:gd name="T34" fmla="*/ 37 w 57"/>
                <a:gd name="T35" fmla="*/ 0 h 56"/>
                <a:gd name="T36" fmla="*/ 32 w 57"/>
                <a:gd name="T37" fmla="*/ 2 h 56"/>
                <a:gd name="T38" fmla="*/ 29 w 57"/>
                <a:gd name="T39" fmla="*/ 4 h 56"/>
                <a:gd name="T40" fmla="*/ 27 w 57"/>
                <a:gd name="T41" fmla="*/ 6 h 56"/>
                <a:gd name="T42" fmla="*/ 25 w 57"/>
                <a:gd name="T43" fmla="*/ 5 h 56"/>
                <a:gd name="T44" fmla="*/ 20 w 57"/>
                <a:gd name="T45" fmla="*/ 5 h 56"/>
                <a:gd name="T46" fmla="*/ 17 w 57"/>
                <a:gd name="T47" fmla="*/ 6 h 56"/>
                <a:gd name="T48" fmla="*/ 13 w 57"/>
                <a:gd name="T49" fmla="*/ 8 h 56"/>
                <a:gd name="T50" fmla="*/ 11 w 57"/>
                <a:gd name="T51" fmla="*/ 9 h 56"/>
                <a:gd name="T52" fmla="*/ 9 w 57"/>
                <a:gd name="T53" fmla="*/ 10 h 56"/>
                <a:gd name="T54" fmla="*/ 8 w 57"/>
                <a:gd name="T55" fmla="*/ 13 h 56"/>
                <a:gd name="T56" fmla="*/ 2 w 57"/>
                <a:gd name="T57" fmla="*/ 16 h 56"/>
                <a:gd name="T58" fmla="*/ 1 w 57"/>
                <a:gd name="T59" fmla="*/ 19 h 56"/>
                <a:gd name="T60" fmla="*/ 2 w 57"/>
                <a:gd name="T61" fmla="*/ 23 h 56"/>
                <a:gd name="T62" fmla="*/ 8 w 57"/>
                <a:gd name="T63" fmla="*/ 22 h 56"/>
                <a:gd name="T64" fmla="*/ 11 w 57"/>
                <a:gd name="T65" fmla="*/ 22 h 56"/>
                <a:gd name="T66" fmla="*/ 13 w 57"/>
                <a:gd name="T67" fmla="*/ 25 h 56"/>
                <a:gd name="T68" fmla="*/ 14 w 57"/>
                <a:gd name="T69" fmla="*/ 26 h 56"/>
                <a:gd name="T70" fmla="*/ 14 w 57"/>
                <a:gd name="T71" fmla="*/ 27 h 56"/>
                <a:gd name="T72" fmla="*/ 17 w 57"/>
                <a:gd name="T73" fmla="*/ 32 h 56"/>
                <a:gd name="T74" fmla="*/ 18 w 57"/>
                <a:gd name="T75" fmla="*/ 37 h 56"/>
                <a:gd name="T76" fmla="*/ 16 w 57"/>
                <a:gd name="T77" fmla="*/ 39 h 56"/>
                <a:gd name="T78" fmla="*/ 14 w 57"/>
                <a:gd name="T79" fmla="*/ 43 h 56"/>
                <a:gd name="T80" fmla="*/ 15 w 57"/>
                <a:gd name="T81" fmla="*/ 46 h 56"/>
                <a:gd name="T82" fmla="*/ 16 w 57"/>
                <a:gd name="T83" fmla="*/ 50 h 56"/>
                <a:gd name="T84" fmla="*/ 18 w 57"/>
                <a:gd name="T85" fmla="*/ 52 h 56"/>
                <a:gd name="T86" fmla="*/ 21 w 57"/>
                <a:gd name="T87" fmla="*/ 54 h 56"/>
                <a:gd name="T88" fmla="*/ 25 w 57"/>
                <a:gd name="T89" fmla="*/ 53 h 56"/>
                <a:gd name="T90" fmla="*/ 26 w 57"/>
                <a:gd name="T91" fmla="*/ 50 h 56"/>
                <a:gd name="T92" fmla="*/ 28 w 57"/>
                <a:gd name="T93" fmla="*/ 47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7" h="56">
                  <a:moveTo>
                    <a:pt x="28" y="47"/>
                  </a:moveTo>
                  <a:cubicBezTo>
                    <a:pt x="28" y="47"/>
                    <a:pt x="28" y="46"/>
                    <a:pt x="29" y="44"/>
                  </a:cubicBezTo>
                  <a:cubicBezTo>
                    <a:pt x="29" y="44"/>
                    <a:pt x="29" y="44"/>
                    <a:pt x="30" y="44"/>
                  </a:cubicBezTo>
                  <a:cubicBezTo>
                    <a:pt x="31" y="43"/>
                    <a:pt x="32" y="44"/>
                    <a:pt x="33" y="43"/>
                  </a:cubicBezTo>
                  <a:cubicBezTo>
                    <a:pt x="34" y="43"/>
                    <a:pt x="34" y="42"/>
                    <a:pt x="35" y="42"/>
                  </a:cubicBezTo>
                  <a:cubicBezTo>
                    <a:pt x="35" y="41"/>
                    <a:pt x="36" y="41"/>
                    <a:pt x="37" y="40"/>
                  </a:cubicBezTo>
                  <a:cubicBezTo>
                    <a:pt x="37" y="40"/>
                    <a:pt x="38" y="39"/>
                    <a:pt x="38" y="39"/>
                  </a:cubicBezTo>
                  <a:cubicBezTo>
                    <a:pt x="39" y="38"/>
                    <a:pt x="39" y="38"/>
                    <a:pt x="40" y="37"/>
                  </a:cubicBezTo>
                  <a:cubicBezTo>
                    <a:pt x="40" y="37"/>
                    <a:pt x="41" y="37"/>
                    <a:pt x="41" y="37"/>
                  </a:cubicBezTo>
                  <a:cubicBezTo>
                    <a:pt x="41" y="37"/>
                    <a:pt x="42" y="37"/>
                    <a:pt x="42" y="37"/>
                  </a:cubicBezTo>
                  <a:cubicBezTo>
                    <a:pt x="43" y="37"/>
                    <a:pt x="44" y="37"/>
                    <a:pt x="45" y="36"/>
                  </a:cubicBezTo>
                  <a:cubicBezTo>
                    <a:pt x="45" y="36"/>
                    <a:pt x="45" y="36"/>
                    <a:pt x="46" y="36"/>
                  </a:cubicBezTo>
                  <a:cubicBezTo>
                    <a:pt x="47" y="35"/>
                    <a:pt x="47" y="35"/>
                    <a:pt x="48" y="34"/>
                  </a:cubicBezTo>
                  <a:cubicBezTo>
                    <a:pt x="49" y="33"/>
                    <a:pt x="50" y="32"/>
                    <a:pt x="50" y="31"/>
                  </a:cubicBezTo>
                  <a:cubicBezTo>
                    <a:pt x="50" y="31"/>
                    <a:pt x="49" y="30"/>
                    <a:pt x="49" y="30"/>
                  </a:cubicBezTo>
                  <a:cubicBezTo>
                    <a:pt x="50" y="29"/>
                    <a:pt x="51" y="29"/>
                    <a:pt x="51" y="27"/>
                  </a:cubicBezTo>
                  <a:cubicBezTo>
                    <a:pt x="51" y="26"/>
                    <a:pt x="51" y="25"/>
                    <a:pt x="51" y="23"/>
                  </a:cubicBezTo>
                  <a:cubicBezTo>
                    <a:pt x="52" y="22"/>
                    <a:pt x="52" y="21"/>
                    <a:pt x="52" y="20"/>
                  </a:cubicBezTo>
                  <a:cubicBezTo>
                    <a:pt x="52" y="19"/>
                    <a:pt x="51" y="19"/>
                    <a:pt x="51" y="18"/>
                  </a:cubicBezTo>
                  <a:cubicBezTo>
                    <a:pt x="52" y="16"/>
                    <a:pt x="52" y="15"/>
                    <a:pt x="53" y="14"/>
                  </a:cubicBezTo>
                  <a:cubicBezTo>
                    <a:pt x="53" y="13"/>
                    <a:pt x="54" y="12"/>
                    <a:pt x="54" y="12"/>
                  </a:cubicBezTo>
                  <a:cubicBezTo>
                    <a:pt x="54" y="12"/>
                    <a:pt x="55" y="12"/>
                    <a:pt x="55" y="11"/>
                  </a:cubicBezTo>
                  <a:cubicBezTo>
                    <a:pt x="55" y="11"/>
                    <a:pt x="55" y="11"/>
                    <a:pt x="55" y="11"/>
                  </a:cubicBezTo>
                  <a:cubicBezTo>
                    <a:pt x="56" y="10"/>
                    <a:pt x="57" y="9"/>
                    <a:pt x="57" y="8"/>
                  </a:cubicBezTo>
                  <a:cubicBezTo>
                    <a:pt x="57" y="7"/>
                    <a:pt x="57" y="6"/>
                    <a:pt x="57" y="5"/>
                  </a:cubicBezTo>
                  <a:cubicBezTo>
                    <a:pt x="56" y="5"/>
                    <a:pt x="56" y="5"/>
                    <a:pt x="55" y="5"/>
                  </a:cubicBezTo>
                  <a:cubicBezTo>
                    <a:pt x="55" y="6"/>
                    <a:pt x="54" y="6"/>
                    <a:pt x="54" y="6"/>
                  </a:cubicBezTo>
                  <a:cubicBezTo>
                    <a:pt x="54" y="6"/>
                    <a:pt x="53" y="6"/>
                    <a:pt x="53" y="6"/>
                  </a:cubicBezTo>
                  <a:cubicBezTo>
                    <a:pt x="52" y="6"/>
                    <a:pt x="51" y="7"/>
                    <a:pt x="51" y="6"/>
                  </a:cubicBezTo>
                  <a:cubicBezTo>
                    <a:pt x="51" y="4"/>
                    <a:pt x="52" y="4"/>
                    <a:pt x="52" y="3"/>
                  </a:cubicBezTo>
                  <a:cubicBezTo>
                    <a:pt x="52" y="2"/>
                    <a:pt x="51" y="2"/>
                    <a:pt x="50" y="1"/>
                  </a:cubicBezTo>
                  <a:cubicBezTo>
                    <a:pt x="49" y="1"/>
                    <a:pt x="48" y="0"/>
                    <a:pt x="48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6" y="0"/>
                    <a:pt x="45" y="0"/>
                    <a:pt x="45" y="0"/>
                  </a:cubicBezTo>
                  <a:cubicBezTo>
                    <a:pt x="44" y="0"/>
                    <a:pt x="42" y="0"/>
                    <a:pt x="41" y="0"/>
                  </a:cubicBezTo>
                  <a:cubicBezTo>
                    <a:pt x="40" y="0"/>
                    <a:pt x="38" y="0"/>
                    <a:pt x="37" y="0"/>
                  </a:cubicBezTo>
                  <a:cubicBezTo>
                    <a:pt x="36" y="1"/>
                    <a:pt x="34" y="2"/>
                    <a:pt x="33" y="3"/>
                  </a:cubicBezTo>
                  <a:cubicBezTo>
                    <a:pt x="33" y="3"/>
                    <a:pt x="32" y="2"/>
                    <a:pt x="32" y="2"/>
                  </a:cubicBezTo>
                  <a:cubicBezTo>
                    <a:pt x="31" y="2"/>
                    <a:pt x="30" y="2"/>
                    <a:pt x="29" y="3"/>
                  </a:cubicBezTo>
                  <a:cubicBezTo>
                    <a:pt x="29" y="3"/>
                    <a:pt x="29" y="4"/>
                    <a:pt x="29" y="4"/>
                  </a:cubicBezTo>
                  <a:cubicBezTo>
                    <a:pt x="28" y="4"/>
                    <a:pt x="27" y="4"/>
                    <a:pt x="27" y="5"/>
                  </a:cubicBezTo>
                  <a:cubicBezTo>
                    <a:pt x="27" y="6"/>
                    <a:pt x="28" y="6"/>
                    <a:pt x="27" y="6"/>
                  </a:cubicBezTo>
                  <a:cubicBezTo>
                    <a:pt x="28" y="6"/>
                    <a:pt x="27" y="7"/>
                    <a:pt x="27" y="7"/>
                  </a:cubicBezTo>
                  <a:cubicBezTo>
                    <a:pt x="26" y="7"/>
                    <a:pt x="26" y="5"/>
                    <a:pt x="25" y="5"/>
                  </a:cubicBezTo>
                  <a:cubicBezTo>
                    <a:pt x="25" y="5"/>
                    <a:pt x="24" y="5"/>
                    <a:pt x="23" y="5"/>
                  </a:cubicBezTo>
                  <a:cubicBezTo>
                    <a:pt x="22" y="5"/>
                    <a:pt x="21" y="5"/>
                    <a:pt x="20" y="5"/>
                  </a:cubicBezTo>
                  <a:cubicBezTo>
                    <a:pt x="20" y="6"/>
                    <a:pt x="19" y="6"/>
                    <a:pt x="18" y="6"/>
                  </a:cubicBezTo>
                  <a:cubicBezTo>
                    <a:pt x="18" y="6"/>
                    <a:pt x="17" y="6"/>
                    <a:pt x="17" y="6"/>
                  </a:cubicBezTo>
                  <a:cubicBezTo>
                    <a:pt x="16" y="6"/>
                    <a:pt x="16" y="7"/>
                    <a:pt x="15" y="7"/>
                  </a:cubicBezTo>
                  <a:cubicBezTo>
                    <a:pt x="14" y="7"/>
                    <a:pt x="13" y="8"/>
                    <a:pt x="13" y="8"/>
                  </a:cubicBezTo>
                  <a:cubicBezTo>
                    <a:pt x="12" y="8"/>
                    <a:pt x="12" y="9"/>
                    <a:pt x="11" y="9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1" y="10"/>
                    <a:pt x="10" y="9"/>
                    <a:pt x="10" y="10"/>
                  </a:cubicBezTo>
                  <a:cubicBezTo>
                    <a:pt x="10" y="10"/>
                    <a:pt x="9" y="10"/>
                    <a:pt x="9" y="10"/>
                  </a:cubicBezTo>
                  <a:cubicBezTo>
                    <a:pt x="8" y="11"/>
                    <a:pt x="7" y="11"/>
                    <a:pt x="7" y="12"/>
                  </a:cubicBezTo>
                  <a:cubicBezTo>
                    <a:pt x="7" y="13"/>
                    <a:pt x="9" y="12"/>
                    <a:pt x="8" y="13"/>
                  </a:cubicBezTo>
                  <a:cubicBezTo>
                    <a:pt x="8" y="15"/>
                    <a:pt x="7" y="15"/>
                    <a:pt x="5" y="15"/>
                  </a:cubicBezTo>
                  <a:cubicBezTo>
                    <a:pt x="4" y="15"/>
                    <a:pt x="3" y="16"/>
                    <a:pt x="2" y="16"/>
                  </a:cubicBezTo>
                  <a:cubicBezTo>
                    <a:pt x="2" y="17"/>
                    <a:pt x="1" y="17"/>
                    <a:pt x="1" y="17"/>
                  </a:cubicBezTo>
                  <a:cubicBezTo>
                    <a:pt x="1" y="18"/>
                    <a:pt x="2" y="18"/>
                    <a:pt x="1" y="19"/>
                  </a:cubicBezTo>
                  <a:cubicBezTo>
                    <a:pt x="1" y="20"/>
                    <a:pt x="0" y="20"/>
                    <a:pt x="0" y="21"/>
                  </a:cubicBezTo>
                  <a:cubicBezTo>
                    <a:pt x="1" y="22"/>
                    <a:pt x="1" y="22"/>
                    <a:pt x="2" y="23"/>
                  </a:cubicBezTo>
                  <a:cubicBezTo>
                    <a:pt x="2" y="23"/>
                    <a:pt x="3" y="22"/>
                    <a:pt x="4" y="22"/>
                  </a:cubicBezTo>
                  <a:cubicBezTo>
                    <a:pt x="5" y="22"/>
                    <a:pt x="6" y="22"/>
                    <a:pt x="8" y="22"/>
                  </a:cubicBezTo>
                  <a:cubicBezTo>
                    <a:pt x="9" y="22"/>
                    <a:pt x="10" y="21"/>
                    <a:pt x="11" y="22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12" y="22"/>
                    <a:pt x="12" y="22"/>
                    <a:pt x="12" y="23"/>
                  </a:cubicBezTo>
                  <a:cubicBezTo>
                    <a:pt x="13" y="23"/>
                    <a:pt x="13" y="24"/>
                    <a:pt x="13" y="25"/>
                  </a:cubicBezTo>
                  <a:cubicBezTo>
                    <a:pt x="14" y="25"/>
                    <a:pt x="13" y="25"/>
                    <a:pt x="13" y="25"/>
                  </a:cubicBezTo>
                  <a:cubicBezTo>
                    <a:pt x="14" y="25"/>
                    <a:pt x="14" y="26"/>
                    <a:pt x="14" y="2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4" y="28"/>
                    <a:pt x="14" y="30"/>
                    <a:pt x="14" y="31"/>
                  </a:cubicBezTo>
                  <a:cubicBezTo>
                    <a:pt x="15" y="31"/>
                    <a:pt x="16" y="31"/>
                    <a:pt x="17" y="32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19" y="33"/>
                    <a:pt x="18" y="35"/>
                    <a:pt x="18" y="37"/>
                  </a:cubicBezTo>
                  <a:cubicBezTo>
                    <a:pt x="18" y="37"/>
                    <a:pt x="18" y="37"/>
                    <a:pt x="17" y="38"/>
                  </a:cubicBezTo>
                  <a:cubicBezTo>
                    <a:pt x="17" y="38"/>
                    <a:pt x="16" y="39"/>
                    <a:pt x="16" y="39"/>
                  </a:cubicBezTo>
                  <a:cubicBezTo>
                    <a:pt x="16" y="39"/>
                    <a:pt x="15" y="39"/>
                    <a:pt x="15" y="39"/>
                  </a:cubicBezTo>
                  <a:cubicBezTo>
                    <a:pt x="14" y="41"/>
                    <a:pt x="14" y="41"/>
                    <a:pt x="14" y="43"/>
                  </a:cubicBezTo>
                  <a:cubicBezTo>
                    <a:pt x="14" y="43"/>
                    <a:pt x="14" y="44"/>
                    <a:pt x="14" y="45"/>
                  </a:cubicBezTo>
                  <a:cubicBezTo>
                    <a:pt x="14" y="45"/>
                    <a:pt x="14" y="46"/>
                    <a:pt x="15" y="46"/>
                  </a:cubicBezTo>
                  <a:cubicBezTo>
                    <a:pt x="15" y="47"/>
                    <a:pt x="15" y="48"/>
                    <a:pt x="16" y="48"/>
                  </a:cubicBezTo>
                  <a:cubicBezTo>
                    <a:pt x="16" y="49"/>
                    <a:pt x="16" y="49"/>
                    <a:pt x="16" y="50"/>
                  </a:cubicBezTo>
                  <a:cubicBezTo>
                    <a:pt x="16" y="50"/>
                    <a:pt x="16" y="50"/>
                    <a:pt x="16" y="50"/>
                  </a:cubicBezTo>
                  <a:cubicBezTo>
                    <a:pt x="17" y="51"/>
                    <a:pt x="18" y="52"/>
                    <a:pt x="18" y="52"/>
                  </a:cubicBezTo>
                  <a:cubicBezTo>
                    <a:pt x="18" y="53"/>
                    <a:pt x="19" y="54"/>
                    <a:pt x="19" y="54"/>
                  </a:cubicBezTo>
                  <a:cubicBezTo>
                    <a:pt x="20" y="54"/>
                    <a:pt x="20" y="54"/>
                    <a:pt x="21" y="54"/>
                  </a:cubicBezTo>
                  <a:cubicBezTo>
                    <a:pt x="22" y="54"/>
                    <a:pt x="22" y="56"/>
                    <a:pt x="24" y="56"/>
                  </a:cubicBezTo>
                  <a:cubicBezTo>
                    <a:pt x="25" y="55"/>
                    <a:pt x="25" y="54"/>
                    <a:pt x="25" y="53"/>
                  </a:cubicBezTo>
                  <a:cubicBezTo>
                    <a:pt x="25" y="52"/>
                    <a:pt x="26" y="51"/>
                    <a:pt x="26" y="51"/>
                  </a:cubicBezTo>
                  <a:cubicBezTo>
                    <a:pt x="26" y="51"/>
                    <a:pt x="26" y="50"/>
                    <a:pt x="26" y="50"/>
                  </a:cubicBezTo>
                  <a:cubicBezTo>
                    <a:pt x="26" y="50"/>
                    <a:pt x="27" y="49"/>
                    <a:pt x="27" y="49"/>
                  </a:cubicBezTo>
                  <a:cubicBezTo>
                    <a:pt x="27" y="49"/>
                    <a:pt x="27" y="48"/>
                    <a:pt x="28" y="4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1" name="Freeform 115"/>
            <p:cNvSpPr/>
            <p:nvPr/>
          </p:nvSpPr>
          <p:spPr bwMode="auto">
            <a:xfrm>
              <a:off x="8404859" y="3937168"/>
              <a:ext cx="13471" cy="10264"/>
            </a:xfrm>
            <a:custGeom>
              <a:avLst/>
              <a:gdLst>
                <a:gd name="T0" fmla="*/ 7 w 9"/>
                <a:gd name="T1" fmla="*/ 1 h 7"/>
                <a:gd name="T2" fmla="*/ 5 w 9"/>
                <a:gd name="T3" fmla="*/ 1 h 7"/>
                <a:gd name="T4" fmla="*/ 4 w 9"/>
                <a:gd name="T5" fmla="*/ 0 h 7"/>
                <a:gd name="T6" fmla="*/ 0 w 9"/>
                <a:gd name="T7" fmla="*/ 2 h 7"/>
                <a:gd name="T8" fmla="*/ 1 w 9"/>
                <a:gd name="T9" fmla="*/ 5 h 7"/>
                <a:gd name="T10" fmla="*/ 3 w 9"/>
                <a:gd name="T11" fmla="*/ 6 h 7"/>
                <a:gd name="T12" fmla="*/ 6 w 9"/>
                <a:gd name="T13" fmla="*/ 6 h 7"/>
                <a:gd name="T14" fmla="*/ 7 w 9"/>
                <a:gd name="T15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7">
                  <a:moveTo>
                    <a:pt x="7" y="1"/>
                  </a:moveTo>
                  <a:cubicBezTo>
                    <a:pt x="7" y="1"/>
                    <a:pt x="6" y="1"/>
                    <a:pt x="5" y="1"/>
                  </a:cubicBezTo>
                  <a:cubicBezTo>
                    <a:pt x="5" y="1"/>
                    <a:pt x="4" y="0"/>
                    <a:pt x="4" y="0"/>
                  </a:cubicBezTo>
                  <a:cubicBezTo>
                    <a:pt x="3" y="0"/>
                    <a:pt x="1" y="1"/>
                    <a:pt x="0" y="2"/>
                  </a:cubicBezTo>
                  <a:cubicBezTo>
                    <a:pt x="0" y="3"/>
                    <a:pt x="1" y="4"/>
                    <a:pt x="1" y="5"/>
                  </a:cubicBezTo>
                  <a:cubicBezTo>
                    <a:pt x="2" y="4"/>
                    <a:pt x="2" y="6"/>
                    <a:pt x="3" y="6"/>
                  </a:cubicBezTo>
                  <a:cubicBezTo>
                    <a:pt x="4" y="7"/>
                    <a:pt x="5" y="6"/>
                    <a:pt x="6" y="6"/>
                  </a:cubicBezTo>
                  <a:cubicBezTo>
                    <a:pt x="8" y="4"/>
                    <a:pt x="9" y="1"/>
                    <a:pt x="7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2" name="Freeform 116"/>
            <p:cNvSpPr/>
            <p:nvPr/>
          </p:nvSpPr>
          <p:spPr bwMode="auto">
            <a:xfrm>
              <a:off x="8522893" y="4016071"/>
              <a:ext cx="9622" cy="14754"/>
            </a:xfrm>
            <a:custGeom>
              <a:avLst/>
              <a:gdLst>
                <a:gd name="T0" fmla="*/ 6 w 6"/>
                <a:gd name="T1" fmla="*/ 2 h 10"/>
                <a:gd name="T2" fmla="*/ 4 w 6"/>
                <a:gd name="T3" fmla="*/ 0 h 10"/>
                <a:gd name="T4" fmla="*/ 3 w 6"/>
                <a:gd name="T5" fmla="*/ 1 h 10"/>
                <a:gd name="T6" fmla="*/ 2 w 6"/>
                <a:gd name="T7" fmla="*/ 2 h 10"/>
                <a:gd name="T8" fmla="*/ 2 w 6"/>
                <a:gd name="T9" fmla="*/ 2 h 10"/>
                <a:gd name="T10" fmla="*/ 1 w 6"/>
                <a:gd name="T11" fmla="*/ 4 h 10"/>
                <a:gd name="T12" fmla="*/ 1 w 6"/>
                <a:gd name="T13" fmla="*/ 5 h 10"/>
                <a:gd name="T14" fmla="*/ 0 w 6"/>
                <a:gd name="T15" fmla="*/ 7 h 10"/>
                <a:gd name="T16" fmla="*/ 4 w 6"/>
                <a:gd name="T17" fmla="*/ 8 h 10"/>
                <a:gd name="T18" fmla="*/ 5 w 6"/>
                <a:gd name="T19" fmla="*/ 7 h 10"/>
                <a:gd name="T20" fmla="*/ 6 w 6"/>
                <a:gd name="T21" fmla="*/ 6 h 10"/>
                <a:gd name="T22" fmla="*/ 5 w 6"/>
                <a:gd name="T23" fmla="*/ 4 h 10"/>
                <a:gd name="T24" fmla="*/ 6 w 6"/>
                <a:gd name="T25" fmla="*/ 2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" h="10">
                  <a:moveTo>
                    <a:pt x="6" y="2"/>
                  </a:moveTo>
                  <a:cubicBezTo>
                    <a:pt x="5" y="1"/>
                    <a:pt x="5" y="0"/>
                    <a:pt x="4" y="0"/>
                  </a:cubicBezTo>
                  <a:cubicBezTo>
                    <a:pt x="4" y="0"/>
                    <a:pt x="3" y="1"/>
                    <a:pt x="3" y="1"/>
                  </a:cubicBezTo>
                  <a:cubicBezTo>
                    <a:pt x="2" y="1"/>
                    <a:pt x="3" y="1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1" y="2"/>
                    <a:pt x="2" y="3"/>
                    <a:pt x="1" y="4"/>
                  </a:cubicBezTo>
                  <a:cubicBezTo>
                    <a:pt x="1" y="4"/>
                    <a:pt x="1" y="5"/>
                    <a:pt x="1" y="5"/>
                  </a:cubicBezTo>
                  <a:cubicBezTo>
                    <a:pt x="0" y="6"/>
                    <a:pt x="0" y="7"/>
                    <a:pt x="0" y="7"/>
                  </a:cubicBezTo>
                  <a:cubicBezTo>
                    <a:pt x="1" y="10"/>
                    <a:pt x="3" y="9"/>
                    <a:pt x="4" y="8"/>
                  </a:cubicBezTo>
                  <a:cubicBezTo>
                    <a:pt x="5" y="8"/>
                    <a:pt x="5" y="8"/>
                    <a:pt x="5" y="7"/>
                  </a:cubicBezTo>
                  <a:cubicBezTo>
                    <a:pt x="5" y="7"/>
                    <a:pt x="6" y="6"/>
                    <a:pt x="6" y="6"/>
                  </a:cubicBezTo>
                  <a:cubicBezTo>
                    <a:pt x="5" y="5"/>
                    <a:pt x="5" y="4"/>
                    <a:pt x="5" y="4"/>
                  </a:cubicBezTo>
                  <a:cubicBezTo>
                    <a:pt x="5" y="3"/>
                    <a:pt x="6" y="2"/>
                    <a:pt x="6" y="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3" name="Freeform 117"/>
            <p:cNvSpPr/>
            <p:nvPr/>
          </p:nvSpPr>
          <p:spPr bwMode="auto">
            <a:xfrm>
              <a:off x="8441424" y="4051994"/>
              <a:ext cx="14754" cy="16679"/>
            </a:xfrm>
            <a:custGeom>
              <a:avLst/>
              <a:gdLst>
                <a:gd name="T0" fmla="*/ 8 w 10"/>
                <a:gd name="T1" fmla="*/ 6 h 11"/>
                <a:gd name="T2" fmla="*/ 7 w 10"/>
                <a:gd name="T3" fmla="*/ 3 h 11"/>
                <a:gd name="T4" fmla="*/ 6 w 10"/>
                <a:gd name="T5" fmla="*/ 1 h 11"/>
                <a:gd name="T6" fmla="*/ 5 w 10"/>
                <a:gd name="T7" fmla="*/ 0 h 11"/>
                <a:gd name="T8" fmla="*/ 3 w 10"/>
                <a:gd name="T9" fmla="*/ 3 h 11"/>
                <a:gd name="T10" fmla="*/ 0 w 10"/>
                <a:gd name="T11" fmla="*/ 6 h 11"/>
                <a:gd name="T12" fmla="*/ 4 w 10"/>
                <a:gd name="T13" fmla="*/ 8 h 11"/>
                <a:gd name="T14" fmla="*/ 9 w 10"/>
                <a:gd name="T15" fmla="*/ 10 h 11"/>
                <a:gd name="T16" fmla="*/ 9 w 10"/>
                <a:gd name="T17" fmla="*/ 7 h 11"/>
                <a:gd name="T18" fmla="*/ 8 w 10"/>
                <a:gd name="T19" fmla="*/ 6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11">
                  <a:moveTo>
                    <a:pt x="8" y="6"/>
                  </a:moveTo>
                  <a:cubicBezTo>
                    <a:pt x="8" y="5"/>
                    <a:pt x="8" y="4"/>
                    <a:pt x="7" y="3"/>
                  </a:cubicBezTo>
                  <a:cubicBezTo>
                    <a:pt x="6" y="2"/>
                    <a:pt x="7" y="1"/>
                    <a:pt x="6" y="1"/>
                  </a:cubicBezTo>
                  <a:cubicBezTo>
                    <a:pt x="6" y="1"/>
                    <a:pt x="5" y="1"/>
                    <a:pt x="5" y="0"/>
                  </a:cubicBezTo>
                  <a:cubicBezTo>
                    <a:pt x="5" y="1"/>
                    <a:pt x="4" y="2"/>
                    <a:pt x="3" y="3"/>
                  </a:cubicBezTo>
                  <a:cubicBezTo>
                    <a:pt x="2" y="4"/>
                    <a:pt x="1" y="5"/>
                    <a:pt x="0" y="6"/>
                  </a:cubicBezTo>
                  <a:cubicBezTo>
                    <a:pt x="0" y="8"/>
                    <a:pt x="3" y="7"/>
                    <a:pt x="4" y="8"/>
                  </a:cubicBezTo>
                  <a:cubicBezTo>
                    <a:pt x="6" y="9"/>
                    <a:pt x="8" y="11"/>
                    <a:pt x="9" y="10"/>
                  </a:cubicBezTo>
                  <a:cubicBezTo>
                    <a:pt x="10" y="9"/>
                    <a:pt x="9" y="8"/>
                    <a:pt x="9" y="7"/>
                  </a:cubicBezTo>
                  <a:cubicBezTo>
                    <a:pt x="9" y="7"/>
                    <a:pt x="8" y="7"/>
                    <a:pt x="8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4" name="Freeform 118"/>
            <p:cNvSpPr/>
            <p:nvPr/>
          </p:nvSpPr>
          <p:spPr bwMode="auto">
            <a:xfrm>
              <a:off x="8520327" y="3971808"/>
              <a:ext cx="22452" cy="13471"/>
            </a:xfrm>
            <a:custGeom>
              <a:avLst/>
              <a:gdLst>
                <a:gd name="T0" fmla="*/ 8 w 15"/>
                <a:gd name="T1" fmla="*/ 8 h 9"/>
                <a:gd name="T2" fmla="*/ 10 w 15"/>
                <a:gd name="T3" fmla="*/ 7 h 9"/>
                <a:gd name="T4" fmla="*/ 13 w 15"/>
                <a:gd name="T5" fmla="*/ 5 h 9"/>
                <a:gd name="T6" fmla="*/ 15 w 15"/>
                <a:gd name="T7" fmla="*/ 3 h 9"/>
                <a:gd name="T8" fmla="*/ 13 w 15"/>
                <a:gd name="T9" fmla="*/ 0 h 9"/>
                <a:gd name="T10" fmla="*/ 7 w 15"/>
                <a:gd name="T11" fmla="*/ 0 h 9"/>
                <a:gd name="T12" fmla="*/ 4 w 15"/>
                <a:gd name="T13" fmla="*/ 2 h 9"/>
                <a:gd name="T14" fmla="*/ 3 w 15"/>
                <a:gd name="T15" fmla="*/ 1 h 9"/>
                <a:gd name="T16" fmla="*/ 2 w 15"/>
                <a:gd name="T17" fmla="*/ 0 h 9"/>
                <a:gd name="T18" fmla="*/ 0 w 15"/>
                <a:gd name="T19" fmla="*/ 4 h 9"/>
                <a:gd name="T20" fmla="*/ 3 w 15"/>
                <a:gd name="T21" fmla="*/ 8 h 9"/>
                <a:gd name="T22" fmla="*/ 8 w 15"/>
                <a:gd name="T23" fmla="*/ 8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9">
                  <a:moveTo>
                    <a:pt x="8" y="8"/>
                  </a:moveTo>
                  <a:cubicBezTo>
                    <a:pt x="8" y="8"/>
                    <a:pt x="9" y="7"/>
                    <a:pt x="10" y="7"/>
                  </a:cubicBezTo>
                  <a:cubicBezTo>
                    <a:pt x="12" y="6"/>
                    <a:pt x="13" y="6"/>
                    <a:pt x="13" y="5"/>
                  </a:cubicBezTo>
                  <a:cubicBezTo>
                    <a:pt x="14" y="4"/>
                    <a:pt x="15" y="4"/>
                    <a:pt x="15" y="3"/>
                  </a:cubicBezTo>
                  <a:cubicBezTo>
                    <a:pt x="15" y="2"/>
                    <a:pt x="13" y="0"/>
                    <a:pt x="13" y="0"/>
                  </a:cubicBezTo>
                  <a:cubicBezTo>
                    <a:pt x="11" y="0"/>
                    <a:pt x="9" y="1"/>
                    <a:pt x="7" y="0"/>
                  </a:cubicBezTo>
                  <a:cubicBezTo>
                    <a:pt x="6" y="1"/>
                    <a:pt x="6" y="2"/>
                    <a:pt x="4" y="2"/>
                  </a:cubicBezTo>
                  <a:cubicBezTo>
                    <a:pt x="3" y="2"/>
                    <a:pt x="4" y="1"/>
                    <a:pt x="3" y="1"/>
                  </a:cubicBezTo>
                  <a:cubicBezTo>
                    <a:pt x="3" y="1"/>
                    <a:pt x="3" y="0"/>
                    <a:pt x="2" y="0"/>
                  </a:cubicBezTo>
                  <a:cubicBezTo>
                    <a:pt x="1" y="1"/>
                    <a:pt x="0" y="2"/>
                    <a:pt x="0" y="4"/>
                  </a:cubicBezTo>
                  <a:cubicBezTo>
                    <a:pt x="0" y="6"/>
                    <a:pt x="2" y="7"/>
                    <a:pt x="3" y="8"/>
                  </a:cubicBezTo>
                  <a:cubicBezTo>
                    <a:pt x="5" y="7"/>
                    <a:pt x="6" y="9"/>
                    <a:pt x="8" y="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5" name="Freeform 119"/>
            <p:cNvSpPr/>
            <p:nvPr/>
          </p:nvSpPr>
          <p:spPr bwMode="auto">
            <a:xfrm>
              <a:off x="8529308" y="4001958"/>
              <a:ext cx="22452" cy="33357"/>
            </a:xfrm>
            <a:custGeom>
              <a:avLst/>
              <a:gdLst>
                <a:gd name="T0" fmla="*/ 11 w 15"/>
                <a:gd name="T1" fmla="*/ 13 h 22"/>
                <a:gd name="T2" fmla="*/ 11 w 15"/>
                <a:gd name="T3" fmla="*/ 12 h 22"/>
                <a:gd name="T4" fmla="*/ 9 w 15"/>
                <a:gd name="T5" fmla="*/ 9 h 22"/>
                <a:gd name="T6" fmla="*/ 8 w 15"/>
                <a:gd name="T7" fmla="*/ 4 h 22"/>
                <a:gd name="T8" fmla="*/ 6 w 15"/>
                <a:gd name="T9" fmla="*/ 2 h 22"/>
                <a:gd name="T10" fmla="*/ 6 w 15"/>
                <a:gd name="T11" fmla="*/ 0 h 22"/>
                <a:gd name="T12" fmla="*/ 2 w 15"/>
                <a:gd name="T13" fmla="*/ 1 h 22"/>
                <a:gd name="T14" fmla="*/ 0 w 15"/>
                <a:gd name="T15" fmla="*/ 5 h 22"/>
                <a:gd name="T16" fmla="*/ 3 w 15"/>
                <a:gd name="T17" fmla="*/ 10 h 22"/>
                <a:gd name="T18" fmla="*/ 6 w 15"/>
                <a:gd name="T19" fmla="*/ 12 h 22"/>
                <a:gd name="T20" fmla="*/ 4 w 15"/>
                <a:gd name="T21" fmla="*/ 14 h 22"/>
                <a:gd name="T22" fmla="*/ 3 w 15"/>
                <a:gd name="T23" fmla="*/ 16 h 22"/>
                <a:gd name="T24" fmla="*/ 3 w 15"/>
                <a:gd name="T25" fmla="*/ 17 h 22"/>
                <a:gd name="T26" fmla="*/ 2 w 15"/>
                <a:gd name="T27" fmla="*/ 20 h 22"/>
                <a:gd name="T28" fmla="*/ 3 w 15"/>
                <a:gd name="T29" fmla="*/ 21 h 22"/>
                <a:gd name="T30" fmla="*/ 7 w 15"/>
                <a:gd name="T31" fmla="*/ 20 h 22"/>
                <a:gd name="T32" fmla="*/ 9 w 15"/>
                <a:gd name="T33" fmla="*/ 20 h 22"/>
                <a:gd name="T34" fmla="*/ 11 w 15"/>
                <a:gd name="T35" fmla="*/ 19 h 22"/>
                <a:gd name="T36" fmla="*/ 12 w 15"/>
                <a:gd name="T37" fmla="*/ 19 h 22"/>
                <a:gd name="T38" fmla="*/ 11 w 15"/>
                <a:gd name="T39" fmla="*/ 13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5" h="22">
                  <a:moveTo>
                    <a:pt x="11" y="13"/>
                  </a:moveTo>
                  <a:cubicBezTo>
                    <a:pt x="12" y="13"/>
                    <a:pt x="11" y="13"/>
                    <a:pt x="11" y="12"/>
                  </a:cubicBezTo>
                  <a:cubicBezTo>
                    <a:pt x="10" y="12"/>
                    <a:pt x="10" y="10"/>
                    <a:pt x="9" y="9"/>
                  </a:cubicBezTo>
                  <a:cubicBezTo>
                    <a:pt x="8" y="8"/>
                    <a:pt x="7" y="6"/>
                    <a:pt x="8" y="4"/>
                  </a:cubicBezTo>
                  <a:cubicBezTo>
                    <a:pt x="8" y="3"/>
                    <a:pt x="7" y="3"/>
                    <a:pt x="6" y="2"/>
                  </a:cubicBezTo>
                  <a:cubicBezTo>
                    <a:pt x="6" y="1"/>
                    <a:pt x="7" y="1"/>
                    <a:pt x="6" y="0"/>
                  </a:cubicBezTo>
                  <a:cubicBezTo>
                    <a:pt x="5" y="0"/>
                    <a:pt x="3" y="1"/>
                    <a:pt x="2" y="1"/>
                  </a:cubicBezTo>
                  <a:cubicBezTo>
                    <a:pt x="1" y="2"/>
                    <a:pt x="0" y="3"/>
                    <a:pt x="0" y="5"/>
                  </a:cubicBezTo>
                  <a:cubicBezTo>
                    <a:pt x="0" y="7"/>
                    <a:pt x="2" y="8"/>
                    <a:pt x="3" y="10"/>
                  </a:cubicBezTo>
                  <a:cubicBezTo>
                    <a:pt x="5" y="10"/>
                    <a:pt x="7" y="10"/>
                    <a:pt x="6" y="12"/>
                  </a:cubicBezTo>
                  <a:cubicBezTo>
                    <a:pt x="6" y="13"/>
                    <a:pt x="5" y="13"/>
                    <a:pt x="4" y="14"/>
                  </a:cubicBezTo>
                  <a:cubicBezTo>
                    <a:pt x="4" y="15"/>
                    <a:pt x="3" y="15"/>
                    <a:pt x="3" y="16"/>
                  </a:cubicBezTo>
                  <a:cubicBezTo>
                    <a:pt x="3" y="16"/>
                    <a:pt x="3" y="17"/>
                    <a:pt x="3" y="17"/>
                  </a:cubicBezTo>
                  <a:cubicBezTo>
                    <a:pt x="3" y="18"/>
                    <a:pt x="2" y="19"/>
                    <a:pt x="2" y="20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5" y="22"/>
                    <a:pt x="6" y="20"/>
                    <a:pt x="7" y="20"/>
                  </a:cubicBezTo>
                  <a:cubicBezTo>
                    <a:pt x="8" y="20"/>
                    <a:pt x="9" y="20"/>
                    <a:pt x="9" y="20"/>
                  </a:cubicBezTo>
                  <a:cubicBezTo>
                    <a:pt x="10" y="20"/>
                    <a:pt x="10" y="19"/>
                    <a:pt x="11" y="19"/>
                  </a:cubicBezTo>
                  <a:cubicBezTo>
                    <a:pt x="11" y="19"/>
                    <a:pt x="12" y="19"/>
                    <a:pt x="12" y="19"/>
                  </a:cubicBezTo>
                  <a:cubicBezTo>
                    <a:pt x="15" y="16"/>
                    <a:pt x="13" y="15"/>
                    <a:pt x="11" y="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6" name="Freeform 120"/>
            <p:cNvSpPr/>
            <p:nvPr/>
          </p:nvSpPr>
          <p:spPr bwMode="auto">
            <a:xfrm>
              <a:off x="8368294" y="4123841"/>
              <a:ext cx="16679" cy="14754"/>
            </a:xfrm>
            <a:custGeom>
              <a:avLst/>
              <a:gdLst>
                <a:gd name="T0" fmla="*/ 8 w 11"/>
                <a:gd name="T1" fmla="*/ 4 h 10"/>
                <a:gd name="T2" fmla="*/ 7 w 11"/>
                <a:gd name="T3" fmla="*/ 4 h 10"/>
                <a:gd name="T4" fmla="*/ 6 w 11"/>
                <a:gd name="T5" fmla="*/ 3 h 10"/>
                <a:gd name="T6" fmla="*/ 6 w 11"/>
                <a:gd name="T7" fmla="*/ 2 h 10"/>
                <a:gd name="T8" fmla="*/ 3 w 11"/>
                <a:gd name="T9" fmla="*/ 0 h 10"/>
                <a:gd name="T10" fmla="*/ 0 w 11"/>
                <a:gd name="T11" fmla="*/ 2 h 10"/>
                <a:gd name="T12" fmla="*/ 5 w 11"/>
                <a:gd name="T13" fmla="*/ 5 h 10"/>
                <a:gd name="T14" fmla="*/ 7 w 11"/>
                <a:gd name="T15" fmla="*/ 8 h 10"/>
                <a:gd name="T16" fmla="*/ 8 w 11"/>
                <a:gd name="T17" fmla="*/ 9 h 10"/>
                <a:gd name="T18" fmla="*/ 11 w 11"/>
                <a:gd name="T19" fmla="*/ 9 h 10"/>
                <a:gd name="T20" fmla="*/ 8 w 11"/>
                <a:gd name="T21" fmla="*/ 5 h 10"/>
                <a:gd name="T22" fmla="*/ 8 w 11"/>
                <a:gd name="T23" fmla="*/ 4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" h="10">
                  <a:moveTo>
                    <a:pt x="8" y="4"/>
                  </a:moveTo>
                  <a:cubicBezTo>
                    <a:pt x="8" y="4"/>
                    <a:pt x="7" y="4"/>
                    <a:pt x="7" y="4"/>
                  </a:cubicBezTo>
                  <a:cubicBezTo>
                    <a:pt x="7" y="3"/>
                    <a:pt x="7" y="3"/>
                    <a:pt x="6" y="3"/>
                  </a:cubicBezTo>
                  <a:cubicBezTo>
                    <a:pt x="6" y="3"/>
                    <a:pt x="6" y="2"/>
                    <a:pt x="6" y="2"/>
                  </a:cubicBezTo>
                  <a:cubicBezTo>
                    <a:pt x="5" y="2"/>
                    <a:pt x="4" y="1"/>
                    <a:pt x="3" y="0"/>
                  </a:cubicBezTo>
                  <a:cubicBezTo>
                    <a:pt x="2" y="0"/>
                    <a:pt x="0" y="1"/>
                    <a:pt x="0" y="2"/>
                  </a:cubicBezTo>
                  <a:cubicBezTo>
                    <a:pt x="1" y="4"/>
                    <a:pt x="4" y="4"/>
                    <a:pt x="5" y="5"/>
                  </a:cubicBezTo>
                  <a:cubicBezTo>
                    <a:pt x="6" y="6"/>
                    <a:pt x="7" y="7"/>
                    <a:pt x="7" y="8"/>
                  </a:cubicBezTo>
                  <a:cubicBezTo>
                    <a:pt x="7" y="8"/>
                    <a:pt x="8" y="9"/>
                    <a:pt x="8" y="9"/>
                  </a:cubicBezTo>
                  <a:cubicBezTo>
                    <a:pt x="9" y="10"/>
                    <a:pt x="10" y="10"/>
                    <a:pt x="11" y="9"/>
                  </a:cubicBezTo>
                  <a:cubicBezTo>
                    <a:pt x="11" y="8"/>
                    <a:pt x="9" y="7"/>
                    <a:pt x="8" y="5"/>
                  </a:cubicBezTo>
                  <a:cubicBezTo>
                    <a:pt x="8" y="5"/>
                    <a:pt x="8" y="5"/>
                    <a:pt x="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7" name="Freeform 121"/>
            <p:cNvSpPr/>
            <p:nvPr/>
          </p:nvSpPr>
          <p:spPr bwMode="auto">
            <a:xfrm>
              <a:off x="8594740" y="3920489"/>
              <a:ext cx="30150" cy="22452"/>
            </a:xfrm>
            <a:custGeom>
              <a:avLst/>
              <a:gdLst>
                <a:gd name="T0" fmla="*/ 3 w 20"/>
                <a:gd name="T1" fmla="*/ 13 h 15"/>
                <a:gd name="T2" fmla="*/ 4 w 20"/>
                <a:gd name="T3" fmla="*/ 14 h 15"/>
                <a:gd name="T4" fmla="*/ 8 w 20"/>
                <a:gd name="T5" fmla="*/ 14 h 15"/>
                <a:gd name="T6" fmla="*/ 10 w 20"/>
                <a:gd name="T7" fmla="*/ 12 h 15"/>
                <a:gd name="T8" fmla="*/ 11 w 20"/>
                <a:gd name="T9" fmla="*/ 10 h 15"/>
                <a:gd name="T10" fmla="*/ 12 w 20"/>
                <a:gd name="T11" fmla="*/ 13 h 15"/>
                <a:gd name="T12" fmla="*/ 16 w 20"/>
                <a:gd name="T13" fmla="*/ 12 h 15"/>
                <a:gd name="T14" fmla="*/ 13 w 20"/>
                <a:gd name="T15" fmla="*/ 9 h 15"/>
                <a:gd name="T16" fmla="*/ 10 w 20"/>
                <a:gd name="T17" fmla="*/ 6 h 15"/>
                <a:gd name="T18" fmla="*/ 17 w 20"/>
                <a:gd name="T19" fmla="*/ 7 h 15"/>
                <a:gd name="T20" fmla="*/ 20 w 20"/>
                <a:gd name="T21" fmla="*/ 4 h 15"/>
                <a:gd name="T22" fmla="*/ 9 w 20"/>
                <a:gd name="T23" fmla="*/ 2 h 15"/>
                <a:gd name="T24" fmla="*/ 7 w 20"/>
                <a:gd name="T25" fmla="*/ 3 h 15"/>
                <a:gd name="T26" fmla="*/ 6 w 20"/>
                <a:gd name="T27" fmla="*/ 3 h 15"/>
                <a:gd name="T28" fmla="*/ 4 w 20"/>
                <a:gd name="T29" fmla="*/ 4 h 15"/>
                <a:gd name="T30" fmla="*/ 1 w 20"/>
                <a:gd name="T31" fmla="*/ 4 h 15"/>
                <a:gd name="T32" fmla="*/ 0 w 20"/>
                <a:gd name="T33" fmla="*/ 6 h 15"/>
                <a:gd name="T34" fmla="*/ 2 w 20"/>
                <a:gd name="T35" fmla="*/ 10 h 15"/>
                <a:gd name="T36" fmla="*/ 3 w 20"/>
                <a:gd name="T37" fmla="*/ 13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0" h="15">
                  <a:moveTo>
                    <a:pt x="3" y="13"/>
                  </a:moveTo>
                  <a:cubicBezTo>
                    <a:pt x="3" y="14"/>
                    <a:pt x="4" y="14"/>
                    <a:pt x="4" y="14"/>
                  </a:cubicBezTo>
                  <a:cubicBezTo>
                    <a:pt x="6" y="15"/>
                    <a:pt x="7" y="15"/>
                    <a:pt x="8" y="14"/>
                  </a:cubicBezTo>
                  <a:cubicBezTo>
                    <a:pt x="9" y="13"/>
                    <a:pt x="9" y="13"/>
                    <a:pt x="10" y="12"/>
                  </a:cubicBezTo>
                  <a:cubicBezTo>
                    <a:pt x="10" y="11"/>
                    <a:pt x="10" y="10"/>
                    <a:pt x="11" y="10"/>
                  </a:cubicBezTo>
                  <a:cubicBezTo>
                    <a:pt x="12" y="11"/>
                    <a:pt x="12" y="12"/>
                    <a:pt x="12" y="13"/>
                  </a:cubicBezTo>
                  <a:cubicBezTo>
                    <a:pt x="14" y="13"/>
                    <a:pt x="16" y="13"/>
                    <a:pt x="16" y="12"/>
                  </a:cubicBezTo>
                  <a:cubicBezTo>
                    <a:pt x="15" y="10"/>
                    <a:pt x="14" y="10"/>
                    <a:pt x="13" y="9"/>
                  </a:cubicBezTo>
                  <a:cubicBezTo>
                    <a:pt x="12" y="9"/>
                    <a:pt x="10" y="8"/>
                    <a:pt x="10" y="6"/>
                  </a:cubicBezTo>
                  <a:cubicBezTo>
                    <a:pt x="13" y="6"/>
                    <a:pt x="15" y="8"/>
                    <a:pt x="17" y="7"/>
                  </a:cubicBezTo>
                  <a:cubicBezTo>
                    <a:pt x="18" y="6"/>
                    <a:pt x="20" y="5"/>
                    <a:pt x="20" y="4"/>
                  </a:cubicBezTo>
                  <a:cubicBezTo>
                    <a:pt x="19" y="0"/>
                    <a:pt x="11" y="1"/>
                    <a:pt x="9" y="2"/>
                  </a:cubicBezTo>
                  <a:cubicBezTo>
                    <a:pt x="8" y="2"/>
                    <a:pt x="8" y="3"/>
                    <a:pt x="7" y="3"/>
                  </a:cubicBezTo>
                  <a:cubicBezTo>
                    <a:pt x="7" y="3"/>
                    <a:pt x="6" y="3"/>
                    <a:pt x="6" y="3"/>
                  </a:cubicBezTo>
                  <a:cubicBezTo>
                    <a:pt x="5" y="3"/>
                    <a:pt x="5" y="4"/>
                    <a:pt x="4" y="4"/>
                  </a:cubicBezTo>
                  <a:cubicBezTo>
                    <a:pt x="3" y="4"/>
                    <a:pt x="2" y="3"/>
                    <a:pt x="1" y="4"/>
                  </a:cubicBezTo>
                  <a:cubicBezTo>
                    <a:pt x="1" y="4"/>
                    <a:pt x="0" y="5"/>
                    <a:pt x="0" y="6"/>
                  </a:cubicBezTo>
                  <a:cubicBezTo>
                    <a:pt x="0" y="7"/>
                    <a:pt x="1" y="8"/>
                    <a:pt x="2" y="10"/>
                  </a:cubicBezTo>
                  <a:cubicBezTo>
                    <a:pt x="2" y="11"/>
                    <a:pt x="2" y="13"/>
                    <a:pt x="3" y="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8" name="Freeform 122"/>
            <p:cNvSpPr/>
            <p:nvPr/>
          </p:nvSpPr>
          <p:spPr bwMode="auto">
            <a:xfrm>
              <a:off x="8384973" y="4137312"/>
              <a:ext cx="10905" cy="10264"/>
            </a:xfrm>
            <a:custGeom>
              <a:avLst/>
              <a:gdLst>
                <a:gd name="T0" fmla="*/ 0 w 7"/>
                <a:gd name="T1" fmla="*/ 4 h 7"/>
                <a:gd name="T2" fmla="*/ 5 w 7"/>
                <a:gd name="T3" fmla="*/ 6 h 7"/>
                <a:gd name="T4" fmla="*/ 7 w 7"/>
                <a:gd name="T5" fmla="*/ 5 h 7"/>
                <a:gd name="T6" fmla="*/ 0 w 7"/>
                <a:gd name="T7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" h="7">
                  <a:moveTo>
                    <a:pt x="0" y="4"/>
                  </a:moveTo>
                  <a:cubicBezTo>
                    <a:pt x="1" y="5"/>
                    <a:pt x="3" y="6"/>
                    <a:pt x="5" y="6"/>
                  </a:cubicBezTo>
                  <a:cubicBezTo>
                    <a:pt x="6" y="6"/>
                    <a:pt x="7" y="7"/>
                    <a:pt x="7" y="5"/>
                  </a:cubicBezTo>
                  <a:cubicBezTo>
                    <a:pt x="6" y="3"/>
                    <a:pt x="1" y="0"/>
                    <a:pt x="0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9" name="Freeform 123"/>
            <p:cNvSpPr>
              <a:spLocks noEditPoints="1"/>
            </p:cNvSpPr>
            <p:nvPr/>
          </p:nvSpPr>
          <p:spPr bwMode="auto">
            <a:xfrm>
              <a:off x="8533798" y="2652265"/>
              <a:ext cx="92374" cy="92374"/>
            </a:xfrm>
            <a:custGeom>
              <a:avLst/>
              <a:gdLst>
                <a:gd name="T0" fmla="*/ 31 w 61"/>
                <a:gd name="T1" fmla="*/ 0 h 61"/>
                <a:gd name="T2" fmla="*/ 0 w 61"/>
                <a:gd name="T3" fmla="*/ 31 h 61"/>
                <a:gd name="T4" fmla="*/ 31 w 61"/>
                <a:gd name="T5" fmla="*/ 61 h 61"/>
                <a:gd name="T6" fmla="*/ 61 w 61"/>
                <a:gd name="T7" fmla="*/ 31 h 61"/>
                <a:gd name="T8" fmla="*/ 31 w 61"/>
                <a:gd name="T9" fmla="*/ 0 h 61"/>
                <a:gd name="T10" fmla="*/ 31 w 61"/>
                <a:gd name="T11" fmla="*/ 50 h 61"/>
                <a:gd name="T12" fmla="*/ 11 w 61"/>
                <a:gd name="T13" fmla="*/ 31 h 61"/>
                <a:gd name="T14" fmla="*/ 31 w 61"/>
                <a:gd name="T15" fmla="*/ 11 h 61"/>
                <a:gd name="T16" fmla="*/ 50 w 61"/>
                <a:gd name="T17" fmla="*/ 31 h 61"/>
                <a:gd name="T18" fmla="*/ 31 w 61"/>
                <a:gd name="T19" fmla="*/ 5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1" h="61">
                  <a:moveTo>
                    <a:pt x="31" y="0"/>
                  </a:moveTo>
                  <a:cubicBezTo>
                    <a:pt x="14" y="0"/>
                    <a:pt x="0" y="14"/>
                    <a:pt x="0" y="31"/>
                  </a:cubicBezTo>
                  <a:cubicBezTo>
                    <a:pt x="0" y="47"/>
                    <a:pt x="14" y="61"/>
                    <a:pt x="31" y="61"/>
                  </a:cubicBezTo>
                  <a:cubicBezTo>
                    <a:pt x="47" y="61"/>
                    <a:pt x="61" y="47"/>
                    <a:pt x="61" y="31"/>
                  </a:cubicBezTo>
                  <a:cubicBezTo>
                    <a:pt x="61" y="14"/>
                    <a:pt x="47" y="0"/>
                    <a:pt x="31" y="0"/>
                  </a:cubicBezTo>
                  <a:close/>
                  <a:moveTo>
                    <a:pt x="31" y="50"/>
                  </a:moveTo>
                  <a:cubicBezTo>
                    <a:pt x="20" y="50"/>
                    <a:pt x="11" y="41"/>
                    <a:pt x="11" y="31"/>
                  </a:cubicBezTo>
                  <a:cubicBezTo>
                    <a:pt x="11" y="20"/>
                    <a:pt x="20" y="11"/>
                    <a:pt x="31" y="11"/>
                  </a:cubicBezTo>
                  <a:cubicBezTo>
                    <a:pt x="41" y="11"/>
                    <a:pt x="50" y="20"/>
                    <a:pt x="50" y="31"/>
                  </a:cubicBezTo>
                  <a:cubicBezTo>
                    <a:pt x="50" y="41"/>
                    <a:pt x="41" y="50"/>
                    <a:pt x="31" y="50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0" name="Freeform 124"/>
            <p:cNvSpPr>
              <a:spLocks noEditPoints="1"/>
            </p:cNvSpPr>
            <p:nvPr/>
          </p:nvSpPr>
          <p:spPr bwMode="auto">
            <a:xfrm>
              <a:off x="7823670" y="3454768"/>
              <a:ext cx="91091" cy="92374"/>
            </a:xfrm>
            <a:custGeom>
              <a:avLst/>
              <a:gdLst>
                <a:gd name="T0" fmla="*/ 30 w 60"/>
                <a:gd name="T1" fmla="*/ 0 h 61"/>
                <a:gd name="T2" fmla="*/ 0 w 60"/>
                <a:gd name="T3" fmla="*/ 30 h 61"/>
                <a:gd name="T4" fmla="*/ 30 w 60"/>
                <a:gd name="T5" fmla="*/ 61 h 61"/>
                <a:gd name="T6" fmla="*/ 60 w 60"/>
                <a:gd name="T7" fmla="*/ 30 h 61"/>
                <a:gd name="T8" fmla="*/ 30 w 60"/>
                <a:gd name="T9" fmla="*/ 0 h 61"/>
                <a:gd name="T10" fmla="*/ 30 w 60"/>
                <a:gd name="T11" fmla="*/ 50 h 61"/>
                <a:gd name="T12" fmla="*/ 10 w 60"/>
                <a:gd name="T13" fmla="*/ 30 h 61"/>
                <a:gd name="T14" fmla="*/ 30 w 60"/>
                <a:gd name="T15" fmla="*/ 11 h 61"/>
                <a:gd name="T16" fmla="*/ 50 w 60"/>
                <a:gd name="T17" fmla="*/ 30 h 61"/>
                <a:gd name="T18" fmla="*/ 30 w 60"/>
                <a:gd name="T19" fmla="*/ 5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1">
                  <a:moveTo>
                    <a:pt x="30" y="0"/>
                  </a:moveTo>
                  <a:cubicBezTo>
                    <a:pt x="13" y="0"/>
                    <a:pt x="0" y="14"/>
                    <a:pt x="0" y="30"/>
                  </a:cubicBezTo>
                  <a:cubicBezTo>
                    <a:pt x="0" y="47"/>
                    <a:pt x="13" y="61"/>
                    <a:pt x="30" y="61"/>
                  </a:cubicBezTo>
                  <a:cubicBezTo>
                    <a:pt x="47" y="61"/>
                    <a:pt x="60" y="47"/>
                    <a:pt x="60" y="30"/>
                  </a:cubicBezTo>
                  <a:cubicBezTo>
                    <a:pt x="60" y="14"/>
                    <a:pt x="47" y="0"/>
                    <a:pt x="30" y="0"/>
                  </a:cubicBezTo>
                  <a:close/>
                  <a:moveTo>
                    <a:pt x="30" y="50"/>
                  </a:moveTo>
                  <a:cubicBezTo>
                    <a:pt x="19" y="50"/>
                    <a:pt x="10" y="41"/>
                    <a:pt x="10" y="30"/>
                  </a:cubicBezTo>
                  <a:cubicBezTo>
                    <a:pt x="10" y="20"/>
                    <a:pt x="19" y="11"/>
                    <a:pt x="30" y="11"/>
                  </a:cubicBezTo>
                  <a:cubicBezTo>
                    <a:pt x="41" y="11"/>
                    <a:pt x="50" y="20"/>
                    <a:pt x="50" y="30"/>
                  </a:cubicBezTo>
                  <a:cubicBezTo>
                    <a:pt x="50" y="41"/>
                    <a:pt x="41" y="50"/>
                    <a:pt x="30" y="50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1" name="Freeform 125"/>
            <p:cNvSpPr>
              <a:spLocks noEditPoints="1"/>
            </p:cNvSpPr>
            <p:nvPr/>
          </p:nvSpPr>
          <p:spPr bwMode="auto">
            <a:xfrm>
              <a:off x="8934087" y="5195769"/>
              <a:ext cx="91091" cy="91091"/>
            </a:xfrm>
            <a:custGeom>
              <a:avLst/>
              <a:gdLst>
                <a:gd name="T0" fmla="*/ 30 w 60"/>
                <a:gd name="T1" fmla="*/ 0 h 60"/>
                <a:gd name="T2" fmla="*/ 0 w 60"/>
                <a:gd name="T3" fmla="*/ 30 h 60"/>
                <a:gd name="T4" fmla="*/ 30 w 60"/>
                <a:gd name="T5" fmla="*/ 60 h 60"/>
                <a:gd name="T6" fmla="*/ 60 w 60"/>
                <a:gd name="T7" fmla="*/ 30 h 60"/>
                <a:gd name="T8" fmla="*/ 30 w 60"/>
                <a:gd name="T9" fmla="*/ 0 h 60"/>
                <a:gd name="T10" fmla="*/ 30 w 60"/>
                <a:gd name="T11" fmla="*/ 50 h 60"/>
                <a:gd name="T12" fmla="*/ 10 w 60"/>
                <a:gd name="T13" fmla="*/ 30 h 60"/>
                <a:gd name="T14" fmla="*/ 30 w 60"/>
                <a:gd name="T15" fmla="*/ 11 h 60"/>
                <a:gd name="T16" fmla="*/ 49 w 60"/>
                <a:gd name="T17" fmla="*/ 30 h 60"/>
                <a:gd name="T18" fmla="*/ 30 w 60"/>
                <a:gd name="T19" fmla="*/ 5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0"/>
                  </a:moveTo>
                  <a:cubicBezTo>
                    <a:pt x="13" y="0"/>
                    <a:pt x="0" y="13"/>
                    <a:pt x="0" y="30"/>
                  </a:cubicBezTo>
                  <a:cubicBezTo>
                    <a:pt x="0" y="47"/>
                    <a:pt x="13" y="60"/>
                    <a:pt x="30" y="60"/>
                  </a:cubicBezTo>
                  <a:cubicBezTo>
                    <a:pt x="47" y="60"/>
                    <a:pt x="60" y="47"/>
                    <a:pt x="60" y="30"/>
                  </a:cubicBezTo>
                  <a:cubicBezTo>
                    <a:pt x="60" y="13"/>
                    <a:pt x="47" y="0"/>
                    <a:pt x="30" y="0"/>
                  </a:cubicBezTo>
                  <a:close/>
                  <a:moveTo>
                    <a:pt x="30" y="50"/>
                  </a:moveTo>
                  <a:cubicBezTo>
                    <a:pt x="19" y="50"/>
                    <a:pt x="10" y="41"/>
                    <a:pt x="10" y="30"/>
                  </a:cubicBezTo>
                  <a:cubicBezTo>
                    <a:pt x="10" y="19"/>
                    <a:pt x="19" y="11"/>
                    <a:pt x="30" y="11"/>
                  </a:cubicBezTo>
                  <a:cubicBezTo>
                    <a:pt x="41" y="11"/>
                    <a:pt x="49" y="19"/>
                    <a:pt x="49" y="30"/>
                  </a:cubicBezTo>
                  <a:cubicBezTo>
                    <a:pt x="49" y="41"/>
                    <a:pt x="41" y="50"/>
                    <a:pt x="30" y="50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2" name="Freeform 126"/>
            <p:cNvSpPr>
              <a:spLocks noEditPoints="1"/>
            </p:cNvSpPr>
            <p:nvPr/>
          </p:nvSpPr>
          <p:spPr bwMode="auto">
            <a:xfrm>
              <a:off x="8656964" y="5633906"/>
              <a:ext cx="92374" cy="91091"/>
            </a:xfrm>
            <a:custGeom>
              <a:avLst/>
              <a:gdLst>
                <a:gd name="T0" fmla="*/ 30 w 61"/>
                <a:gd name="T1" fmla="*/ 0 h 60"/>
                <a:gd name="T2" fmla="*/ 0 w 61"/>
                <a:gd name="T3" fmla="*/ 30 h 60"/>
                <a:gd name="T4" fmla="*/ 30 w 61"/>
                <a:gd name="T5" fmla="*/ 60 h 60"/>
                <a:gd name="T6" fmla="*/ 61 w 61"/>
                <a:gd name="T7" fmla="*/ 30 h 60"/>
                <a:gd name="T8" fmla="*/ 30 w 61"/>
                <a:gd name="T9" fmla="*/ 0 h 60"/>
                <a:gd name="T10" fmla="*/ 30 w 61"/>
                <a:gd name="T11" fmla="*/ 49 h 60"/>
                <a:gd name="T12" fmla="*/ 11 w 61"/>
                <a:gd name="T13" fmla="*/ 30 h 60"/>
                <a:gd name="T14" fmla="*/ 30 w 61"/>
                <a:gd name="T15" fmla="*/ 10 h 60"/>
                <a:gd name="T16" fmla="*/ 50 w 61"/>
                <a:gd name="T17" fmla="*/ 30 h 60"/>
                <a:gd name="T18" fmla="*/ 30 w 61"/>
                <a:gd name="T19" fmla="*/ 49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1" h="60">
                  <a:moveTo>
                    <a:pt x="30" y="0"/>
                  </a:moveTo>
                  <a:cubicBezTo>
                    <a:pt x="14" y="0"/>
                    <a:pt x="0" y="13"/>
                    <a:pt x="0" y="30"/>
                  </a:cubicBezTo>
                  <a:cubicBezTo>
                    <a:pt x="0" y="47"/>
                    <a:pt x="14" y="60"/>
                    <a:pt x="30" y="60"/>
                  </a:cubicBezTo>
                  <a:cubicBezTo>
                    <a:pt x="47" y="60"/>
                    <a:pt x="61" y="47"/>
                    <a:pt x="61" y="30"/>
                  </a:cubicBezTo>
                  <a:cubicBezTo>
                    <a:pt x="61" y="13"/>
                    <a:pt x="47" y="0"/>
                    <a:pt x="30" y="0"/>
                  </a:cubicBezTo>
                  <a:close/>
                  <a:moveTo>
                    <a:pt x="30" y="49"/>
                  </a:moveTo>
                  <a:cubicBezTo>
                    <a:pt x="20" y="49"/>
                    <a:pt x="11" y="41"/>
                    <a:pt x="11" y="30"/>
                  </a:cubicBezTo>
                  <a:cubicBezTo>
                    <a:pt x="11" y="19"/>
                    <a:pt x="20" y="10"/>
                    <a:pt x="30" y="10"/>
                  </a:cubicBezTo>
                  <a:cubicBezTo>
                    <a:pt x="41" y="10"/>
                    <a:pt x="50" y="19"/>
                    <a:pt x="50" y="30"/>
                  </a:cubicBezTo>
                  <a:cubicBezTo>
                    <a:pt x="50" y="41"/>
                    <a:pt x="41" y="49"/>
                    <a:pt x="30" y="49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3" name="Freeform 127"/>
            <p:cNvSpPr>
              <a:spLocks noEditPoints="1"/>
            </p:cNvSpPr>
            <p:nvPr/>
          </p:nvSpPr>
          <p:spPr bwMode="auto">
            <a:xfrm>
              <a:off x="9905943" y="4615221"/>
              <a:ext cx="91091" cy="90450"/>
            </a:xfrm>
            <a:custGeom>
              <a:avLst/>
              <a:gdLst>
                <a:gd name="T0" fmla="*/ 30 w 60"/>
                <a:gd name="T1" fmla="*/ 0 h 60"/>
                <a:gd name="T2" fmla="*/ 0 w 60"/>
                <a:gd name="T3" fmla="*/ 30 h 60"/>
                <a:gd name="T4" fmla="*/ 30 w 60"/>
                <a:gd name="T5" fmla="*/ 60 h 60"/>
                <a:gd name="T6" fmla="*/ 60 w 60"/>
                <a:gd name="T7" fmla="*/ 30 h 60"/>
                <a:gd name="T8" fmla="*/ 30 w 60"/>
                <a:gd name="T9" fmla="*/ 0 h 60"/>
                <a:gd name="T10" fmla="*/ 30 w 60"/>
                <a:gd name="T11" fmla="*/ 49 h 60"/>
                <a:gd name="T12" fmla="*/ 11 w 60"/>
                <a:gd name="T13" fmla="*/ 30 h 60"/>
                <a:gd name="T14" fmla="*/ 30 w 60"/>
                <a:gd name="T15" fmla="*/ 10 h 60"/>
                <a:gd name="T16" fmla="*/ 50 w 60"/>
                <a:gd name="T17" fmla="*/ 30 h 60"/>
                <a:gd name="T18" fmla="*/ 30 w 60"/>
                <a:gd name="T19" fmla="*/ 49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0"/>
                  </a:moveTo>
                  <a:cubicBezTo>
                    <a:pt x="13" y="0"/>
                    <a:pt x="0" y="13"/>
                    <a:pt x="0" y="30"/>
                  </a:cubicBezTo>
                  <a:cubicBezTo>
                    <a:pt x="0" y="46"/>
                    <a:pt x="13" y="60"/>
                    <a:pt x="30" y="60"/>
                  </a:cubicBezTo>
                  <a:cubicBezTo>
                    <a:pt x="47" y="60"/>
                    <a:pt x="60" y="46"/>
                    <a:pt x="60" y="30"/>
                  </a:cubicBezTo>
                  <a:cubicBezTo>
                    <a:pt x="60" y="13"/>
                    <a:pt x="47" y="0"/>
                    <a:pt x="30" y="0"/>
                  </a:cubicBezTo>
                  <a:close/>
                  <a:moveTo>
                    <a:pt x="30" y="49"/>
                  </a:moveTo>
                  <a:cubicBezTo>
                    <a:pt x="19" y="49"/>
                    <a:pt x="11" y="41"/>
                    <a:pt x="11" y="30"/>
                  </a:cubicBezTo>
                  <a:cubicBezTo>
                    <a:pt x="11" y="19"/>
                    <a:pt x="19" y="10"/>
                    <a:pt x="30" y="10"/>
                  </a:cubicBezTo>
                  <a:cubicBezTo>
                    <a:pt x="41" y="10"/>
                    <a:pt x="50" y="19"/>
                    <a:pt x="50" y="30"/>
                  </a:cubicBezTo>
                  <a:cubicBezTo>
                    <a:pt x="50" y="41"/>
                    <a:pt x="41" y="49"/>
                    <a:pt x="30" y="49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4" name="Freeform 128"/>
            <p:cNvSpPr>
              <a:spLocks noEditPoints="1"/>
            </p:cNvSpPr>
            <p:nvPr/>
          </p:nvSpPr>
          <p:spPr bwMode="auto">
            <a:xfrm>
              <a:off x="10122766" y="5861634"/>
              <a:ext cx="92374" cy="91091"/>
            </a:xfrm>
            <a:custGeom>
              <a:avLst/>
              <a:gdLst>
                <a:gd name="T0" fmla="*/ 31 w 61"/>
                <a:gd name="T1" fmla="*/ 0 h 60"/>
                <a:gd name="T2" fmla="*/ 0 w 61"/>
                <a:gd name="T3" fmla="*/ 30 h 60"/>
                <a:gd name="T4" fmla="*/ 31 w 61"/>
                <a:gd name="T5" fmla="*/ 60 h 60"/>
                <a:gd name="T6" fmla="*/ 61 w 61"/>
                <a:gd name="T7" fmla="*/ 30 h 60"/>
                <a:gd name="T8" fmla="*/ 31 w 61"/>
                <a:gd name="T9" fmla="*/ 0 h 60"/>
                <a:gd name="T10" fmla="*/ 31 w 61"/>
                <a:gd name="T11" fmla="*/ 50 h 60"/>
                <a:gd name="T12" fmla="*/ 11 w 61"/>
                <a:gd name="T13" fmla="*/ 30 h 60"/>
                <a:gd name="T14" fmla="*/ 31 w 61"/>
                <a:gd name="T15" fmla="*/ 11 h 60"/>
                <a:gd name="T16" fmla="*/ 50 w 61"/>
                <a:gd name="T17" fmla="*/ 30 h 60"/>
                <a:gd name="T18" fmla="*/ 31 w 61"/>
                <a:gd name="T19" fmla="*/ 5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1" h="60">
                  <a:moveTo>
                    <a:pt x="31" y="0"/>
                  </a:moveTo>
                  <a:cubicBezTo>
                    <a:pt x="14" y="0"/>
                    <a:pt x="0" y="14"/>
                    <a:pt x="0" y="30"/>
                  </a:cubicBezTo>
                  <a:cubicBezTo>
                    <a:pt x="0" y="47"/>
                    <a:pt x="14" y="60"/>
                    <a:pt x="31" y="60"/>
                  </a:cubicBezTo>
                  <a:cubicBezTo>
                    <a:pt x="47" y="60"/>
                    <a:pt x="61" y="47"/>
                    <a:pt x="61" y="30"/>
                  </a:cubicBezTo>
                  <a:cubicBezTo>
                    <a:pt x="61" y="14"/>
                    <a:pt x="47" y="0"/>
                    <a:pt x="31" y="0"/>
                  </a:cubicBezTo>
                  <a:close/>
                  <a:moveTo>
                    <a:pt x="31" y="50"/>
                  </a:moveTo>
                  <a:cubicBezTo>
                    <a:pt x="20" y="50"/>
                    <a:pt x="11" y="41"/>
                    <a:pt x="11" y="30"/>
                  </a:cubicBezTo>
                  <a:cubicBezTo>
                    <a:pt x="11" y="19"/>
                    <a:pt x="20" y="11"/>
                    <a:pt x="31" y="11"/>
                  </a:cubicBezTo>
                  <a:cubicBezTo>
                    <a:pt x="41" y="11"/>
                    <a:pt x="50" y="19"/>
                    <a:pt x="50" y="30"/>
                  </a:cubicBezTo>
                  <a:cubicBezTo>
                    <a:pt x="50" y="41"/>
                    <a:pt x="41" y="50"/>
                    <a:pt x="31" y="50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5" name="Freeform 129"/>
            <p:cNvSpPr>
              <a:spLocks noEditPoints="1"/>
            </p:cNvSpPr>
            <p:nvPr/>
          </p:nvSpPr>
          <p:spPr bwMode="auto">
            <a:xfrm>
              <a:off x="8972577" y="3443863"/>
              <a:ext cx="91091" cy="91091"/>
            </a:xfrm>
            <a:custGeom>
              <a:avLst/>
              <a:gdLst>
                <a:gd name="T0" fmla="*/ 30 w 60"/>
                <a:gd name="T1" fmla="*/ 0 h 60"/>
                <a:gd name="T2" fmla="*/ 0 w 60"/>
                <a:gd name="T3" fmla="*/ 30 h 60"/>
                <a:gd name="T4" fmla="*/ 30 w 60"/>
                <a:gd name="T5" fmla="*/ 60 h 60"/>
                <a:gd name="T6" fmla="*/ 60 w 60"/>
                <a:gd name="T7" fmla="*/ 30 h 60"/>
                <a:gd name="T8" fmla="*/ 30 w 60"/>
                <a:gd name="T9" fmla="*/ 0 h 60"/>
                <a:gd name="T10" fmla="*/ 30 w 60"/>
                <a:gd name="T11" fmla="*/ 50 h 60"/>
                <a:gd name="T12" fmla="*/ 11 w 60"/>
                <a:gd name="T13" fmla="*/ 30 h 60"/>
                <a:gd name="T14" fmla="*/ 30 w 60"/>
                <a:gd name="T15" fmla="*/ 11 h 60"/>
                <a:gd name="T16" fmla="*/ 50 w 60"/>
                <a:gd name="T17" fmla="*/ 30 h 60"/>
                <a:gd name="T18" fmla="*/ 30 w 60"/>
                <a:gd name="T19" fmla="*/ 5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0"/>
                  </a:moveTo>
                  <a:cubicBezTo>
                    <a:pt x="14" y="0"/>
                    <a:pt x="0" y="14"/>
                    <a:pt x="0" y="30"/>
                  </a:cubicBezTo>
                  <a:cubicBezTo>
                    <a:pt x="0" y="47"/>
                    <a:pt x="14" y="60"/>
                    <a:pt x="30" y="60"/>
                  </a:cubicBezTo>
                  <a:cubicBezTo>
                    <a:pt x="47" y="60"/>
                    <a:pt x="60" y="47"/>
                    <a:pt x="60" y="30"/>
                  </a:cubicBezTo>
                  <a:cubicBezTo>
                    <a:pt x="60" y="14"/>
                    <a:pt x="47" y="0"/>
                    <a:pt x="30" y="0"/>
                  </a:cubicBezTo>
                  <a:close/>
                  <a:moveTo>
                    <a:pt x="30" y="50"/>
                  </a:moveTo>
                  <a:cubicBezTo>
                    <a:pt x="19" y="50"/>
                    <a:pt x="11" y="41"/>
                    <a:pt x="11" y="30"/>
                  </a:cubicBezTo>
                  <a:cubicBezTo>
                    <a:pt x="11" y="20"/>
                    <a:pt x="19" y="11"/>
                    <a:pt x="30" y="11"/>
                  </a:cubicBezTo>
                  <a:cubicBezTo>
                    <a:pt x="41" y="11"/>
                    <a:pt x="50" y="20"/>
                    <a:pt x="50" y="30"/>
                  </a:cubicBezTo>
                  <a:cubicBezTo>
                    <a:pt x="50" y="41"/>
                    <a:pt x="41" y="50"/>
                    <a:pt x="30" y="50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6" name="Freeform 130"/>
            <p:cNvSpPr>
              <a:spLocks noEditPoints="1"/>
            </p:cNvSpPr>
            <p:nvPr/>
          </p:nvSpPr>
          <p:spPr bwMode="auto">
            <a:xfrm>
              <a:off x="8127094" y="3751777"/>
              <a:ext cx="92374" cy="91091"/>
            </a:xfrm>
            <a:custGeom>
              <a:avLst/>
              <a:gdLst>
                <a:gd name="T0" fmla="*/ 31 w 61"/>
                <a:gd name="T1" fmla="*/ 0 h 60"/>
                <a:gd name="T2" fmla="*/ 0 w 61"/>
                <a:gd name="T3" fmla="*/ 30 h 60"/>
                <a:gd name="T4" fmla="*/ 31 w 61"/>
                <a:gd name="T5" fmla="*/ 60 h 60"/>
                <a:gd name="T6" fmla="*/ 61 w 61"/>
                <a:gd name="T7" fmla="*/ 30 h 60"/>
                <a:gd name="T8" fmla="*/ 31 w 61"/>
                <a:gd name="T9" fmla="*/ 0 h 60"/>
                <a:gd name="T10" fmla="*/ 31 w 61"/>
                <a:gd name="T11" fmla="*/ 49 h 60"/>
                <a:gd name="T12" fmla="*/ 11 w 61"/>
                <a:gd name="T13" fmla="*/ 30 h 60"/>
                <a:gd name="T14" fmla="*/ 31 w 61"/>
                <a:gd name="T15" fmla="*/ 10 h 60"/>
                <a:gd name="T16" fmla="*/ 50 w 61"/>
                <a:gd name="T17" fmla="*/ 30 h 60"/>
                <a:gd name="T18" fmla="*/ 31 w 61"/>
                <a:gd name="T19" fmla="*/ 49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1" h="60">
                  <a:moveTo>
                    <a:pt x="31" y="0"/>
                  </a:moveTo>
                  <a:cubicBezTo>
                    <a:pt x="14" y="0"/>
                    <a:pt x="0" y="13"/>
                    <a:pt x="0" y="30"/>
                  </a:cubicBezTo>
                  <a:cubicBezTo>
                    <a:pt x="0" y="46"/>
                    <a:pt x="14" y="60"/>
                    <a:pt x="31" y="60"/>
                  </a:cubicBezTo>
                  <a:cubicBezTo>
                    <a:pt x="47" y="60"/>
                    <a:pt x="61" y="46"/>
                    <a:pt x="61" y="30"/>
                  </a:cubicBezTo>
                  <a:cubicBezTo>
                    <a:pt x="61" y="13"/>
                    <a:pt x="47" y="0"/>
                    <a:pt x="31" y="0"/>
                  </a:cubicBezTo>
                  <a:close/>
                  <a:moveTo>
                    <a:pt x="31" y="49"/>
                  </a:moveTo>
                  <a:cubicBezTo>
                    <a:pt x="20" y="49"/>
                    <a:pt x="11" y="41"/>
                    <a:pt x="11" y="30"/>
                  </a:cubicBezTo>
                  <a:cubicBezTo>
                    <a:pt x="11" y="19"/>
                    <a:pt x="20" y="10"/>
                    <a:pt x="31" y="10"/>
                  </a:cubicBezTo>
                  <a:cubicBezTo>
                    <a:pt x="41" y="10"/>
                    <a:pt x="50" y="19"/>
                    <a:pt x="50" y="30"/>
                  </a:cubicBezTo>
                  <a:cubicBezTo>
                    <a:pt x="50" y="41"/>
                    <a:pt x="41" y="49"/>
                    <a:pt x="31" y="49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7" name="Freeform 131"/>
            <p:cNvSpPr>
              <a:spLocks noEditPoints="1"/>
            </p:cNvSpPr>
            <p:nvPr/>
          </p:nvSpPr>
          <p:spPr bwMode="auto">
            <a:xfrm>
              <a:off x="9653838" y="2277636"/>
              <a:ext cx="91091" cy="91091"/>
            </a:xfrm>
            <a:custGeom>
              <a:avLst/>
              <a:gdLst>
                <a:gd name="T0" fmla="*/ 30 w 60"/>
                <a:gd name="T1" fmla="*/ 0 h 60"/>
                <a:gd name="T2" fmla="*/ 0 w 60"/>
                <a:gd name="T3" fmla="*/ 30 h 60"/>
                <a:gd name="T4" fmla="*/ 30 w 60"/>
                <a:gd name="T5" fmla="*/ 60 h 60"/>
                <a:gd name="T6" fmla="*/ 60 w 60"/>
                <a:gd name="T7" fmla="*/ 30 h 60"/>
                <a:gd name="T8" fmla="*/ 30 w 60"/>
                <a:gd name="T9" fmla="*/ 0 h 60"/>
                <a:gd name="T10" fmla="*/ 30 w 60"/>
                <a:gd name="T11" fmla="*/ 49 h 60"/>
                <a:gd name="T12" fmla="*/ 10 w 60"/>
                <a:gd name="T13" fmla="*/ 30 h 60"/>
                <a:gd name="T14" fmla="*/ 30 w 60"/>
                <a:gd name="T15" fmla="*/ 10 h 60"/>
                <a:gd name="T16" fmla="*/ 50 w 60"/>
                <a:gd name="T17" fmla="*/ 30 h 60"/>
                <a:gd name="T18" fmla="*/ 30 w 60"/>
                <a:gd name="T19" fmla="*/ 49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0"/>
                  </a:moveTo>
                  <a:cubicBezTo>
                    <a:pt x="13" y="0"/>
                    <a:pt x="0" y="13"/>
                    <a:pt x="0" y="30"/>
                  </a:cubicBezTo>
                  <a:cubicBezTo>
                    <a:pt x="0" y="46"/>
                    <a:pt x="13" y="60"/>
                    <a:pt x="30" y="60"/>
                  </a:cubicBezTo>
                  <a:cubicBezTo>
                    <a:pt x="47" y="60"/>
                    <a:pt x="60" y="46"/>
                    <a:pt x="60" y="30"/>
                  </a:cubicBezTo>
                  <a:cubicBezTo>
                    <a:pt x="60" y="13"/>
                    <a:pt x="47" y="0"/>
                    <a:pt x="30" y="0"/>
                  </a:cubicBezTo>
                  <a:close/>
                  <a:moveTo>
                    <a:pt x="30" y="49"/>
                  </a:moveTo>
                  <a:cubicBezTo>
                    <a:pt x="19" y="49"/>
                    <a:pt x="10" y="41"/>
                    <a:pt x="10" y="30"/>
                  </a:cubicBezTo>
                  <a:cubicBezTo>
                    <a:pt x="10" y="19"/>
                    <a:pt x="19" y="10"/>
                    <a:pt x="30" y="10"/>
                  </a:cubicBezTo>
                  <a:cubicBezTo>
                    <a:pt x="41" y="10"/>
                    <a:pt x="50" y="19"/>
                    <a:pt x="50" y="30"/>
                  </a:cubicBezTo>
                  <a:cubicBezTo>
                    <a:pt x="50" y="41"/>
                    <a:pt x="41" y="49"/>
                    <a:pt x="30" y="49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8" name="Freeform 132"/>
            <p:cNvSpPr>
              <a:spLocks noEditPoints="1"/>
            </p:cNvSpPr>
            <p:nvPr/>
          </p:nvSpPr>
          <p:spPr bwMode="auto">
            <a:xfrm>
              <a:off x="8908428" y="1878630"/>
              <a:ext cx="91091" cy="91091"/>
            </a:xfrm>
            <a:custGeom>
              <a:avLst/>
              <a:gdLst>
                <a:gd name="T0" fmla="*/ 30 w 60"/>
                <a:gd name="T1" fmla="*/ 0 h 60"/>
                <a:gd name="T2" fmla="*/ 0 w 60"/>
                <a:gd name="T3" fmla="*/ 30 h 60"/>
                <a:gd name="T4" fmla="*/ 30 w 60"/>
                <a:gd name="T5" fmla="*/ 60 h 60"/>
                <a:gd name="T6" fmla="*/ 60 w 60"/>
                <a:gd name="T7" fmla="*/ 30 h 60"/>
                <a:gd name="T8" fmla="*/ 30 w 60"/>
                <a:gd name="T9" fmla="*/ 0 h 60"/>
                <a:gd name="T10" fmla="*/ 30 w 60"/>
                <a:gd name="T11" fmla="*/ 49 h 60"/>
                <a:gd name="T12" fmla="*/ 11 w 60"/>
                <a:gd name="T13" fmla="*/ 30 h 60"/>
                <a:gd name="T14" fmla="*/ 30 w 60"/>
                <a:gd name="T15" fmla="*/ 10 h 60"/>
                <a:gd name="T16" fmla="*/ 50 w 60"/>
                <a:gd name="T17" fmla="*/ 30 h 60"/>
                <a:gd name="T18" fmla="*/ 30 w 60"/>
                <a:gd name="T19" fmla="*/ 49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0"/>
                  </a:moveTo>
                  <a:cubicBezTo>
                    <a:pt x="13" y="0"/>
                    <a:pt x="0" y="13"/>
                    <a:pt x="0" y="30"/>
                  </a:cubicBezTo>
                  <a:cubicBezTo>
                    <a:pt x="0" y="46"/>
                    <a:pt x="13" y="60"/>
                    <a:pt x="30" y="60"/>
                  </a:cubicBezTo>
                  <a:cubicBezTo>
                    <a:pt x="47" y="60"/>
                    <a:pt x="60" y="46"/>
                    <a:pt x="60" y="30"/>
                  </a:cubicBezTo>
                  <a:cubicBezTo>
                    <a:pt x="60" y="13"/>
                    <a:pt x="47" y="0"/>
                    <a:pt x="30" y="0"/>
                  </a:cubicBezTo>
                  <a:close/>
                  <a:moveTo>
                    <a:pt x="30" y="49"/>
                  </a:moveTo>
                  <a:cubicBezTo>
                    <a:pt x="19" y="49"/>
                    <a:pt x="11" y="41"/>
                    <a:pt x="11" y="30"/>
                  </a:cubicBezTo>
                  <a:cubicBezTo>
                    <a:pt x="11" y="19"/>
                    <a:pt x="19" y="10"/>
                    <a:pt x="30" y="10"/>
                  </a:cubicBezTo>
                  <a:cubicBezTo>
                    <a:pt x="41" y="10"/>
                    <a:pt x="50" y="19"/>
                    <a:pt x="50" y="30"/>
                  </a:cubicBezTo>
                  <a:cubicBezTo>
                    <a:pt x="50" y="41"/>
                    <a:pt x="41" y="49"/>
                    <a:pt x="30" y="49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9" name="Freeform 133"/>
            <p:cNvSpPr>
              <a:spLocks noEditPoints="1"/>
            </p:cNvSpPr>
            <p:nvPr/>
          </p:nvSpPr>
          <p:spPr bwMode="auto">
            <a:xfrm>
              <a:off x="8485045" y="2089680"/>
              <a:ext cx="91091" cy="92374"/>
            </a:xfrm>
            <a:custGeom>
              <a:avLst/>
              <a:gdLst>
                <a:gd name="T0" fmla="*/ 30 w 60"/>
                <a:gd name="T1" fmla="*/ 0 h 61"/>
                <a:gd name="T2" fmla="*/ 0 w 60"/>
                <a:gd name="T3" fmla="*/ 30 h 61"/>
                <a:gd name="T4" fmla="*/ 30 w 60"/>
                <a:gd name="T5" fmla="*/ 61 h 61"/>
                <a:gd name="T6" fmla="*/ 60 w 60"/>
                <a:gd name="T7" fmla="*/ 30 h 61"/>
                <a:gd name="T8" fmla="*/ 30 w 60"/>
                <a:gd name="T9" fmla="*/ 0 h 61"/>
                <a:gd name="T10" fmla="*/ 30 w 60"/>
                <a:gd name="T11" fmla="*/ 50 h 61"/>
                <a:gd name="T12" fmla="*/ 11 w 60"/>
                <a:gd name="T13" fmla="*/ 30 h 61"/>
                <a:gd name="T14" fmla="*/ 30 w 60"/>
                <a:gd name="T15" fmla="*/ 11 h 61"/>
                <a:gd name="T16" fmla="*/ 50 w 60"/>
                <a:gd name="T17" fmla="*/ 30 h 61"/>
                <a:gd name="T18" fmla="*/ 30 w 60"/>
                <a:gd name="T19" fmla="*/ 5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1">
                  <a:moveTo>
                    <a:pt x="30" y="0"/>
                  </a:moveTo>
                  <a:cubicBezTo>
                    <a:pt x="14" y="0"/>
                    <a:pt x="0" y="14"/>
                    <a:pt x="0" y="30"/>
                  </a:cubicBezTo>
                  <a:cubicBezTo>
                    <a:pt x="0" y="47"/>
                    <a:pt x="14" y="61"/>
                    <a:pt x="30" y="61"/>
                  </a:cubicBezTo>
                  <a:cubicBezTo>
                    <a:pt x="47" y="61"/>
                    <a:pt x="60" y="47"/>
                    <a:pt x="60" y="30"/>
                  </a:cubicBezTo>
                  <a:cubicBezTo>
                    <a:pt x="60" y="14"/>
                    <a:pt x="47" y="0"/>
                    <a:pt x="30" y="0"/>
                  </a:cubicBezTo>
                  <a:close/>
                  <a:moveTo>
                    <a:pt x="30" y="50"/>
                  </a:moveTo>
                  <a:cubicBezTo>
                    <a:pt x="19" y="50"/>
                    <a:pt x="11" y="41"/>
                    <a:pt x="11" y="30"/>
                  </a:cubicBezTo>
                  <a:cubicBezTo>
                    <a:pt x="11" y="20"/>
                    <a:pt x="19" y="11"/>
                    <a:pt x="30" y="11"/>
                  </a:cubicBezTo>
                  <a:cubicBezTo>
                    <a:pt x="41" y="11"/>
                    <a:pt x="50" y="20"/>
                    <a:pt x="50" y="30"/>
                  </a:cubicBezTo>
                  <a:cubicBezTo>
                    <a:pt x="50" y="41"/>
                    <a:pt x="41" y="50"/>
                    <a:pt x="30" y="50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0" name="Freeform 134"/>
            <p:cNvSpPr>
              <a:spLocks noEditPoints="1"/>
            </p:cNvSpPr>
            <p:nvPr/>
          </p:nvSpPr>
          <p:spPr bwMode="auto">
            <a:xfrm>
              <a:off x="10906024" y="2673435"/>
              <a:ext cx="91091" cy="91091"/>
            </a:xfrm>
            <a:custGeom>
              <a:avLst/>
              <a:gdLst>
                <a:gd name="T0" fmla="*/ 30 w 60"/>
                <a:gd name="T1" fmla="*/ 0 h 60"/>
                <a:gd name="T2" fmla="*/ 0 w 60"/>
                <a:gd name="T3" fmla="*/ 30 h 60"/>
                <a:gd name="T4" fmla="*/ 30 w 60"/>
                <a:gd name="T5" fmla="*/ 60 h 60"/>
                <a:gd name="T6" fmla="*/ 60 w 60"/>
                <a:gd name="T7" fmla="*/ 30 h 60"/>
                <a:gd name="T8" fmla="*/ 30 w 60"/>
                <a:gd name="T9" fmla="*/ 0 h 60"/>
                <a:gd name="T10" fmla="*/ 30 w 60"/>
                <a:gd name="T11" fmla="*/ 50 h 60"/>
                <a:gd name="T12" fmla="*/ 11 w 60"/>
                <a:gd name="T13" fmla="*/ 30 h 60"/>
                <a:gd name="T14" fmla="*/ 30 w 60"/>
                <a:gd name="T15" fmla="*/ 11 h 60"/>
                <a:gd name="T16" fmla="*/ 50 w 60"/>
                <a:gd name="T17" fmla="*/ 30 h 60"/>
                <a:gd name="T18" fmla="*/ 30 w 60"/>
                <a:gd name="T19" fmla="*/ 5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0"/>
                  </a:moveTo>
                  <a:cubicBezTo>
                    <a:pt x="13" y="0"/>
                    <a:pt x="0" y="14"/>
                    <a:pt x="0" y="30"/>
                  </a:cubicBezTo>
                  <a:cubicBezTo>
                    <a:pt x="0" y="47"/>
                    <a:pt x="13" y="60"/>
                    <a:pt x="30" y="60"/>
                  </a:cubicBezTo>
                  <a:cubicBezTo>
                    <a:pt x="47" y="60"/>
                    <a:pt x="60" y="47"/>
                    <a:pt x="60" y="30"/>
                  </a:cubicBezTo>
                  <a:cubicBezTo>
                    <a:pt x="60" y="14"/>
                    <a:pt x="47" y="0"/>
                    <a:pt x="30" y="0"/>
                  </a:cubicBezTo>
                  <a:close/>
                  <a:moveTo>
                    <a:pt x="30" y="50"/>
                  </a:moveTo>
                  <a:cubicBezTo>
                    <a:pt x="19" y="50"/>
                    <a:pt x="11" y="41"/>
                    <a:pt x="11" y="30"/>
                  </a:cubicBezTo>
                  <a:cubicBezTo>
                    <a:pt x="11" y="19"/>
                    <a:pt x="19" y="11"/>
                    <a:pt x="30" y="11"/>
                  </a:cubicBezTo>
                  <a:cubicBezTo>
                    <a:pt x="41" y="11"/>
                    <a:pt x="50" y="19"/>
                    <a:pt x="50" y="30"/>
                  </a:cubicBezTo>
                  <a:cubicBezTo>
                    <a:pt x="50" y="41"/>
                    <a:pt x="41" y="50"/>
                    <a:pt x="30" y="50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1" name="Freeform 135"/>
            <p:cNvSpPr>
              <a:spLocks noEditPoints="1"/>
            </p:cNvSpPr>
            <p:nvPr/>
          </p:nvSpPr>
          <p:spPr bwMode="auto">
            <a:xfrm>
              <a:off x="11081792" y="3459258"/>
              <a:ext cx="91091" cy="91091"/>
            </a:xfrm>
            <a:custGeom>
              <a:avLst/>
              <a:gdLst>
                <a:gd name="T0" fmla="*/ 30 w 60"/>
                <a:gd name="T1" fmla="*/ 0 h 60"/>
                <a:gd name="T2" fmla="*/ 0 w 60"/>
                <a:gd name="T3" fmla="*/ 30 h 60"/>
                <a:gd name="T4" fmla="*/ 30 w 60"/>
                <a:gd name="T5" fmla="*/ 60 h 60"/>
                <a:gd name="T6" fmla="*/ 60 w 60"/>
                <a:gd name="T7" fmla="*/ 30 h 60"/>
                <a:gd name="T8" fmla="*/ 30 w 60"/>
                <a:gd name="T9" fmla="*/ 0 h 60"/>
                <a:gd name="T10" fmla="*/ 30 w 60"/>
                <a:gd name="T11" fmla="*/ 50 h 60"/>
                <a:gd name="T12" fmla="*/ 10 w 60"/>
                <a:gd name="T13" fmla="*/ 30 h 60"/>
                <a:gd name="T14" fmla="*/ 30 w 60"/>
                <a:gd name="T15" fmla="*/ 11 h 60"/>
                <a:gd name="T16" fmla="*/ 49 w 60"/>
                <a:gd name="T17" fmla="*/ 30 h 60"/>
                <a:gd name="T18" fmla="*/ 30 w 60"/>
                <a:gd name="T19" fmla="*/ 5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0">
                  <a:moveTo>
                    <a:pt x="30" y="0"/>
                  </a:moveTo>
                  <a:cubicBezTo>
                    <a:pt x="13" y="0"/>
                    <a:pt x="0" y="14"/>
                    <a:pt x="0" y="30"/>
                  </a:cubicBezTo>
                  <a:cubicBezTo>
                    <a:pt x="0" y="47"/>
                    <a:pt x="13" y="60"/>
                    <a:pt x="30" y="60"/>
                  </a:cubicBezTo>
                  <a:cubicBezTo>
                    <a:pt x="47" y="60"/>
                    <a:pt x="60" y="47"/>
                    <a:pt x="60" y="30"/>
                  </a:cubicBezTo>
                  <a:cubicBezTo>
                    <a:pt x="60" y="14"/>
                    <a:pt x="47" y="0"/>
                    <a:pt x="30" y="0"/>
                  </a:cubicBezTo>
                  <a:close/>
                  <a:moveTo>
                    <a:pt x="30" y="50"/>
                  </a:moveTo>
                  <a:cubicBezTo>
                    <a:pt x="19" y="50"/>
                    <a:pt x="10" y="41"/>
                    <a:pt x="10" y="30"/>
                  </a:cubicBezTo>
                  <a:cubicBezTo>
                    <a:pt x="10" y="20"/>
                    <a:pt x="19" y="11"/>
                    <a:pt x="30" y="11"/>
                  </a:cubicBezTo>
                  <a:cubicBezTo>
                    <a:pt x="41" y="11"/>
                    <a:pt x="49" y="20"/>
                    <a:pt x="49" y="30"/>
                  </a:cubicBezTo>
                  <a:cubicBezTo>
                    <a:pt x="49" y="41"/>
                    <a:pt x="41" y="50"/>
                    <a:pt x="30" y="50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2" name="Freeform 136"/>
            <p:cNvSpPr>
              <a:spLocks noEditPoints="1"/>
            </p:cNvSpPr>
            <p:nvPr/>
          </p:nvSpPr>
          <p:spPr bwMode="auto">
            <a:xfrm>
              <a:off x="9152835" y="4057126"/>
              <a:ext cx="91091" cy="92374"/>
            </a:xfrm>
            <a:custGeom>
              <a:avLst/>
              <a:gdLst>
                <a:gd name="T0" fmla="*/ 30 w 60"/>
                <a:gd name="T1" fmla="*/ 0 h 61"/>
                <a:gd name="T2" fmla="*/ 0 w 60"/>
                <a:gd name="T3" fmla="*/ 30 h 61"/>
                <a:gd name="T4" fmla="*/ 30 w 60"/>
                <a:gd name="T5" fmla="*/ 61 h 61"/>
                <a:gd name="T6" fmla="*/ 60 w 60"/>
                <a:gd name="T7" fmla="*/ 30 h 61"/>
                <a:gd name="T8" fmla="*/ 30 w 60"/>
                <a:gd name="T9" fmla="*/ 0 h 61"/>
                <a:gd name="T10" fmla="*/ 30 w 60"/>
                <a:gd name="T11" fmla="*/ 50 h 61"/>
                <a:gd name="T12" fmla="*/ 10 w 60"/>
                <a:gd name="T13" fmla="*/ 30 h 61"/>
                <a:gd name="T14" fmla="*/ 30 w 60"/>
                <a:gd name="T15" fmla="*/ 11 h 61"/>
                <a:gd name="T16" fmla="*/ 49 w 60"/>
                <a:gd name="T17" fmla="*/ 30 h 61"/>
                <a:gd name="T18" fmla="*/ 30 w 60"/>
                <a:gd name="T19" fmla="*/ 5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1">
                  <a:moveTo>
                    <a:pt x="30" y="0"/>
                  </a:moveTo>
                  <a:cubicBezTo>
                    <a:pt x="13" y="0"/>
                    <a:pt x="0" y="14"/>
                    <a:pt x="0" y="30"/>
                  </a:cubicBezTo>
                  <a:cubicBezTo>
                    <a:pt x="0" y="47"/>
                    <a:pt x="13" y="61"/>
                    <a:pt x="30" y="61"/>
                  </a:cubicBezTo>
                  <a:cubicBezTo>
                    <a:pt x="47" y="61"/>
                    <a:pt x="60" y="47"/>
                    <a:pt x="60" y="30"/>
                  </a:cubicBezTo>
                  <a:cubicBezTo>
                    <a:pt x="60" y="14"/>
                    <a:pt x="47" y="0"/>
                    <a:pt x="30" y="0"/>
                  </a:cubicBezTo>
                  <a:close/>
                  <a:moveTo>
                    <a:pt x="30" y="50"/>
                  </a:moveTo>
                  <a:cubicBezTo>
                    <a:pt x="19" y="50"/>
                    <a:pt x="10" y="41"/>
                    <a:pt x="10" y="30"/>
                  </a:cubicBezTo>
                  <a:cubicBezTo>
                    <a:pt x="10" y="20"/>
                    <a:pt x="19" y="11"/>
                    <a:pt x="30" y="11"/>
                  </a:cubicBezTo>
                  <a:cubicBezTo>
                    <a:pt x="41" y="11"/>
                    <a:pt x="49" y="20"/>
                    <a:pt x="49" y="30"/>
                  </a:cubicBezTo>
                  <a:cubicBezTo>
                    <a:pt x="49" y="41"/>
                    <a:pt x="41" y="50"/>
                    <a:pt x="30" y="50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3" name="Freeform 137"/>
            <p:cNvSpPr>
              <a:spLocks noEditPoints="1"/>
            </p:cNvSpPr>
            <p:nvPr/>
          </p:nvSpPr>
          <p:spPr bwMode="auto">
            <a:xfrm>
              <a:off x="8023814" y="4193122"/>
              <a:ext cx="91091" cy="92374"/>
            </a:xfrm>
            <a:custGeom>
              <a:avLst/>
              <a:gdLst>
                <a:gd name="T0" fmla="*/ 30 w 60"/>
                <a:gd name="T1" fmla="*/ 0 h 61"/>
                <a:gd name="T2" fmla="*/ 0 w 60"/>
                <a:gd name="T3" fmla="*/ 30 h 61"/>
                <a:gd name="T4" fmla="*/ 30 w 60"/>
                <a:gd name="T5" fmla="*/ 61 h 61"/>
                <a:gd name="T6" fmla="*/ 60 w 60"/>
                <a:gd name="T7" fmla="*/ 30 h 61"/>
                <a:gd name="T8" fmla="*/ 30 w 60"/>
                <a:gd name="T9" fmla="*/ 0 h 61"/>
                <a:gd name="T10" fmla="*/ 30 w 60"/>
                <a:gd name="T11" fmla="*/ 50 h 61"/>
                <a:gd name="T12" fmla="*/ 11 w 60"/>
                <a:gd name="T13" fmla="*/ 30 h 61"/>
                <a:gd name="T14" fmla="*/ 30 w 60"/>
                <a:gd name="T15" fmla="*/ 11 h 61"/>
                <a:gd name="T16" fmla="*/ 50 w 60"/>
                <a:gd name="T17" fmla="*/ 30 h 61"/>
                <a:gd name="T18" fmla="*/ 30 w 60"/>
                <a:gd name="T19" fmla="*/ 5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61">
                  <a:moveTo>
                    <a:pt x="30" y="0"/>
                  </a:moveTo>
                  <a:cubicBezTo>
                    <a:pt x="14" y="0"/>
                    <a:pt x="0" y="14"/>
                    <a:pt x="0" y="30"/>
                  </a:cubicBezTo>
                  <a:cubicBezTo>
                    <a:pt x="0" y="47"/>
                    <a:pt x="14" y="61"/>
                    <a:pt x="30" y="61"/>
                  </a:cubicBezTo>
                  <a:cubicBezTo>
                    <a:pt x="47" y="61"/>
                    <a:pt x="60" y="47"/>
                    <a:pt x="60" y="30"/>
                  </a:cubicBezTo>
                  <a:cubicBezTo>
                    <a:pt x="60" y="14"/>
                    <a:pt x="47" y="0"/>
                    <a:pt x="30" y="0"/>
                  </a:cubicBezTo>
                  <a:close/>
                  <a:moveTo>
                    <a:pt x="30" y="50"/>
                  </a:moveTo>
                  <a:cubicBezTo>
                    <a:pt x="19" y="50"/>
                    <a:pt x="11" y="41"/>
                    <a:pt x="11" y="30"/>
                  </a:cubicBezTo>
                  <a:cubicBezTo>
                    <a:pt x="11" y="20"/>
                    <a:pt x="19" y="11"/>
                    <a:pt x="30" y="11"/>
                  </a:cubicBezTo>
                  <a:cubicBezTo>
                    <a:pt x="41" y="11"/>
                    <a:pt x="50" y="20"/>
                    <a:pt x="50" y="30"/>
                  </a:cubicBezTo>
                  <a:cubicBezTo>
                    <a:pt x="50" y="41"/>
                    <a:pt x="41" y="50"/>
                    <a:pt x="30" y="50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4" name="Freeform 138"/>
            <p:cNvSpPr>
              <a:spLocks noEditPoints="1"/>
            </p:cNvSpPr>
            <p:nvPr/>
          </p:nvSpPr>
          <p:spPr bwMode="auto">
            <a:xfrm>
              <a:off x="10474944" y="4789065"/>
              <a:ext cx="92374" cy="91091"/>
            </a:xfrm>
            <a:custGeom>
              <a:avLst/>
              <a:gdLst>
                <a:gd name="T0" fmla="*/ 30 w 61"/>
                <a:gd name="T1" fmla="*/ 0 h 60"/>
                <a:gd name="T2" fmla="*/ 0 w 61"/>
                <a:gd name="T3" fmla="*/ 30 h 60"/>
                <a:gd name="T4" fmla="*/ 30 w 61"/>
                <a:gd name="T5" fmla="*/ 60 h 60"/>
                <a:gd name="T6" fmla="*/ 61 w 61"/>
                <a:gd name="T7" fmla="*/ 30 h 60"/>
                <a:gd name="T8" fmla="*/ 30 w 61"/>
                <a:gd name="T9" fmla="*/ 0 h 60"/>
                <a:gd name="T10" fmla="*/ 30 w 61"/>
                <a:gd name="T11" fmla="*/ 49 h 60"/>
                <a:gd name="T12" fmla="*/ 11 w 61"/>
                <a:gd name="T13" fmla="*/ 30 h 60"/>
                <a:gd name="T14" fmla="*/ 30 w 61"/>
                <a:gd name="T15" fmla="*/ 10 h 60"/>
                <a:gd name="T16" fmla="*/ 50 w 61"/>
                <a:gd name="T17" fmla="*/ 30 h 60"/>
                <a:gd name="T18" fmla="*/ 30 w 61"/>
                <a:gd name="T19" fmla="*/ 49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1" h="60">
                  <a:moveTo>
                    <a:pt x="30" y="0"/>
                  </a:moveTo>
                  <a:cubicBezTo>
                    <a:pt x="14" y="0"/>
                    <a:pt x="0" y="13"/>
                    <a:pt x="0" y="30"/>
                  </a:cubicBezTo>
                  <a:cubicBezTo>
                    <a:pt x="0" y="46"/>
                    <a:pt x="14" y="60"/>
                    <a:pt x="30" y="60"/>
                  </a:cubicBezTo>
                  <a:cubicBezTo>
                    <a:pt x="47" y="60"/>
                    <a:pt x="61" y="46"/>
                    <a:pt x="61" y="30"/>
                  </a:cubicBezTo>
                  <a:cubicBezTo>
                    <a:pt x="61" y="13"/>
                    <a:pt x="47" y="0"/>
                    <a:pt x="30" y="0"/>
                  </a:cubicBezTo>
                  <a:close/>
                  <a:moveTo>
                    <a:pt x="30" y="49"/>
                  </a:moveTo>
                  <a:cubicBezTo>
                    <a:pt x="20" y="49"/>
                    <a:pt x="11" y="41"/>
                    <a:pt x="11" y="30"/>
                  </a:cubicBezTo>
                  <a:cubicBezTo>
                    <a:pt x="11" y="19"/>
                    <a:pt x="20" y="10"/>
                    <a:pt x="30" y="10"/>
                  </a:cubicBezTo>
                  <a:cubicBezTo>
                    <a:pt x="41" y="10"/>
                    <a:pt x="50" y="19"/>
                    <a:pt x="50" y="30"/>
                  </a:cubicBezTo>
                  <a:cubicBezTo>
                    <a:pt x="50" y="41"/>
                    <a:pt x="41" y="49"/>
                    <a:pt x="30" y="49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5" name="Freeform 139"/>
            <p:cNvSpPr>
              <a:spLocks noEditPoints="1"/>
            </p:cNvSpPr>
            <p:nvPr/>
          </p:nvSpPr>
          <p:spPr bwMode="auto">
            <a:xfrm>
              <a:off x="9705157" y="5844955"/>
              <a:ext cx="93016" cy="91091"/>
            </a:xfrm>
            <a:custGeom>
              <a:avLst/>
              <a:gdLst>
                <a:gd name="T0" fmla="*/ 30 w 61"/>
                <a:gd name="T1" fmla="*/ 0 h 60"/>
                <a:gd name="T2" fmla="*/ 0 w 61"/>
                <a:gd name="T3" fmla="*/ 30 h 60"/>
                <a:gd name="T4" fmla="*/ 30 w 61"/>
                <a:gd name="T5" fmla="*/ 60 h 60"/>
                <a:gd name="T6" fmla="*/ 61 w 61"/>
                <a:gd name="T7" fmla="*/ 30 h 60"/>
                <a:gd name="T8" fmla="*/ 30 w 61"/>
                <a:gd name="T9" fmla="*/ 0 h 60"/>
                <a:gd name="T10" fmla="*/ 30 w 61"/>
                <a:gd name="T11" fmla="*/ 50 h 60"/>
                <a:gd name="T12" fmla="*/ 11 w 61"/>
                <a:gd name="T13" fmla="*/ 30 h 60"/>
                <a:gd name="T14" fmla="*/ 30 w 61"/>
                <a:gd name="T15" fmla="*/ 10 h 60"/>
                <a:gd name="T16" fmla="*/ 50 w 61"/>
                <a:gd name="T17" fmla="*/ 30 h 60"/>
                <a:gd name="T18" fmla="*/ 30 w 61"/>
                <a:gd name="T19" fmla="*/ 5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1" h="60">
                  <a:moveTo>
                    <a:pt x="30" y="0"/>
                  </a:moveTo>
                  <a:cubicBezTo>
                    <a:pt x="14" y="0"/>
                    <a:pt x="0" y="13"/>
                    <a:pt x="0" y="30"/>
                  </a:cubicBezTo>
                  <a:cubicBezTo>
                    <a:pt x="0" y="47"/>
                    <a:pt x="14" y="60"/>
                    <a:pt x="30" y="60"/>
                  </a:cubicBezTo>
                  <a:cubicBezTo>
                    <a:pt x="47" y="60"/>
                    <a:pt x="61" y="47"/>
                    <a:pt x="61" y="30"/>
                  </a:cubicBezTo>
                  <a:cubicBezTo>
                    <a:pt x="61" y="13"/>
                    <a:pt x="47" y="0"/>
                    <a:pt x="30" y="0"/>
                  </a:cubicBezTo>
                  <a:close/>
                  <a:moveTo>
                    <a:pt x="30" y="50"/>
                  </a:moveTo>
                  <a:cubicBezTo>
                    <a:pt x="20" y="50"/>
                    <a:pt x="11" y="41"/>
                    <a:pt x="11" y="30"/>
                  </a:cubicBezTo>
                  <a:cubicBezTo>
                    <a:pt x="11" y="19"/>
                    <a:pt x="20" y="10"/>
                    <a:pt x="30" y="10"/>
                  </a:cubicBezTo>
                  <a:cubicBezTo>
                    <a:pt x="41" y="10"/>
                    <a:pt x="50" y="19"/>
                    <a:pt x="50" y="30"/>
                  </a:cubicBezTo>
                  <a:cubicBezTo>
                    <a:pt x="50" y="41"/>
                    <a:pt x="41" y="50"/>
                    <a:pt x="30" y="50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6" name="Oval 140"/>
            <p:cNvSpPr>
              <a:spLocks noChangeArrowheads="1"/>
            </p:cNvSpPr>
            <p:nvPr/>
          </p:nvSpPr>
          <p:spPr bwMode="auto">
            <a:xfrm>
              <a:off x="9137439" y="2760036"/>
              <a:ext cx="56451" cy="56451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7" name="Freeform 141"/>
            <p:cNvSpPr>
              <a:spLocks noEditPoints="1"/>
            </p:cNvSpPr>
            <p:nvPr/>
          </p:nvSpPr>
          <p:spPr bwMode="auto">
            <a:xfrm>
              <a:off x="9128458" y="2751055"/>
              <a:ext cx="74413" cy="74413"/>
            </a:xfrm>
            <a:custGeom>
              <a:avLst/>
              <a:gdLst>
                <a:gd name="T0" fmla="*/ 24 w 49"/>
                <a:gd name="T1" fmla="*/ 49 h 49"/>
                <a:gd name="T2" fmla="*/ 0 w 49"/>
                <a:gd name="T3" fmla="*/ 24 h 49"/>
                <a:gd name="T4" fmla="*/ 24 w 49"/>
                <a:gd name="T5" fmla="*/ 0 h 49"/>
                <a:gd name="T6" fmla="*/ 49 w 49"/>
                <a:gd name="T7" fmla="*/ 24 h 49"/>
                <a:gd name="T8" fmla="*/ 24 w 49"/>
                <a:gd name="T9" fmla="*/ 49 h 49"/>
                <a:gd name="T10" fmla="*/ 24 w 49"/>
                <a:gd name="T11" fmla="*/ 11 h 49"/>
                <a:gd name="T12" fmla="*/ 12 w 49"/>
                <a:gd name="T13" fmla="*/ 24 h 49"/>
                <a:gd name="T14" fmla="*/ 24 w 49"/>
                <a:gd name="T15" fmla="*/ 37 h 49"/>
                <a:gd name="T16" fmla="*/ 37 w 49"/>
                <a:gd name="T17" fmla="*/ 24 h 49"/>
                <a:gd name="T18" fmla="*/ 24 w 49"/>
                <a:gd name="T19" fmla="*/ 1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9" h="49">
                  <a:moveTo>
                    <a:pt x="24" y="49"/>
                  </a:moveTo>
                  <a:cubicBezTo>
                    <a:pt x="11" y="49"/>
                    <a:pt x="0" y="38"/>
                    <a:pt x="0" y="24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38" y="0"/>
                    <a:pt x="49" y="11"/>
                    <a:pt x="49" y="24"/>
                  </a:cubicBezTo>
                  <a:cubicBezTo>
                    <a:pt x="49" y="38"/>
                    <a:pt x="38" y="49"/>
                    <a:pt x="24" y="49"/>
                  </a:cubicBezTo>
                  <a:close/>
                  <a:moveTo>
                    <a:pt x="24" y="11"/>
                  </a:moveTo>
                  <a:cubicBezTo>
                    <a:pt x="17" y="11"/>
                    <a:pt x="12" y="17"/>
                    <a:pt x="12" y="24"/>
                  </a:cubicBezTo>
                  <a:cubicBezTo>
                    <a:pt x="12" y="31"/>
                    <a:pt x="17" y="37"/>
                    <a:pt x="24" y="37"/>
                  </a:cubicBezTo>
                  <a:cubicBezTo>
                    <a:pt x="32" y="37"/>
                    <a:pt x="37" y="31"/>
                    <a:pt x="37" y="24"/>
                  </a:cubicBezTo>
                  <a:cubicBezTo>
                    <a:pt x="37" y="17"/>
                    <a:pt x="32" y="11"/>
                    <a:pt x="24" y="11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8" name="Oval 142"/>
            <p:cNvSpPr>
              <a:spLocks noChangeArrowheads="1"/>
            </p:cNvSpPr>
            <p:nvPr/>
          </p:nvSpPr>
          <p:spPr bwMode="auto">
            <a:xfrm>
              <a:off x="7823670" y="3245643"/>
              <a:ext cx="69922" cy="69281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9" name="Freeform 143"/>
            <p:cNvSpPr>
              <a:spLocks noEditPoints="1"/>
            </p:cNvSpPr>
            <p:nvPr/>
          </p:nvSpPr>
          <p:spPr bwMode="auto">
            <a:xfrm>
              <a:off x="7814689" y="3236020"/>
              <a:ext cx="87884" cy="86601"/>
            </a:xfrm>
            <a:custGeom>
              <a:avLst/>
              <a:gdLst>
                <a:gd name="T0" fmla="*/ 29 w 58"/>
                <a:gd name="T1" fmla="*/ 57 h 57"/>
                <a:gd name="T2" fmla="*/ 0 w 58"/>
                <a:gd name="T3" fmla="*/ 29 h 57"/>
                <a:gd name="T4" fmla="*/ 29 w 58"/>
                <a:gd name="T5" fmla="*/ 0 h 57"/>
                <a:gd name="T6" fmla="*/ 58 w 58"/>
                <a:gd name="T7" fmla="*/ 29 h 57"/>
                <a:gd name="T8" fmla="*/ 29 w 58"/>
                <a:gd name="T9" fmla="*/ 57 h 57"/>
                <a:gd name="T10" fmla="*/ 29 w 58"/>
                <a:gd name="T11" fmla="*/ 12 h 57"/>
                <a:gd name="T12" fmla="*/ 12 w 58"/>
                <a:gd name="T13" fmla="*/ 29 h 57"/>
                <a:gd name="T14" fmla="*/ 29 w 58"/>
                <a:gd name="T15" fmla="*/ 46 h 57"/>
                <a:gd name="T16" fmla="*/ 46 w 58"/>
                <a:gd name="T17" fmla="*/ 29 h 57"/>
                <a:gd name="T18" fmla="*/ 29 w 58"/>
                <a:gd name="T19" fmla="*/ 1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57">
                  <a:moveTo>
                    <a:pt x="29" y="57"/>
                  </a:moveTo>
                  <a:cubicBezTo>
                    <a:pt x="13" y="57"/>
                    <a:pt x="0" y="45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8" y="13"/>
                    <a:pt x="58" y="29"/>
                  </a:cubicBezTo>
                  <a:cubicBezTo>
                    <a:pt x="58" y="45"/>
                    <a:pt x="45" y="57"/>
                    <a:pt x="29" y="57"/>
                  </a:cubicBezTo>
                  <a:close/>
                  <a:moveTo>
                    <a:pt x="29" y="12"/>
                  </a:moveTo>
                  <a:cubicBezTo>
                    <a:pt x="19" y="12"/>
                    <a:pt x="12" y="19"/>
                    <a:pt x="12" y="29"/>
                  </a:cubicBezTo>
                  <a:cubicBezTo>
                    <a:pt x="12" y="38"/>
                    <a:pt x="19" y="46"/>
                    <a:pt x="29" y="46"/>
                  </a:cubicBezTo>
                  <a:cubicBezTo>
                    <a:pt x="38" y="46"/>
                    <a:pt x="46" y="38"/>
                    <a:pt x="46" y="29"/>
                  </a:cubicBezTo>
                  <a:cubicBezTo>
                    <a:pt x="46" y="19"/>
                    <a:pt x="38" y="12"/>
                    <a:pt x="29" y="12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0" name="Oval 144"/>
            <p:cNvSpPr>
              <a:spLocks noChangeArrowheads="1"/>
            </p:cNvSpPr>
            <p:nvPr/>
          </p:nvSpPr>
          <p:spPr bwMode="auto">
            <a:xfrm>
              <a:off x="9186192" y="2165375"/>
              <a:ext cx="68639" cy="68639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1" name="Freeform 145"/>
            <p:cNvSpPr>
              <a:spLocks noEditPoints="1"/>
            </p:cNvSpPr>
            <p:nvPr/>
          </p:nvSpPr>
          <p:spPr bwMode="auto">
            <a:xfrm>
              <a:off x="9177212" y="2156395"/>
              <a:ext cx="86601" cy="86601"/>
            </a:xfrm>
            <a:custGeom>
              <a:avLst/>
              <a:gdLst>
                <a:gd name="T0" fmla="*/ 29 w 57"/>
                <a:gd name="T1" fmla="*/ 57 h 57"/>
                <a:gd name="T2" fmla="*/ 0 w 57"/>
                <a:gd name="T3" fmla="*/ 29 h 57"/>
                <a:gd name="T4" fmla="*/ 29 w 57"/>
                <a:gd name="T5" fmla="*/ 0 h 57"/>
                <a:gd name="T6" fmla="*/ 57 w 57"/>
                <a:gd name="T7" fmla="*/ 29 h 57"/>
                <a:gd name="T8" fmla="*/ 29 w 57"/>
                <a:gd name="T9" fmla="*/ 57 h 57"/>
                <a:gd name="T10" fmla="*/ 29 w 57"/>
                <a:gd name="T11" fmla="*/ 12 h 57"/>
                <a:gd name="T12" fmla="*/ 12 w 57"/>
                <a:gd name="T13" fmla="*/ 29 h 57"/>
                <a:gd name="T14" fmla="*/ 29 w 57"/>
                <a:gd name="T15" fmla="*/ 46 h 57"/>
                <a:gd name="T16" fmla="*/ 46 w 57"/>
                <a:gd name="T17" fmla="*/ 29 h 57"/>
                <a:gd name="T18" fmla="*/ 29 w 57"/>
                <a:gd name="T19" fmla="*/ 1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7" h="57">
                  <a:moveTo>
                    <a:pt x="29" y="57"/>
                  </a:moveTo>
                  <a:cubicBezTo>
                    <a:pt x="13" y="57"/>
                    <a:pt x="0" y="44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4" y="0"/>
                    <a:pt x="57" y="13"/>
                    <a:pt x="57" y="29"/>
                  </a:cubicBezTo>
                  <a:cubicBezTo>
                    <a:pt x="57" y="44"/>
                    <a:pt x="44" y="57"/>
                    <a:pt x="29" y="57"/>
                  </a:cubicBezTo>
                  <a:close/>
                  <a:moveTo>
                    <a:pt x="29" y="12"/>
                  </a:moveTo>
                  <a:cubicBezTo>
                    <a:pt x="19" y="12"/>
                    <a:pt x="12" y="19"/>
                    <a:pt x="12" y="29"/>
                  </a:cubicBezTo>
                  <a:cubicBezTo>
                    <a:pt x="12" y="38"/>
                    <a:pt x="19" y="46"/>
                    <a:pt x="29" y="46"/>
                  </a:cubicBezTo>
                  <a:cubicBezTo>
                    <a:pt x="38" y="46"/>
                    <a:pt x="46" y="38"/>
                    <a:pt x="46" y="29"/>
                  </a:cubicBezTo>
                  <a:cubicBezTo>
                    <a:pt x="46" y="19"/>
                    <a:pt x="38" y="12"/>
                    <a:pt x="29" y="12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2" name="Oval 146"/>
            <p:cNvSpPr>
              <a:spLocks noChangeArrowheads="1"/>
            </p:cNvSpPr>
            <p:nvPr/>
          </p:nvSpPr>
          <p:spPr bwMode="auto">
            <a:xfrm>
              <a:off x="10725124" y="2967878"/>
              <a:ext cx="69922" cy="6799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3" name="Freeform 147"/>
            <p:cNvSpPr>
              <a:spLocks noEditPoints="1"/>
            </p:cNvSpPr>
            <p:nvPr/>
          </p:nvSpPr>
          <p:spPr bwMode="auto">
            <a:xfrm>
              <a:off x="10716144" y="2958897"/>
              <a:ext cx="87884" cy="86601"/>
            </a:xfrm>
            <a:custGeom>
              <a:avLst/>
              <a:gdLst>
                <a:gd name="T0" fmla="*/ 29 w 58"/>
                <a:gd name="T1" fmla="*/ 57 h 57"/>
                <a:gd name="T2" fmla="*/ 0 w 58"/>
                <a:gd name="T3" fmla="*/ 29 h 57"/>
                <a:gd name="T4" fmla="*/ 29 w 58"/>
                <a:gd name="T5" fmla="*/ 0 h 57"/>
                <a:gd name="T6" fmla="*/ 58 w 58"/>
                <a:gd name="T7" fmla="*/ 29 h 57"/>
                <a:gd name="T8" fmla="*/ 29 w 58"/>
                <a:gd name="T9" fmla="*/ 57 h 57"/>
                <a:gd name="T10" fmla="*/ 29 w 58"/>
                <a:gd name="T11" fmla="*/ 12 h 57"/>
                <a:gd name="T12" fmla="*/ 12 w 58"/>
                <a:gd name="T13" fmla="*/ 29 h 57"/>
                <a:gd name="T14" fmla="*/ 29 w 58"/>
                <a:gd name="T15" fmla="*/ 46 h 57"/>
                <a:gd name="T16" fmla="*/ 46 w 58"/>
                <a:gd name="T17" fmla="*/ 29 h 57"/>
                <a:gd name="T18" fmla="*/ 29 w 58"/>
                <a:gd name="T19" fmla="*/ 1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57">
                  <a:moveTo>
                    <a:pt x="29" y="57"/>
                  </a:moveTo>
                  <a:cubicBezTo>
                    <a:pt x="13" y="57"/>
                    <a:pt x="0" y="44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8" y="13"/>
                    <a:pt x="58" y="29"/>
                  </a:cubicBezTo>
                  <a:cubicBezTo>
                    <a:pt x="58" y="44"/>
                    <a:pt x="45" y="57"/>
                    <a:pt x="29" y="57"/>
                  </a:cubicBezTo>
                  <a:close/>
                  <a:moveTo>
                    <a:pt x="29" y="12"/>
                  </a:moveTo>
                  <a:cubicBezTo>
                    <a:pt x="19" y="12"/>
                    <a:pt x="12" y="19"/>
                    <a:pt x="12" y="29"/>
                  </a:cubicBezTo>
                  <a:cubicBezTo>
                    <a:pt x="12" y="38"/>
                    <a:pt x="19" y="46"/>
                    <a:pt x="29" y="46"/>
                  </a:cubicBezTo>
                  <a:cubicBezTo>
                    <a:pt x="38" y="46"/>
                    <a:pt x="46" y="38"/>
                    <a:pt x="46" y="29"/>
                  </a:cubicBezTo>
                  <a:cubicBezTo>
                    <a:pt x="46" y="19"/>
                    <a:pt x="38" y="12"/>
                    <a:pt x="29" y="12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4" name="Oval 148"/>
            <p:cNvSpPr>
              <a:spLocks noChangeArrowheads="1"/>
            </p:cNvSpPr>
            <p:nvPr/>
          </p:nvSpPr>
          <p:spPr bwMode="auto">
            <a:xfrm>
              <a:off x="10227329" y="3146853"/>
              <a:ext cx="69922" cy="67998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5" name="Freeform 149"/>
            <p:cNvSpPr>
              <a:spLocks noEditPoints="1"/>
            </p:cNvSpPr>
            <p:nvPr/>
          </p:nvSpPr>
          <p:spPr bwMode="auto">
            <a:xfrm>
              <a:off x="10218348" y="3137873"/>
              <a:ext cx="86601" cy="86601"/>
            </a:xfrm>
            <a:custGeom>
              <a:avLst/>
              <a:gdLst>
                <a:gd name="T0" fmla="*/ 29 w 57"/>
                <a:gd name="T1" fmla="*/ 57 h 57"/>
                <a:gd name="T2" fmla="*/ 0 w 57"/>
                <a:gd name="T3" fmla="*/ 29 h 57"/>
                <a:gd name="T4" fmla="*/ 29 w 57"/>
                <a:gd name="T5" fmla="*/ 0 h 57"/>
                <a:gd name="T6" fmla="*/ 57 w 57"/>
                <a:gd name="T7" fmla="*/ 29 h 57"/>
                <a:gd name="T8" fmla="*/ 29 w 57"/>
                <a:gd name="T9" fmla="*/ 57 h 57"/>
                <a:gd name="T10" fmla="*/ 29 w 57"/>
                <a:gd name="T11" fmla="*/ 12 h 57"/>
                <a:gd name="T12" fmla="*/ 12 w 57"/>
                <a:gd name="T13" fmla="*/ 29 h 57"/>
                <a:gd name="T14" fmla="*/ 29 w 57"/>
                <a:gd name="T15" fmla="*/ 46 h 57"/>
                <a:gd name="T16" fmla="*/ 46 w 57"/>
                <a:gd name="T17" fmla="*/ 29 h 57"/>
                <a:gd name="T18" fmla="*/ 29 w 57"/>
                <a:gd name="T19" fmla="*/ 1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7" h="57">
                  <a:moveTo>
                    <a:pt x="29" y="57"/>
                  </a:moveTo>
                  <a:cubicBezTo>
                    <a:pt x="13" y="57"/>
                    <a:pt x="0" y="44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7" y="13"/>
                    <a:pt x="57" y="29"/>
                  </a:cubicBezTo>
                  <a:cubicBezTo>
                    <a:pt x="57" y="44"/>
                    <a:pt x="45" y="57"/>
                    <a:pt x="29" y="57"/>
                  </a:cubicBezTo>
                  <a:close/>
                  <a:moveTo>
                    <a:pt x="29" y="12"/>
                  </a:moveTo>
                  <a:cubicBezTo>
                    <a:pt x="19" y="12"/>
                    <a:pt x="12" y="19"/>
                    <a:pt x="12" y="29"/>
                  </a:cubicBezTo>
                  <a:cubicBezTo>
                    <a:pt x="12" y="38"/>
                    <a:pt x="19" y="46"/>
                    <a:pt x="29" y="46"/>
                  </a:cubicBezTo>
                  <a:cubicBezTo>
                    <a:pt x="38" y="46"/>
                    <a:pt x="46" y="38"/>
                    <a:pt x="46" y="29"/>
                  </a:cubicBezTo>
                  <a:cubicBezTo>
                    <a:pt x="46" y="19"/>
                    <a:pt x="38" y="12"/>
                    <a:pt x="29" y="12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6" name="Oval 150"/>
            <p:cNvSpPr>
              <a:spLocks noChangeArrowheads="1"/>
            </p:cNvSpPr>
            <p:nvPr/>
          </p:nvSpPr>
          <p:spPr bwMode="auto">
            <a:xfrm>
              <a:off x="8168149" y="3484918"/>
              <a:ext cx="69922" cy="68639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7" name="Freeform 151"/>
            <p:cNvSpPr>
              <a:spLocks noEditPoints="1"/>
            </p:cNvSpPr>
            <p:nvPr/>
          </p:nvSpPr>
          <p:spPr bwMode="auto">
            <a:xfrm>
              <a:off x="8159169" y="3475937"/>
              <a:ext cx="87884" cy="86601"/>
            </a:xfrm>
            <a:custGeom>
              <a:avLst/>
              <a:gdLst>
                <a:gd name="T0" fmla="*/ 29 w 58"/>
                <a:gd name="T1" fmla="*/ 57 h 57"/>
                <a:gd name="T2" fmla="*/ 0 w 58"/>
                <a:gd name="T3" fmla="*/ 29 h 57"/>
                <a:gd name="T4" fmla="*/ 29 w 58"/>
                <a:gd name="T5" fmla="*/ 0 h 57"/>
                <a:gd name="T6" fmla="*/ 58 w 58"/>
                <a:gd name="T7" fmla="*/ 29 h 57"/>
                <a:gd name="T8" fmla="*/ 29 w 58"/>
                <a:gd name="T9" fmla="*/ 57 h 57"/>
                <a:gd name="T10" fmla="*/ 29 w 58"/>
                <a:gd name="T11" fmla="*/ 12 h 57"/>
                <a:gd name="T12" fmla="*/ 12 w 58"/>
                <a:gd name="T13" fmla="*/ 29 h 57"/>
                <a:gd name="T14" fmla="*/ 29 w 58"/>
                <a:gd name="T15" fmla="*/ 46 h 57"/>
                <a:gd name="T16" fmla="*/ 46 w 58"/>
                <a:gd name="T17" fmla="*/ 29 h 57"/>
                <a:gd name="T18" fmla="*/ 29 w 58"/>
                <a:gd name="T19" fmla="*/ 1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57">
                  <a:moveTo>
                    <a:pt x="29" y="57"/>
                  </a:moveTo>
                  <a:cubicBezTo>
                    <a:pt x="13" y="57"/>
                    <a:pt x="0" y="44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8" y="13"/>
                    <a:pt x="58" y="29"/>
                  </a:cubicBezTo>
                  <a:cubicBezTo>
                    <a:pt x="58" y="44"/>
                    <a:pt x="45" y="57"/>
                    <a:pt x="29" y="57"/>
                  </a:cubicBezTo>
                  <a:close/>
                  <a:moveTo>
                    <a:pt x="29" y="12"/>
                  </a:moveTo>
                  <a:cubicBezTo>
                    <a:pt x="20" y="12"/>
                    <a:pt x="12" y="19"/>
                    <a:pt x="12" y="29"/>
                  </a:cubicBezTo>
                  <a:cubicBezTo>
                    <a:pt x="12" y="38"/>
                    <a:pt x="20" y="46"/>
                    <a:pt x="29" y="46"/>
                  </a:cubicBezTo>
                  <a:cubicBezTo>
                    <a:pt x="39" y="46"/>
                    <a:pt x="46" y="38"/>
                    <a:pt x="46" y="29"/>
                  </a:cubicBezTo>
                  <a:cubicBezTo>
                    <a:pt x="46" y="19"/>
                    <a:pt x="39" y="12"/>
                    <a:pt x="29" y="12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8" name="Oval 152"/>
            <p:cNvSpPr>
              <a:spLocks noChangeArrowheads="1"/>
            </p:cNvSpPr>
            <p:nvPr/>
          </p:nvSpPr>
          <p:spPr bwMode="auto">
            <a:xfrm>
              <a:off x="10045146" y="3354696"/>
              <a:ext cx="68639" cy="67998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9" name="Freeform 153"/>
            <p:cNvSpPr>
              <a:spLocks noEditPoints="1"/>
            </p:cNvSpPr>
            <p:nvPr/>
          </p:nvSpPr>
          <p:spPr bwMode="auto">
            <a:xfrm>
              <a:off x="10036165" y="3345715"/>
              <a:ext cx="86601" cy="85960"/>
            </a:xfrm>
            <a:custGeom>
              <a:avLst/>
              <a:gdLst>
                <a:gd name="T0" fmla="*/ 29 w 57"/>
                <a:gd name="T1" fmla="*/ 57 h 57"/>
                <a:gd name="T2" fmla="*/ 0 w 57"/>
                <a:gd name="T3" fmla="*/ 28 h 57"/>
                <a:gd name="T4" fmla="*/ 29 w 57"/>
                <a:gd name="T5" fmla="*/ 0 h 57"/>
                <a:gd name="T6" fmla="*/ 57 w 57"/>
                <a:gd name="T7" fmla="*/ 28 h 57"/>
                <a:gd name="T8" fmla="*/ 29 w 57"/>
                <a:gd name="T9" fmla="*/ 57 h 57"/>
                <a:gd name="T10" fmla="*/ 29 w 57"/>
                <a:gd name="T11" fmla="*/ 11 h 57"/>
                <a:gd name="T12" fmla="*/ 12 w 57"/>
                <a:gd name="T13" fmla="*/ 28 h 57"/>
                <a:gd name="T14" fmla="*/ 29 w 57"/>
                <a:gd name="T15" fmla="*/ 45 h 57"/>
                <a:gd name="T16" fmla="*/ 46 w 57"/>
                <a:gd name="T17" fmla="*/ 28 h 57"/>
                <a:gd name="T18" fmla="*/ 29 w 57"/>
                <a:gd name="T19" fmla="*/ 1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7" h="57">
                  <a:moveTo>
                    <a:pt x="29" y="57"/>
                  </a:moveTo>
                  <a:cubicBezTo>
                    <a:pt x="13" y="57"/>
                    <a:pt x="0" y="44"/>
                    <a:pt x="0" y="28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4" y="0"/>
                    <a:pt x="57" y="13"/>
                    <a:pt x="57" y="28"/>
                  </a:cubicBezTo>
                  <a:cubicBezTo>
                    <a:pt x="57" y="44"/>
                    <a:pt x="44" y="57"/>
                    <a:pt x="29" y="57"/>
                  </a:cubicBezTo>
                  <a:close/>
                  <a:moveTo>
                    <a:pt x="29" y="11"/>
                  </a:moveTo>
                  <a:cubicBezTo>
                    <a:pt x="19" y="11"/>
                    <a:pt x="12" y="19"/>
                    <a:pt x="12" y="28"/>
                  </a:cubicBezTo>
                  <a:cubicBezTo>
                    <a:pt x="12" y="38"/>
                    <a:pt x="19" y="45"/>
                    <a:pt x="29" y="45"/>
                  </a:cubicBezTo>
                  <a:cubicBezTo>
                    <a:pt x="38" y="45"/>
                    <a:pt x="46" y="38"/>
                    <a:pt x="46" y="28"/>
                  </a:cubicBezTo>
                  <a:cubicBezTo>
                    <a:pt x="46" y="19"/>
                    <a:pt x="38" y="11"/>
                    <a:pt x="29" y="11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0" name="Oval 154"/>
            <p:cNvSpPr>
              <a:spLocks noChangeArrowheads="1"/>
            </p:cNvSpPr>
            <p:nvPr/>
          </p:nvSpPr>
          <p:spPr bwMode="auto">
            <a:xfrm>
              <a:off x="9450486" y="3883924"/>
              <a:ext cx="69922" cy="69922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1" name="Freeform 155"/>
            <p:cNvSpPr>
              <a:spLocks noEditPoints="1"/>
            </p:cNvSpPr>
            <p:nvPr/>
          </p:nvSpPr>
          <p:spPr bwMode="auto">
            <a:xfrm>
              <a:off x="9441505" y="3874943"/>
              <a:ext cx="87884" cy="87884"/>
            </a:xfrm>
            <a:custGeom>
              <a:avLst/>
              <a:gdLst>
                <a:gd name="T0" fmla="*/ 29 w 58"/>
                <a:gd name="T1" fmla="*/ 58 h 58"/>
                <a:gd name="T2" fmla="*/ 0 w 58"/>
                <a:gd name="T3" fmla="*/ 29 h 58"/>
                <a:gd name="T4" fmla="*/ 29 w 58"/>
                <a:gd name="T5" fmla="*/ 0 h 58"/>
                <a:gd name="T6" fmla="*/ 58 w 58"/>
                <a:gd name="T7" fmla="*/ 29 h 58"/>
                <a:gd name="T8" fmla="*/ 29 w 58"/>
                <a:gd name="T9" fmla="*/ 58 h 58"/>
                <a:gd name="T10" fmla="*/ 29 w 58"/>
                <a:gd name="T11" fmla="*/ 12 h 58"/>
                <a:gd name="T12" fmla="*/ 12 w 58"/>
                <a:gd name="T13" fmla="*/ 29 h 58"/>
                <a:gd name="T14" fmla="*/ 29 w 58"/>
                <a:gd name="T15" fmla="*/ 46 h 58"/>
                <a:gd name="T16" fmla="*/ 46 w 58"/>
                <a:gd name="T17" fmla="*/ 29 h 58"/>
                <a:gd name="T18" fmla="*/ 29 w 58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58">
                  <a:moveTo>
                    <a:pt x="29" y="58"/>
                  </a:moveTo>
                  <a:cubicBezTo>
                    <a:pt x="13" y="58"/>
                    <a:pt x="0" y="45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8" y="13"/>
                    <a:pt x="58" y="29"/>
                  </a:cubicBezTo>
                  <a:cubicBezTo>
                    <a:pt x="58" y="45"/>
                    <a:pt x="45" y="58"/>
                    <a:pt x="29" y="58"/>
                  </a:cubicBezTo>
                  <a:close/>
                  <a:moveTo>
                    <a:pt x="29" y="12"/>
                  </a:moveTo>
                  <a:cubicBezTo>
                    <a:pt x="19" y="12"/>
                    <a:pt x="12" y="20"/>
                    <a:pt x="12" y="29"/>
                  </a:cubicBezTo>
                  <a:cubicBezTo>
                    <a:pt x="12" y="38"/>
                    <a:pt x="19" y="46"/>
                    <a:pt x="29" y="46"/>
                  </a:cubicBezTo>
                  <a:cubicBezTo>
                    <a:pt x="38" y="46"/>
                    <a:pt x="46" y="38"/>
                    <a:pt x="46" y="29"/>
                  </a:cubicBezTo>
                  <a:cubicBezTo>
                    <a:pt x="46" y="20"/>
                    <a:pt x="38" y="12"/>
                    <a:pt x="29" y="12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2" name="Oval 156"/>
            <p:cNvSpPr>
              <a:spLocks noChangeArrowheads="1"/>
            </p:cNvSpPr>
            <p:nvPr/>
          </p:nvSpPr>
          <p:spPr bwMode="auto">
            <a:xfrm>
              <a:off x="8825034" y="4812158"/>
              <a:ext cx="69922" cy="69922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3" name="Freeform 157"/>
            <p:cNvSpPr>
              <a:spLocks noEditPoints="1"/>
            </p:cNvSpPr>
            <p:nvPr/>
          </p:nvSpPr>
          <p:spPr bwMode="auto">
            <a:xfrm>
              <a:off x="8816053" y="4803177"/>
              <a:ext cx="87884" cy="87884"/>
            </a:xfrm>
            <a:custGeom>
              <a:avLst/>
              <a:gdLst>
                <a:gd name="T0" fmla="*/ 29 w 58"/>
                <a:gd name="T1" fmla="*/ 58 h 58"/>
                <a:gd name="T2" fmla="*/ 0 w 58"/>
                <a:gd name="T3" fmla="*/ 29 h 58"/>
                <a:gd name="T4" fmla="*/ 29 w 58"/>
                <a:gd name="T5" fmla="*/ 0 h 58"/>
                <a:gd name="T6" fmla="*/ 58 w 58"/>
                <a:gd name="T7" fmla="*/ 29 h 58"/>
                <a:gd name="T8" fmla="*/ 29 w 58"/>
                <a:gd name="T9" fmla="*/ 58 h 58"/>
                <a:gd name="T10" fmla="*/ 29 w 58"/>
                <a:gd name="T11" fmla="*/ 12 h 58"/>
                <a:gd name="T12" fmla="*/ 12 w 58"/>
                <a:gd name="T13" fmla="*/ 29 h 58"/>
                <a:gd name="T14" fmla="*/ 29 w 58"/>
                <a:gd name="T15" fmla="*/ 46 h 58"/>
                <a:gd name="T16" fmla="*/ 46 w 58"/>
                <a:gd name="T17" fmla="*/ 29 h 58"/>
                <a:gd name="T18" fmla="*/ 29 w 58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58">
                  <a:moveTo>
                    <a:pt x="29" y="58"/>
                  </a:moveTo>
                  <a:cubicBezTo>
                    <a:pt x="13" y="58"/>
                    <a:pt x="0" y="45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8" y="13"/>
                    <a:pt x="58" y="29"/>
                  </a:cubicBezTo>
                  <a:cubicBezTo>
                    <a:pt x="58" y="45"/>
                    <a:pt x="45" y="58"/>
                    <a:pt x="29" y="58"/>
                  </a:cubicBezTo>
                  <a:close/>
                  <a:moveTo>
                    <a:pt x="29" y="12"/>
                  </a:moveTo>
                  <a:cubicBezTo>
                    <a:pt x="20" y="12"/>
                    <a:pt x="12" y="19"/>
                    <a:pt x="12" y="29"/>
                  </a:cubicBezTo>
                  <a:cubicBezTo>
                    <a:pt x="12" y="38"/>
                    <a:pt x="20" y="46"/>
                    <a:pt x="29" y="46"/>
                  </a:cubicBezTo>
                  <a:cubicBezTo>
                    <a:pt x="38" y="46"/>
                    <a:pt x="46" y="38"/>
                    <a:pt x="46" y="29"/>
                  </a:cubicBezTo>
                  <a:cubicBezTo>
                    <a:pt x="46" y="19"/>
                    <a:pt x="38" y="12"/>
                    <a:pt x="29" y="12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4" name="Oval 158"/>
            <p:cNvSpPr>
              <a:spLocks noChangeArrowheads="1"/>
            </p:cNvSpPr>
            <p:nvPr/>
          </p:nvSpPr>
          <p:spPr bwMode="auto">
            <a:xfrm>
              <a:off x="8632587" y="5424780"/>
              <a:ext cx="69922" cy="69922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5" name="Freeform 159"/>
            <p:cNvSpPr>
              <a:spLocks noEditPoints="1"/>
            </p:cNvSpPr>
            <p:nvPr/>
          </p:nvSpPr>
          <p:spPr bwMode="auto">
            <a:xfrm>
              <a:off x="8622965" y="5415799"/>
              <a:ext cx="88525" cy="87884"/>
            </a:xfrm>
            <a:custGeom>
              <a:avLst/>
              <a:gdLst>
                <a:gd name="T0" fmla="*/ 29 w 58"/>
                <a:gd name="T1" fmla="*/ 58 h 58"/>
                <a:gd name="T2" fmla="*/ 0 w 58"/>
                <a:gd name="T3" fmla="*/ 29 h 58"/>
                <a:gd name="T4" fmla="*/ 29 w 58"/>
                <a:gd name="T5" fmla="*/ 0 h 58"/>
                <a:gd name="T6" fmla="*/ 58 w 58"/>
                <a:gd name="T7" fmla="*/ 29 h 58"/>
                <a:gd name="T8" fmla="*/ 29 w 58"/>
                <a:gd name="T9" fmla="*/ 58 h 58"/>
                <a:gd name="T10" fmla="*/ 29 w 58"/>
                <a:gd name="T11" fmla="*/ 12 h 58"/>
                <a:gd name="T12" fmla="*/ 12 w 58"/>
                <a:gd name="T13" fmla="*/ 29 h 58"/>
                <a:gd name="T14" fmla="*/ 29 w 58"/>
                <a:gd name="T15" fmla="*/ 46 h 58"/>
                <a:gd name="T16" fmla="*/ 46 w 58"/>
                <a:gd name="T17" fmla="*/ 29 h 58"/>
                <a:gd name="T18" fmla="*/ 29 w 58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58">
                  <a:moveTo>
                    <a:pt x="29" y="58"/>
                  </a:moveTo>
                  <a:cubicBezTo>
                    <a:pt x="13" y="58"/>
                    <a:pt x="0" y="45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8" y="13"/>
                    <a:pt x="58" y="29"/>
                  </a:cubicBezTo>
                  <a:cubicBezTo>
                    <a:pt x="58" y="45"/>
                    <a:pt x="45" y="58"/>
                    <a:pt x="29" y="58"/>
                  </a:cubicBezTo>
                  <a:close/>
                  <a:moveTo>
                    <a:pt x="29" y="12"/>
                  </a:moveTo>
                  <a:cubicBezTo>
                    <a:pt x="20" y="12"/>
                    <a:pt x="12" y="19"/>
                    <a:pt x="12" y="29"/>
                  </a:cubicBezTo>
                  <a:cubicBezTo>
                    <a:pt x="12" y="38"/>
                    <a:pt x="20" y="46"/>
                    <a:pt x="29" y="46"/>
                  </a:cubicBezTo>
                  <a:cubicBezTo>
                    <a:pt x="38" y="46"/>
                    <a:pt x="46" y="38"/>
                    <a:pt x="46" y="29"/>
                  </a:cubicBezTo>
                  <a:cubicBezTo>
                    <a:pt x="46" y="19"/>
                    <a:pt x="38" y="12"/>
                    <a:pt x="29" y="12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6" name="Oval 160"/>
            <p:cNvSpPr>
              <a:spLocks noChangeArrowheads="1"/>
            </p:cNvSpPr>
            <p:nvPr/>
          </p:nvSpPr>
          <p:spPr bwMode="auto">
            <a:xfrm>
              <a:off x="8720471" y="5862917"/>
              <a:ext cx="69922" cy="69922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7" name="Freeform 161"/>
            <p:cNvSpPr>
              <a:spLocks noEditPoints="1"/>
            </p:cNvSpPr>
            <p:nvPr/>
          </p:nvSpPr>
          <p:spPr bwMode="auto">
            <a:xfrm>
              <a:off x="8712774" y="5853936"/>
              <a:ext cx="86601" cy="87884"/>
            </a:xfrm>
            <a:custGeom>
              <a:avLst/>
              <a:gdLst>
                <a:gd name="T0" fmla="*/ 28 w 57"/>
                <a:gd name="T1" fmla="*/ 58 h 58"/>
                <a:gd name="T2" fmla="*/ 0 w 57"/>
                <a:gd name="T3" fmla="*/ 29 h 58"/>
                <a:gd name="T4" fmla="*/ 28 w 57"/>
                <a:gd name="T5" fmla="*/ 0 h 58"/>
                <a:gd name="T6" fmla="*/ 57 w 57"/>
                <a:gd name="T7" fmla="*/ 29 h 58"/>
                <a:gd name="T8" fmla="*/ 28 w 57"/>
                <a:gd name="T9" fmla="*/ 58 h 58"/>
                <a:gd name="T10" fmla="*/ 28 w 57"/>
                <a:gd name="T11" fmla="*/ 12 h 58"/>
                <a:gd name="T12" fmla="*/ 11 w 57"/>
                <a:gd name="T13" fmla="*/ 29 h 58"/>
                <a:gd name="T14" fmla="*/ 28 w 57"/>
                <a:gd name="T15" fmla="*/ 46 h 58"/>
                <a:gd name="T16" fmla="*/ 45 w 57"/>
                <a:gd name="T17" fmla="*/ 29 h 58"/>
                <a:gd name="T18" fmla="*/ 28 w 57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7" h="58">
                  <a:moveTo>
                    <a:pt x="28" y="58"/>
                  </a:moveTo>
                  <a:cubicBezTo>
                    <a:pt x="12" y="58"/>
                    <a:pt x="0" y="45"/>
                    <a:pt x="0" y="29"/>
                  </a:cubicBezTo>
                  <a:cubicBezTo>
                    <a:pt x="0" y="13"/>
                    <a:pt x="12" y="0"/>
                    <a:pt x="28" y="0"/>
                  </a:cubicBezTo>
                  <a:cubicBezTo>
                    <a:pt x="44" y="0"/>
                    <a:pt x="57" y="13"/>
                    <a:pt x="57" y="29"/>
                  </a:cubicBezTo>
                  <a:cubicBezTo>
                    <a:pt x="57" y="45"/>
                    <a:pt x="44" y="58"/>
                    <a:pt x="28" y="58"/>
                  </a:cubicBezTo>
                  <a:close/>
                  <a:moveTo>
                    <a:pt x="28" y="12"/>
                  </a:moveTo>
                  <a:cubicBezTo>
                    <a:pt x="19" y="12"/>
                    <a:pt x="11" y="20"/>
                    <a:pt x="11" y="29"/>
                  </a:cubicBezTo>
                  <a:cubicBezTo>
                    <a:pt x="11" y="39"/>
                    <a:pt x="19" y="46"/>
                    <a:pt x="28" y="46"/>
                  </a:cubicBezTo>
                  <a:cubicBezTo>
                    <a:pt x="38" y="46"/>
                    <a:pt x="45" y="39"/>
                    <a:pt x="45" y="29"/>
                  </a:cubicBezTo>
                  <a:cubicBezTo>
                    <a:pt x="45" y="20"/>
                    <a:pt x="38" y="12"/>
                    <a:pt x="28" y="12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8" name="Oval 162"/>
            <p:cNvSpPr>
              <a:spLocks noChangeArrowheads="1"/>
            </p:cNvSpPr>
            <p:nvPr/>
          </p:nvSpPr>
          <p:spPr bwMode="auto">
            <a:xfrm>
              <a:off x="8369577" y="4716576"/>
              <a:ext cx="69922" cy="69922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9" name="Freeform 163"/>
            <p:cNvSpPr>
              <a:spLocks noEditPoints="1"/>
            </p:cNvSpPr>
            <p:nvPr/>
          </p:nvSpPr>
          <p:spPr bwMode="auto">
            <a:xfrm>
              <a:off x="8360596" y="4707596"/>
              <a:ext cx="87884" cy="87884"/>
            </a:xfrm>
            <a:custGeom>
              <a:avLst/>
              <a:gdLst>
                <a:gd name="T0" fmla="*/ 29 w 58"/>
                <a:gd name="T1" fmla="*/ 58 h 58"/>
                <a:gd name="T2" fmla="*/ 0 w 58"/>
                <a:gd name="T3" fmla="*/ 29 h 58"/>
                <a:gd name="T4" fmla="*/ 29 w 58"/>
                <a:gd name="T5" fmla="*/ 0 h 58"/>
                <a:gd name="T6" fmla="*/ 58 w 58"/>
                <a:gd name="T7" fmla="*/ 29 h 58"/>
                <a:gd name="T8" fmla="*/ 29 w 58"/>
                <a:gd name="T9" fmla="*/ 58 h 58"/>
                <a:gd name="T10" fmla="*/ 29 w 58"/>
                <a:gd name="T11" fmla="*/ 12 h 58"/>
                <a:gd name="T12" fmla="*/ 12 w 58"/>
                <a:gd name="T13" fmla="*/ 29 h 58"/>
                <a:gd name="T14" fmla="*/ 29 w 58"/>
                <a:gd name="T15" fmla="*/ 46 h 58"/>
                <a:gd name="T16" fmla="*/ 46 w 58"/>
                <a:gd name="T17" fmla="*/ 29 h 58"/>
                <a:gd name="T18" fmla="*/ 29 w 58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58">
                  <a:moveTo>
                    <a:pt x="29" y="58"/>
                  </a:moveTo>
                  <a:cubicBezTo>
                    <a:pt x="13" y="58"/>
                    <a:pt x="0" y="45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8" y="13"/>
                    <a:pt x="58" y="29"/>
                  </a:cubicBezTo>
                  <a:cubicBezTo>
                    <a:pt x="58" y="45"/>
                    <a:pt x="45" y="58"/>
                    <a:pt x="29" y="58"/>
                  </a:cubicBezTo>
                  <a:close/>
                  <a:moveTo>
                    <a:pt x="29" y="12"/>
                  </a:moveTo>
                  <a:cubicBezTo>
                    <a:pt x="20" y="12"/>
                    <a:pt x="12" y="20"/>
                    <a:pt x="12" y="29"/>
                  </a:cubicBezTo>
                  <a:cubicBezTo>
                    <a:pt x="12" y="39"/>
                    <a:pt x="20" y="46"/>
                    <a:pt x="29" y="46"/>
                  </a:cubicBezTo>
                  <a:cubicBezTo>
                    <a:pt x="39" y="46"/>
                    <a:pt x="46" y="39"/>
                    <a:pt x="46" y="29"/>
                  </a:cubicBezTo>
                  <a:cubicBezTo>
                    <a:pt x="46" y="20"/>
                    <a:pt x="39" y="12"/>
                    <a:pt x="29" y="12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0" name="Oval 164"/>
            <p:cNvSpPr>
              <a:spLocks noChangeArrowheads="1"/>
            </p:cNvSpPr>
            <p:nvPr/>
          </p:nvSpPr>
          <p:spPr bwMode="auto">
            <a:xfrm>
              <a:off x="10582714" y="4666540"/>
              <a:ext cx="69922" cy="69922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1" name="Freeform 165"/>
            <p:cNvSpPr>
              <a:spLocks noEditPoints="1"/>
            </p:cNvSpPr>
            <p:nvPr/>
          </p:nvSpPr>
          <p:spPr bwMode="auto">
            <a:xfrm>
              <a:off x="10573733" y="4657560"/>
              <a:ext cx="87884" cy="87884"/>
            </a:xfrm>
            <a:custGeom>
              <a:avLst/>
              <a:gdLst>
                <a:gd name="T0" fmla="*/ 29 w 58"/>
                <a:gd name="T1" fmla="*/ 58 h 58"/>
                <a:gd name="T2" fmla="*/ 0 w 58"/>
                <a:gd name="T3" fmla="*/ 29 h 58"/>
                <a:gd name="T4" fmla="*/ 29 w 58"/>
                <a:gd name="T5" fmla="*/ 0 h 58"/>
                <a:gd name="T6" fmla="*/ 58 w 58"/>
                <a:gd name="T7" fmla="*/ 29 h 58"/>
                <a:gd name="T8" fmla="*/ 29 w 58"/>
                <a:gd name="T9" fmla="*/ 58 h 58"/>
                <a:gd name="T10" fmla="*/ 29 w 58"/>
                <a:gd name="T11" fmla="*/ 12 h 58"/>
                <a:gd name="T12" fmla="*/ 12 w 58"/>
                <a:gd name="T13" fmla="*/ 29 h 58"/>
                <a:gd name="T14" fmla="*/ 29 w 58"/>
                <a:gd name="T15" fmla="*/ 46 h 58"/>
                <a:gd name="T16" fmla="*/ 46 w 58"/>
                <a:gd name="T17" fmla="*/ 29 h 58"/>
                <a:gd name="T18" fmla="*/ 29 w 58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58">
                  <a:moveTo>
                    <a:pt x="29" y="58"/>
                  </a:moveTo>
                  <a:cubicBezTo>
                    <a:pt x="13" y="58"/>
                    <a:pt x="0" y="45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8" y="13"/>
                    <a:pt x="58" y="29"/>
                  </a:cubicBezTo>
                  <a:cubicBezTo>
                    <a:pt x="58" y="45"/>
                    <a:pt x="45" y="58"/>
                    <a:pt x="29" y="58"/>
                  </a:cubicBezTo>
                  <a:close/>
                  <a:moveTo>
                    <a:pt x="29" y="12"/>
                  </a:moveTo>
                  <a:cubicBezTo>
                    <a:pt x="20" y="12"/>
                    <a:pt x="12" y="20"/>
                    <a:pt x="12" y="29"/>
                  </a:cubicBezTo>
                  <a:cubicBezTo>
                    <a:pt x="12" y="38"/>
                    <a:pt x="20" y="46"/>
                    <a:pt x="29" y="46"/>
                  </a:cubicBezTo>
                  <a:cubicBezTo>
                    <a:pt x="38" y="46"/>
                    <a:pt x="46" y="38"/>
                    <a:pt x="46" y="29"/>
                  </a:cubicBezTo>
                  <a:cubicBezTo>
                    <a:pt x="46" y="20"/>
                    <a:pt x="38" y="12"/>
                    <a:pt x="29" y="12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2" name="Oval 166"/>
            <p:cNvSpPr>
              <a:spLocks noChangeArrowheads="1"/>
            </p:cNvSpPr>
            <p:nvPr/>
          </p:nvSpPr>
          <p:spPr bwMode="auto">
            <a:xfrm>
              <a:off x="10295968" y="5311237"/>
              <a:ext cx="67998" cy="69281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3" name="Freeform 167"/>
            <p:cNvSpPr>
              <a:spLocks noEditPoints="1"/>
            </p:cNvSpPr>
            <p:nvPr/>
          </p:nvSpPr>
          <p:spPr bwMode="auto">
            <a:xfrm>
              <a:off x="10286346" y="5303539"/>
              <a:ext cx="86601" cy="86601"/>
            </a:xfrm>
            <a:custGeom>
              <a:avLst/>
              <a:gdLst>
                <a:gd name="T0" fmla="*/ 28 w 57"/>
                <a:gd name="T1" fmla="*/ 57 h 57"/>
                <a:gd name="T2" fmla="*/ 0 w 57"/>
                <a:gd name="T3" fmla="*/ 28 h 57"/>
                <a:gd name="T4" fmla="*/ 28 w 57"/>
                <a:gd name="T5" fmla="*/ 0 h 57"/>
                <a:gd name="T6" fmla="*/ 57 w 57"/>
                <a:gd name="T7" fmla="*/ 28 h 57"/>
                <a:gd name="T8" fmla="*/ 28 w 57"/>
                <a:gd name="T9" fmla="*/ 57 h 57"/>
                <a:gd name="T10" fmla="*/ 28 w 57"/>
                <a:gd name="T11" fmla="*/ 11 h 57"/>
                <a:gd name="T12" fmla="*/ 11 w 57"/>
                <a:gd name="T13" fmla="*/ 28 h 57"/>
                <a:gd name="T14" fmla="*/ 28 w 57"/>
                <a:gd name="T15" fmla="*/ 45 h 57"/>
                <a:gd name="T16" fmla="*/ 45 w 57"/>
                <a:gd name="T17" fmla="*/ 28 h 57"/>
                <a:gd name="T18" fmla="*/ 28 w 57"/>
                <a:gd name="T19" fmla="*/ 1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7" h="57">
                  <a:moveTo>
                    <a:pt x="28" y="57"/>
                  </a:moveTo>
                  <a:cubicBezTo>
                    <a:pt x="13" y="57"/>
                    <a:pt x="0" y="44"/>
                    <a:pt x="0" y="28"/>
                  </a:cubicBezTo>
                  <a:cubicBezTo>
                    <a:pt x="0" y="12"/>
                    <a:pt x="13" y="0"/>
                    <a:pt x="28" y="0"/>
                  </a:cubicBezTo>
                  <a:cubicBezTo>
                    <a:pt x="44" y="0"/>
                    <a:pt x="57" y="12"/>
                    <a:pt x="57" y="28"/>
                  </a:cubicBezTo>
                  <a:cubicBezTo>
                    <a:pt x="57" y="44"/>
                    <a:pt x="44" y="57"/>
                    <a:pt x="28" y="57"/>
                  </a:cubicBezTo>
                  <a:close/>
                  <a:moveTo>
                    <a:pt x="28" y="11"/>
                  </a:moveTo>
                  <a:cubicBezTo>
                    <a:pt x="19" y="11"/>
                    <a:pt x="11" y="19"/>
                    <a:pt x="11" y="28"/>
                  </a:cubicBezTo>
                  <a:cubicBezTo>
                    <a:pt x="11" y="38"/>
                    <a:pt x="19" y="45"/>
                    <a:pt x="28" y="45"/>
                  </a:cubicBezTo>
                  <a:cubicBezTo>
                    <a:pt x="38" y="45"/>
                    <a:pt x="45" y="38"/>
                    <a:pt x="45" y="28"/>
                  </a:cubicBezTo>
                  <a:cubicBezTo>
                    <a:pt x="45" y="19"/>
                    <a:pt x="38" y="11"/>
                    <a:pt x="28" y="11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4" name="Oval 168"/>
            <p:cNvSpPr>
              <a:spLocks noChangeArrowheads="1"/>
            </p:cNvSpPr>
            <p:nvPr/>
          </p:nvSpPr>
          <p:spPr bwMode="auto">
            <a:xfrm>
              <a:off x="9233663" y="5123280"/>
              <a:ext cx="69281" cy="69281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5" name="Freeform 169"/>
            <p:cNvSpPr>
              <a:spLocks noEditPoints="1"/>
            </p:cNvSpPr>
            <p:nvPr/>
          </p:nvSpPr>
          <p:spPr bwMode="auto">
            <a:xfrm>
              <a:off x="9224040" y="5113658"/>
              <a:ext cx="86601" cy="87884"/>
            </a:xfrm>
            <a:custGeom>
              <a:avLst/>
              <a:gdLst>
                <a:gd name="T0" fmla="*/ 29 w 57"/>
                <a:gd name="T1" fmla="*/ 58 h 58"/>
                <a:gd name="T2" fmla="*/ 0 w 57"/>
                <a:gd name="T3" fmla="*/ 29 h 58"/>
                <a:gd name="T4" fmla="*/ 29 w 57"/>
                <a:gd name="T5" fmla="*/ 0 h 58"/>
                <a:gd name="T6" fmla="*/ 57 w 57"/>
                <a:gd name="T7" fmla="*/ 29 h 58"/>
                <a:gd name="T8" fmla="*/ 29 w 57"/>
                <a:gd name="T9" fmla="*/ 58 h 58"/>
                <a:gd name="T10" fmla="*/ 29 w 57"/>
                <a:gd name="T11" fmla="*/ 12 h 58"/>
                <a:gd name="T12" fmla="*/ 12 w 57"/>
                <a:gd name="T13" fmla="*/ 29 h 58"/>
                <a:gd name="T14" fmla="*/ 29 w 57"/>
                <a:gd name="T15" fmla="*/ 46 h 58"/>
                <a:gd name="T16" fmla="*/ 46 w 57"/>
                <a:gd name="T17" fmla="*/ 29 h 58"/>
                <a:gd name="T18" fmla="*/ 29 w 57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7" h="58">
                  <a:moveTo>
                    <a:pt x="29" y="58"/>
                  </a:moveTo>
                  <a:cubicBezTo>
                    <a:pt x="13" y="58"/>
                    <a:pt x="0" y="45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7" y="13"/>
                    <a:pt x="57" y="29"/>
                  </a:cubicBezTo>
                  <a:cubicBezTo>
                    <a:pt x="57" y="45"/>
                    <a:pt x="45" y="58"/>
                    <a:pt x="29" y="58"/>
                  </a:cubicBezTo>
                  <a:close/>
                  <a:moveTo>
                    <a:pt x="29" y="12"/>
                  </a:moveTo>
                  <a:cubicBezTo>
                    <a:pt x="19" y="12"/>
                    <a:pt x="12" y="20"/>
                    <a:pt x="12" y="29"/>
                  </a:cubicBezTo>
                  <a:cubicBezTo>
                    <a:pt x="12" y="39"/>
                    <a:pt x="19" y="46"/>
                    <a:pt x="29" y="46"/>
                  </a:cubicBezTo>
                  <a:cubicBezTo>
                    <a:pt x="38" y="46"/>
                    <a:pt x="46" y="39"/>
                    <a:pt x="46" y="29"/>
                  </a:cubicBezTo>
                  <a:cubicBezTo>
                    <a:pt x="46" y="20"/>
                    <a:pt x="38" y="12"/>
                    <a:pt x="29" y="12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6" name="Oval 170"/>
            <p:cNvSpPr>
              <a:spLocks noChangeArrowheads="1"/>
            </p:cNvSpPr>
            <p:nvPr/>
          </p:nvSpPr>
          <p:spPr bwMode="auto">
            <a:xfrm>
              <a:off x="9288189" y="5914878"/>
              <a:ext cx="69922" cy="69281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7" name="Freeform 171"/>
            <p:cNvSpPr>
              <a:spLocks noEditPoints="1"/>
            </p:cNvSpPr>
            <p:nvPr/>
          </p:nvSpPr>
          <p:spPr bwMode="auto">
            <a:xfrm>
              <a:off x="9279208" y="5905255"/>
              <a:ext cx="87884" cy="88525"/>
            </a:xfrm>
            <a:custGeom>
              <a:avLst/>
              <a:gdLst>
                <a:gd name="T0" fmla="*/ 29 w 58"/>
                <a:gd name="T1" fmla="*/ 58 h 58"/>
                <a:gd name="T2" fmla="*/ 0 w 58"/>
                <a:gd name="T3" fmla="*/ 29 h 58"/>
                <a:gd name="T4" fmla="*/ 29 w 58"/>
                <a:gd name="T5" fmla="*/ 0 h 58"/>
                <a:gd name="T6" fmla="*/ 58 w 58"/>
                <a:gd name="T7" fmla="*/ 29 h 58"/>
                <a:gd name="T8" fmla="*/ 29 w 58"/>
                <a:gd name="T9" fmla="*/ 58 h 58"/>
                <a:gd name="T10" fmla="*/ 29 w 58"/>
                <a:gd name="T11" fmla="*/ 12 h 58"/>
                <a:gd name="T12" fmla="*/ 12 w 58"/>
                <a:gd name="T13" fmla="*/ 29 h 58"/>
                <a:gd name="T14" fmla="*/ 29 w 58"/>
                <a:gd name="T15" fmla="*/ 46 h 58"/>
                <a:gd name="T16" fmla="*/ 46 w 58"/>
                <a:gd name="T17" fmla="*/ 29 h 58"/>
                <a:gd name="T18" fmla="*/ 29 w 58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58">
                  <a:moveTo>
                    <a:pt x="29" y="58"/>
                  </a:moveTo>
                  <a:cubicBezTo>
                    <a:pt x="13" y="58"/>
                    <a:pt x="0" y="45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8" y="13"/>
                    <a:pt x="58" y="29"/>
                  </a:cubicBezTo>
                  <a:cubicBezTo>
                    <a:pt x="58" y="45"/>
                    <a:pt x="45" y="58"/>
                    <a:pt x="29" y="58"/>
                  </a:cubicBezTo>
                  <a:close/>
                  <a:moveTo>
                    <a:pt x="29" y="12"/>
                  </a:moveTo>
                  <a:cubicBezTo>
                    <a:pt x="19" y="12"/>
                    <a:pt x="12" y="20"/>
                    <a:pt x="12" y="29"/>
                  </a:cubicBezTo>
                  <a:cubicBezTo>
                    <a:pt x="12" y="39"/>
                    <a:pt x="19" y="46"/>
                    <a:pt x="29" y="46"/>
                  </a:cubicBezTo>
                  <a:cubicBezTo>
                    <a:pt x="38" y="46"/>
                    <a:pt x="46" y="39"/>
                    <a:pt x="46" y="29"/>
                  </a:cubicBezTo>
                  <a:cubicBezTo>
                    <a:pt x="46" y="20"/>
                    <a:pt x="38" y="12"/>
                    <a:pt x="29" y="12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8" name="Oval 172"/>
            <p:cNvSpPr>
              <a:spLocks noChangeArrowheads="1"/>
            </p:cNvSpPr>
            <p:nvPr/>
          </p:nvSpPr>
          <p:spPr bwMode="auto">
            <a:xfrm>
              <a:off x="10300459" y="5602473"/>
              <a:ext cx="69281" cy="69281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9" name="Freeform 173"/>
            <p:cNvSpPr>
              <a:spLocks noEditPoints="1"/>
            </p:cNvSpPr>
            <p:nvPr/>
          </p:nvSpPr>
          <p:spPr bwMode="auto">
            <a:xfrm>
              <a:off x="10290836" y="5592850"/>
              <a:ext cx="88525" cy="88525"/>
            </a:xfrm>
            <a:custGeom>
              <a:avLst/>
              <a:gdLst>
                <a:gd name="T0" fmla="*/ 29 w 58"/>
                <a:gd name="T1" fmla="*/ 58 h 58"/>
                <a:gd name="T2" fmla="*/ 0 w 58"/>
                <a:gd name="T3" fmla="*/ 29 h 58"/>
                <a:gd name="T4" fmla="*/ 29 w 58"/>
                <a:gd name="T5" fmla="*/ 0 h 58"/>
                <a:gd name="T6" fmla="*/ 58 w 58"/>
                <a:gd name="T7" fmla="*/ 29 h 58"/>
                <a:gd name="T8" fmla="*/ 29 w 58"/>
                <a:gd name="T9" fmla="*/ 58 h 58"/>
                <a:gd name="T10" fmla="*/ 29 w 58"/>
                <a:gd name="T11" fmla="*/ 12 h 58"/>
                <a:gd name="T12" fmla="*/ 12 w 58"/>
                <a:gd name="T13" fmla="*/ 29 h 58"/>
                <a:gd name="T14" fmla="*/ 29 w 58"/>
                <a:gd name="T15" fmla="*/ 46 h 58"/>
                <a:gd name="T16" fmla="*/ 46 w 58"/>
                <a:gd name="T17" fmla="*/ 29 h 58"/>
                <a:gd name="T18" fmla="*/ 29 w 58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58">
                  <a:moveTo>
                    <a:pt x="29" y="58"/>
                  </a:moveTo>
                  <a:cubicBezTo>
                    <a:pt x="13" y="58"/>
                    <a:pt x="0" y="45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8" y="13"/>
                    <a:pt x="58" y="29"/>
                  </a:cubicBezTo>
                  <a:cubicBezTo>
                    <a:pt x="58" y="45"/>
                    <a:pt x="45" y="58"/>
                    <a:pt x="29" y="58"/>
                  </a:cubicBezTo>
                  <a:close/>
                  <a:moveTo>
                    <a:pt x="29" y="12"/>
                  </a:moveTo>
                  <a:cubicBezTo>
                    <a:pt x="20" y="12"/>
                    <a:pt x="12" y="20"/>
                    <a:pt x="12" y="29"/>
                  </a:cubicBezTo>
                  <a:cubicBezTo>
                    <a:pt x="12" y="38"/>
                    <a:pt x="20" y="46"/>
                    <a:pt x="29" y="46"/>
                  </a:cubicBezTo>
                  <a:cubicBezTo>
                    <a:pt x="39" y="46"/>
                    <a:pt x="46" y="38"/>
                    <a:pt x="46" y="29"/>
                  </a:cubicBezTo>
                  <a:cubicBezTo>
                    <a:pt x="46" y="20"/>
                    <a:pt x="39" y="12"/>
                    <a:pt x="29" y="12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0" name="Oval 174"/>
            <p:cNvSpPr>
              <a:spLocks noChangeArrowheads="1"/>
            </p:cNvSpPr>
            <p:nvPr/>
          </p:nvSpPr>
          <p:spPr bwMode="auto">
            <a:xfrm>
              <a:off x="9773796" y="4232894"/>
              <a:ext cx="69922" cy="67998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1" name="Freeform 175"/>
            <p:cNvSpPr>
              <a:spLocks noEditPoints="1"/>
            </p:cNvSpPr>
            <p:nvPr/>
          </p:nvSpPr>
          <p:spPr bwMode="auto">
            <a:xfrm>
              <a:off x="9764815" y="4223913"/>
              <a:ext cx="87884" cy="85960"/>
            </a:xfrm>
            <a:custGeom>
              <a:avLst/>
              <a:gdLst>
                <a:gd name="T0" fmla="*/ 29 w 58"/>
                <a:gd name="T1" fmla="*/ 57 h 57"/>
                <a:gd name="T2" fmla="*/ 0 w 58"/>
                <a:gd name="T3" fmla="*/ 28 h 57"/>
                <a:gd name="T4" fmla="*/ 29 w 58"/>
                <a:gd name="T5" fmla="*/ 0 h 57"/>
                <a:gd name="T6" fmla="*/ 58 w 58"/>
                <a:gd name="T7" fmla="*/ 28 h 57"/>
                <a:gd name="T8" fmla="*/ 29 w 58"/>
                <a:gd name="T9" fmla="*/ 57 h 57"/>
                <a:gd name="T10" fmla="*/ 29 w 58"/>
                <a:gd name="T11" fmla="*/ 11 h 57"/>
                <a:gd name="T12" fmla="*/ 12 w 58"/>
                <a:gd name="T13" fmla="*/ 28 h 57"/>
                <a:gd name="T14" fmla="*/ 29 w 58"/>
                <a:gd name="T15" fmla="*/ 45 h 57"/>
                <a:gd name="T16" fmla="*/ 46 w 58"/>
                <a:gd name="T17" fmla="*/ 28 h 57"/>
                <a:gd name="T18" fmla="*/ 29 w 58"/>
                <a:gd name="T19" fmla="*/ 1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57">
                  <a:moveTo>
                    <a:pt x="29" y="57"/>
                  </a:moveTo>
                  <a:cubicBezTo>
                    <a:pt x="13" y="57"/>
                    <a:pt x="0" y="44"/>
                    <a:pt x="0" y="28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8" y="13"/>
                    <a:pt x="58" y="28"/>
                  </a:cubicBezTo>
                  <a:cubicBezTo>
                    <a:pt x="58" y="44"/>
                    <a:pt x="45" y="57"/>
                    <a:pt x="29" y="57"/>
                  </a:cubicBezTo>
                  <a:close/>
                  <a:moveTo>
                    <a:pt x="29" y="11"/>
                  </a:moveTo>
                  <a:cubicBezTo>
                    <a:pt x="20" y="11"/>
                    <a:pt x="12" y="19"/>
                    <a:pt x="12" y="28"/>
                  </a:cubicBezTo>
                  <a:cubicBezTo>
                    <a:pt x="12" y="38"/>
                    <a:pt x="20" y="45"/>
                    <a:pt x="29" y="45"/>
                  </a:cubicBezTo>
                  <a:cubicBezTo>
                    <a:pt x="39" y="45"/>
                    <a:pt x="46" y="38"/>
                    <a:pt x="46" y="28"/>
                  </a:cubicBezTo>
                  <a:cubicBezTo>
                    <a:pt x="46" y="19"/>
                    <a:pt x="39" y="11"/>
                    <a:pt x="29" y="11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2" name="Oval 176"/>
            <p:cNvSpPr>
              <a:spLocks noChangeArrowheads="1"/>
            </p:cNvSpPr>
            <p:nvPr/>
          </p:nvSpPr>
          <p:spPr bwMode="auto">
            <a:xfrm>
              <a:off x="10239517" y="4588920"/>
              <a:ext cx="69922" cy="69922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3" name="Freeform 177"/>
            <p:cNvSpPr>
              <a:spLocks noEditPoints="1"/>
            </p:cNvSpPr>
            <p:nvPr/>
          </p:nvSpPr>
          <p:spPr bwMode="auto">
            <a:xfrm>
              <a:off x="10230536" y="4579939"/>
              <a:ext cx="87884" cy="87884"/>
            </a:xfrm>
            <a:custGeom>
              <a:avLst/>
              <a:gdLst>
                <a:gd name="T0" fmla="*/ 29 w 58"/>
                <a:gd name="T1" fmla="*/ 58 h 58"/>
                <a:gd name="T2" fmla="*/ 0 w 58"/>
                <a:gd name="T3" fmla="*/ 29 h 58"/>
                <a:gd name="T4" fmla="*/ 29 w 58"/>
                <a:gd name="T5" fmla="*/ 0 h 58"/>
                <a:gd name="T6" fmla="*/ 58 w 58"/>
                <a:gd name="T7" fmla="*/ 29 h 58"/>
                <a:gd name="T8" fmla="*/ 29 w 58"/>
                <a:gd name="T9" fmla="*/ 58 h 58"/>
                <a:gd name="T10" fmla="*/ 29 w 58"/>
                <a:gd name="T11" fmla="*/ 12 h 58"/>
                <a:gd name="T12" fmla="*/ 12 w 58"/>
                <a:gd name="T13" fmla="*/ 29 h 58"/>
                <a:gd name="T14" fmla="*/ 29 w 58"/>
                <a:gd name="T15" fmla="*/ 46 h 58"/>
                <a:gd name="T16" fmla="*/ 46 w 58"/>
                <a:gd name="T17" fmla="*/ 29 h 58"/>
                <a:gd name="T18" fmla="*/ 29 w 58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58">
                  <a:moveTo>
                    <a:pt x="29" y="58"/>
                  </a:moveTo>
                  <a:cubicBezTo>
                    <a:pt x="13" y="58"/>
                    <a:pt x="0" y="45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8" y="13"/>
                    <a:pt x="58" y="29"/>
                  </a:cubicBezTo>
                  <a:cubicBezTo>
                    <a:pt x="58" y="45"/>
                    <a:pt x="45" y="58"/>
                    <a:pt x="29" y="58"/>
                  </a:cubicBezTo>
                  <a:close/>
                  <a:moveTo>
                    <a:pt x="29" y="12"/>
                  </a:moveTo>
                  <a:cubicBezTo>
                    <a:pt x="20" y="12"/>
                    <a:pt x="12" y="20"/>
                    <a:pt x="12" y="29"/>
                  </a:cubicBezTo>
                  <a:cubicBezTo>
                    <a:pt x="12" y="39"/>
                    <a:pt x="20" y="46"/>
                    <a:pt x="29" y="46"/>
                  </a:cubicBezTo>
                  <a:cubicBezTo>
                    <a:pt x="39" y="46"/>
                    <a:pt x="46" y="39"/>
                    <a:pt x="46" y="29"/>
                  </a:cubicBezTo>
                  <a:cubicBezTo>
                    <a:pt x="46" y="20"/>
                    <a:pt x="39" y="12"/>
                    <a:pt x="29" y="12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4" name="Oval 178"/>
            <p:cNvSpPr>
              <a:spLocks noChangeArrowheads="1"/>
            </p:cNvSpPr>
            <p:nvPr/>
          </p:nvSpPr>
          <p:spPr bwMode="auto">
            <a:xfrm>
              <a:off x="10759765" y="4429831"/>
              <a:ext cx="69922" cy="69922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5" name="Freeform 179"/>
            <p:cNvSpPr>
              <a:spLocks noEditPoints="1"/>
            </p:cNvSpPr>
            <p:nvPr/>
          </p:nvSpPr>
          <p:spPr bwMode="auto">
            <a:xfrm>
              <a:off x="10752708" y="4420850"/>
              <a:ext cx="86601" cy="87884"/>
            </a:xfrm>
            <a:custGeom>
              <a:avLst/>
              <a:gdLst>
                <a:gd name="T0" fmla="*/ 28 w 57"/>
                <a:gd name="T1" fmla="*/ 58 h 58"/>
                <a:gd name="T2" fmla="*/ 0 w 57"/>
                <a:gd name="T3" fmla="*/ 29 h 58"/>
                <a:gd name="T4" fmla="*/ 28 w 57"/>
                <a:gd name="T5" fmla="*/ 0 h 58"/>
                <a:gd name="T6" fmla="*/ 57 w 57"/>
                <a:gd name="T7" fmla="*/ 29 h 58"/>
                <a:gd name="T8" fmla="*/ 28 w 57"/>
                <a:gd name="T9" fmla="*/ 58 h 58"/>
                <a:gd name="T10" fmla="*/ 28 w 57"/>
                <a:gd name="T11" fmla="*/ 12 h 58"/>
                <a:gd name="T12" fmla="*/ 11 w 57"/>
                <a:gd name="T13" fmla="*/ 29 h 58"/>
                <a:gd name="T14" fmla="*/ 28 w 57"/>
                <a:gd name="T15" fmla="*/ 46 h 58"/>
                <a:gd name="T16" fmla="*/ 45 w 57"/>
                <a:gd name="T17" fmla="*/ 29 h 58"/>
                <a:gd name="T18" fmla="*/ 28 w 57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7" h="58">
                  <a:moveTo>
                    <a:pt x="28" y="58"/>
                  </a:moveTo>
                  <a:cubicBezTo>
                    <a:pt x="12" y="58"/>
                    <a:pt x="0" y="45"/>
                    <a:pt x="0" y="29"/>
                  </a:cubicBezTo>
                  <a:cubicBezTo>
                    <a:pt x="0" y="13"/>
                    <a:pt x="12" y="0"/>
                    <a:pt x="28" y="0"/>
                  </a:cubicBezTo>
                  <a:cubicBezTo>
                    <a:pt x="44" y="0"/>
                    <a:pt x="57" y="13"/>
                    <a:pt x="57" y="29"/>
                  </a:cubicBezTo>
                  <a:cubicBezTo>
                    <a:pt x="57" y="45"/>
                    <a:pt x="44" y="58"/>
                    <a:pt x="28" y="58"/>
                  </a:cubicBezTo>
                  <a:close/>
                  <a:moveTo>
                    <a:pt x="28" y="12"/>
                  </a:moveTo>
                  <a:cubicBezTo>
                    <a:pt x="19" y="12"/>
                    <a:pt x="11" y="20"/>
                    <a:pt x="11" y="29"/>
                  </a:cubicBezTo>
                  <a:cubicBezTo>
                    <a:pt x="11" y="39"/>
                    <a:pt x="19" y="46"/>
                    <a:pt x="28" y="46"/>
                  </a:cubicBezTo>
                  <a:cubicBezTo>
                    <a:pt x="38" y="46"/>
                    <a:pt x="45" y="39"/>
                    <a:pt x="45" y="29"/>
                  </a:cubicBezTo>
                  <a:cubicBezTo>
                    <a:pt x="45" y="20"/>
                    <a:pt x="38" y="12"/>
                    <a:pt x="28" y="12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6" name="Oval 180"/>
            <p:cNvSpPr>
              <a:spLocks noChangeArrowheads="1"/>
            </p:cNvSpPr>
            <p:nvPr/>
          </p:nvSpPr>
          <p:spPr bwMode="auto">
            <a:xfrm>
              <a:off x="10984927" y="4038523"/>
              <a:ext cx="67998" cy="68639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7" name="Freeform 181"/>
            <p:cNvSpPr>
              <a:spLocks noEditPoints="1"/>
            </p:cNvSpPr>
            <p:nvPr/>
          </p:nvSpPr>
          <p:spPr bwMode="auto">
            <a:xfrm>
              <a:off x="10975305" y="4029542"/>
              <a:ext cx="86601" cy="86601"/>
            </a:xfrm>
            <a:custGeom>
              <a:avLst/>
              <a:gdLst>
                <a:gd name="T0" fmla="*/ 28 w 57"/>
                <a:gd name="T1" fmla="*/ 57 h 57"/>
                <a:gd name="T2" fmla="*/ 0 w 57"/>
                <a:gd name="T3" fmla="*/ 28 h 57"/>
                <a:gd name="T4" fmla="*/ 28 w 57"/>
                <a:gd name="T5" fmla="*/ 0 h 57"/>
                <a:gd name="T6" fmla="*/ 57 w 57"/>
                <a:gd name="T7" fmla="*/ 28 h 57"/>
                <a:gd name="T8" fmla="*/ 28 w 57"/>
                <a:gd name="T9" fmla="*/ 57 h 57"/>
                <a:gd name="T10" fmla="*/ 28 w 57"/>
                <a:gd name="T11" fmla="*/ 11 h 57"/>
                <a:gd name="T12" fmla="*/ 11 w 57"/>
                <a:gd name="T13" fmla="*/ 28 h 57"/>
                <a:gd name="T14" fmla="*/ 28 w 57"/>
                <a:gd name="T15" fmla="*/ 45 h 57"/>
                <a:gd name="T16" fmla="*/ 45 w 57"/>
                <a:gd name="T17" fmla="*/ 28 h 57"/>
                <a:gd name="T18" fmla="*/ 28 w 57"/>
                <a:gd name="T19" fmla="*/ 1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7" h="57">
                  <a:moveTo>
                    <a:pt x="28" y="57"/>
                  </a:moveTo>
                  <a:cubicBezTo>
                    <a:pt x="13" y="57"/>
                    <a:pt x="0" y="44"/>
                    <a:pt x="0" y="28"/>
                  </a:cubicBezTo>
                  <a:cubicBezTo>
                    <a:pt x="0" y="13"/>
                    <a:pt x="13" y="0"/>
                    <a:pt x="28" y="0"/>
                  </a:cubicBezTo>
                  <a:cubicBezTo>
                    <a:pt x="44" y="0"/>
                    <a:pt x="57" y="13"/>
                    <a:pt x="57" y="28"/>
                  </a:cubicBezTo>
                  <a:cubicBezTo>
                    <a:pt x="57" y="44"/>
                    <a:pt x="44" y="57"/>
                    <a:pt x="28" y="57"/>
                  </a:cubicBezTo>
                  <a:close/>
                  <a:moveTo>
                    <a:pt x="28" y="11"/>
                  </a:moveTo>
                  <a:cubicBezTo>
                    <a:pt x="19" y="11"/>
                    <a:pt x="11" y="19"/>
                    <a:pt x="11" y="28"/>
                  </a:cubicBezTo>
                  <a:cubicBezTo>
                    <a:pt x="11" y="38"/>
                    <a:pt x="19" y="45"/>
                    <a:pt x="28" y="45"/>
                  </a:cubicBezTo>
                  <a:cubicBezTo>
                    <a:pt x="38" y="45"/>
                    <a:pt x="45" y="38"/>
                    <a:pt x="45" y="28"/>
                  </a:cubicBezTo>
                  <a:cubicBezTo>
                    <a:pt x="45" y="19"/>
                    <a:pt x="38" y="11"/>
                    <a:pt x="28" y="11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8" name="Oval 182"/>
            <p:cNvSpPr>
              <a:spLocks noChangeArrowheads="1"/>
            </p:cNvSpPr>
            <p:nvPr/>
          </p:nvSpPr>
          <p:spPr bwMode="auto">
            <a:xfrm>
              <a:off x="11018285" y="2879994"/>
              <a:ext cx="69922" cy="69922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9" name="Freeform 183"/>
            <p:cNvSpPr>
              <a:spLocks noEditPoints="1"/>
            </p:cNvSpPr>
            <p:nvPr/>
          </p:nvSpPr>
          <p:spPr bwMode="auto">
            <a:xfrm>
              <a:off x="11008663" y="2871013"/>
              <a:ext cx="88525" cy="87884"/>
            </a:xfrm>
            <a:custGeom>
              <a:avLst/>
              <a:gdLst>
                <a:gd name="T0" fmla="*/ 29 w 58"/>
                <a:gd name="T1" fmla="*/ 58 h 58"/>
                <a:gd name="T2" fmla="*/ 0 w 58"/>
                <a:gd name="T3" fmla="*/ 29 h 58"/>
                <a:gd name="T4" fmla="*/ 29 w 58"/>
                <a:gd name="T5" fmla="*/ 0 h 58"/>
                <a:gd name="T6" fmla="*/ 58 w 58"/>
                <a:gd name="T7" fmla="*/ 29 h 58"/>
                <a:gd name="T8" fmla="*/ 29 w 58"/>
                <a:gd name="T9" fmla="*/ 58 h 58"/>
                <a:gd name="T10" fmla="*/ 29 w 58"/>
                <a:gd name="T11" fmla="*/ 12 h 58"/>
                <a:gd name="T12" fmla="*/ 12 w 58"/>
                <a:gd name="T13" fmla="*/ 29 h 58"/>
                <a:gd name="T14" fmla="*/ 29 w 58"/>
                <a:gd name="T15" fmla="*/ 46 h 58"/>
                <a:gd name="T16" fmla="*/ 46 w 58"/>
                <a:gd name="T17" fmla="*/ 29 h 58"/>
                <a:gd name="T18" fmla="*/ 29 w 58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58">
                  <a:moveTo>
                    <a:pt x="29" y="58"/>
                  </a:moveTo>
                  <a:cubicBezTo>
                    <a:pt x="13" y="58"/>
                    <a:pt x="0" y="45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8" y="13"/>
                    <a:pt x="58" y="29"/>
                  </a:cubicBezTo>
                  <a:cubicBezTo>
                    <a:pt x="58" y="45"/>
                    <a:pt x="45" y="58"/>
                    <a:pt x="29" y="58"/>
                  </a:cubicBezTo>
                  <a:close/>
                  <a:moveTo>
                    <a:pt x="29" y="12"/>
                  </a:moveTo>
                  <a:cubicBezTo>
                    <a:pt x="20" y="12"/>
                    <a:pt x="12" y="19"/>
                    <a:pt x="12" y="29"/>
                  </a:cubicBezTo>
                  <a:cubicBezTo>
                    <a:pt x="12" y="38"/>
                    <a:pt x="20" y="46"/>
                    <a:pt x="29" y="46"/>
                  </a:cubicBezTo>
                  <a:cubicBezTo>
                    <a:pt x="38" y="46"/>
                    <a:pt x="46" y="38"/>
                    <a:pt x="46" y="29"/>
                  </a:cubicBezTo>
                  <a:cubicBezTo>
                    <a:pt x="46" y="19"/>
                    <a:pt x="38" y="12"/>
                    <a:pt x="29" y="12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0" name="Oval 184"/>
            <p:cNvSpPr>
              <a:spLocks noChangeArrowheads="1"/>
            </p:cNvSpPr>
            <p:nvPr/>
          </p:nvSpPr>
          <p:spPr bwMode="auto">
            <a:xfrm>
              <a:off x="10453775" y="2214129"/>
              <a:ext cx="69281" cy="69922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1" name="Freeform 185"/>
            <p:cNvSpPr>
              <a:spLocks noEditPoints="1"/>
            </p:cNvSpPr>
            <p:nvPr/>
          </p:nvSpPr>
          <p:spPr bwMode="auto">
            <a:xfrm>
              <a:off x="10446077" y="2205148"/>
              <a:ext cx="86601" cy="87884"/>
            </a:xfrm>
            <a:custGeom>
              <a:avLst/>
              <a:gdLst>
                <a:gd name="T0" fmla="*/ 28 w 57"/>
                <a:gd name="T1" fmla="*/ 58 h 58"/>
                <a:gd name="T2" fmla="*/ 0 w 57"/>
                <a:gd name="T3" fmla="*/ 29 h 58"/>
                <a:gd name="T4" fmla="*/ 28 w 57"/>
                <a:gd name="T5" fmla="*/ 0 h 58"/>
                <a:gd name="T6" fmla="*/ 57 w 57"/>
                <a:gd name="T7" fmla="*/ 29 h 58"/>
                <a:gd name="T8" fmla="*/ 28 w 57"/>
                <a:gd name="T9" fmla="*/ 58 h 58"/>
                <a:gd name="T10" fmla="*/ 28 w 57"/>
                <a:gd name="T11" fmla="*/ 12 h 58"/>
                <a:gd name="T12" fmla="*/ 11 w 57"/>
                <a:gd name="T13" fmla="*/ 29 h 58"/>
                <a:gd name="T14" fmla="*/ 28 w 57"/>
                <a:gd name="T15" fmla="*/ 46 h 58"/>
                <a:gd name="T16" fmla="*/ 45 w 57"/>
                <a:gd name="T17" fmla="*/ 29 h 58"/>
                <a:gd name="T18" fmla="*/ 28 w 57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7" h="58">
                  <a:moveTo>
                    <a:pt x="28" y="58"/>
                  </a:moveTo>
                  <a:cubicBezTo>
                    <a:pt x="12" y="58"/>
                    <a:pt x="0" y="45"/>
                    <a:pt x="0" y="29"/>
                  </a:cubicBezTo>
                  <a:cubicBezTo>
                    <a:pt x="0" y="13"/>
                    <a:pt x="12" y="0"/>
                    <a:pt x="28" y="0"/>
                  </a:cubicBezTo>
                  <a:cubicBezTo>
                    <a:pt x="44" y="0"/>
                    <a:pt x="57" y="13"/>
                    <a:pt x="57" y="29"/>
                  </a:cubicBezTo>
                  <a:cubicBezTo>
                    <a:pt x="57" y="45"/>
                    <a:pt x="44" y="58"/>
                    <a:pt x="28" y="58"/>
                  </a:cubicBezTo>
                  <a:close/>
                  <a:moveTo>
                    <a:pt x="28" y="12"/>
                  </a:moveTo>
                  <a:cubicBezTo>
                    <a:pt x="19" y="12"/>
                    <a:pt x="11" y="19"/>
                    <a:pt x="11" y="29"/>
                  </a:cubicBezTo>
                  <a:cubicBezTo>
                    <a:pt x="11" y="38"/>
                    <a:pt x="19" y="46"/>
                    <a:pt x="28" y="46"/>
                  </a:cubicBezTo>
                  <a:cubicBezTo>
                    <a:pt x="38" y="46"/>
                    <a:pt x="45" y="38"/>
                    <a:pt x="45" y="29"/>
                  </a:cubicBezTo>
                  <a:cubicBezTo>
                    <a:pt x="45" y="19"/>
                    <a:pt x="38" y="12"/>
                    <a:pt x="28" y="12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2" name="Oval 186"/>
            <p:cNvSpPr>
              <a:spLocks noChangeArrowheads="1"/>
            </p:cNvSpPr>
            <p:nvPr/>
          </p:nvSpPr>
          <p:spPr bwMode="auto">
            <a:xfrm>
              <a:off x="10297251" y="2242996"/>
              <a:ext cx="69922" cy="69922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3" name="Freeform 187"/>
            <p:cNvSpPr>
              <a:spLocks noEditPoints="1"/>
            </p:cNvSpPr>
            <p:nvPr/>
          </p:nvSpPr>
          <p:spPr bwMode="auto">
            <a:xfrm>
              <a:off x="10288270" y="2234015"/>
              <a:ext cx="87884" cy="87884"/>
            </a:xfrm>
            <a:custGeom>
              <a:avLst/>
              <a:gdLst>
                <a:gd name="T0" fmla="*/ 29 w 58"/>
                <a:gd name="T1" fmla="*/ 58 h 58"/>
                <a:gd name="T2" fmla="*/ 0 w 58"/>
                <a:gd name="T3" fmla="*/ 29 h 58"/>
                <a:gd name="T4" fmla="*/ 29 w 58"/>
                <a:gd name="T5" fmla="*/ 0 h 58"/>
                <a:gd name="T6" fmla="*/ 58 w 58"/>
                <a:gd name="T7" fmla="*/ 29 h 58"/>
                <a:gd name="T8" fmla="*/ 29 w 58"/>
                <a:gd name="T9" fmla="*/ 58 h 58"/>
                <a:gd name="T10" fmla="*/ 29 w 58"/>
                <a:gd name="T11" fmla="*/ 12 h 58"/>
                <a:gd name="T12" fmla="*/ 12 w 58"/>
                <a:gd name="T13" fmla="*/ 29 h 58"/>
                <a:gd name="T14" fmla="*/ 29 w 58"/>
                <a:gd name="T15" fmla="*/ 46 h 58"/>
                <a:gd name="T16" fmla="*/ 46 w 58"/>
                <a:gd name="T17" fmla="*/ 29 h 58"/>
                <a:gd name="T18" fmla="*/ 29 w 58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58">
                  <a:moveTo>
                    <a:pt x="29" y="58"/>
                  </a:moveTo>
                  <a:cubicBezTo>
                    <a:pt x="13" y="58"/>
                    <a:pt x="0" y="45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8" y="13"/>
                    <a:pt x="58" y="29"/>
                  </a:cubicBezTo>
                  <a:cubicBezTo>
                    <a:pt x="58" y="45"/>
                    <a:pt x="45" y="58"/>
                    <a:pt x="29" y="58"/>
                  </a:cubicBezTo>
                  <a:close/>
                  <a:moveTo>
                    <a:pt x="29" y="12"/>
                  </a:moveTo>
                  <a:cubicBezTo>
                    <a:pt x="20" y="12"/>
                    <a:pt x="12" y="19"/>
                    <a:pt x="12" y="29"/>
                  </a:cubicBezTo>
                  <a:cubicBezTo>
                    <a:pt x="12" y="38"/>
                    <a:pt x="20" y="46"/>
                    <a:pt x="29" y="46"/>
                  </a:cubicBezTo>
                  <a:cubicBezTo>
                    <a:pt x="38" y="46"/>
                    <a:pt x="46" y="38"/>
                    <a:pt x="46" y="29"/>
                  </a:cubicBezTo>
                  <a:cubicBezTo>
                    <a:pt x="46" y="19"/>
                    <a:pt x="38" y="12"/>
                    <a:pt x="29" y="12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4" name="Oval 188"/>
            <p:cNvSpPr>
              <a:spLocks noChangeArrowheads="1"/>
            </p:cNvSpPr>
            <p:nvPr/>
          </p:nvSpPr>
          <p:spPr bwMode="auto">
            <a:xfrm>
              <a:off x="9054046" y="2402085"/>
              <a:ext cx="69922" cy="69922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5" name="Freeform 189"/>
            <p:cNvSpPr>
              <a:spLocks noEditPoints="1"/>
            </p:cNvSpPr>
            <p:nvPr/>
          </p:nvSpPr>
          <p:spPr bwMode="auto">
            <a:xfrm>
              <a:off x="9045065" y="2393104"/>
              <a:ext cx="87884" cy="86601"/>
            </a:xfrm>
            <a:custGeom>
              <a:avLst/>
              <a:gdLst>
                <a:gd name="T0" fmla="*/ 29 w 58"/>
                <a:gd name="T1" fmla="*/ 57 h 57"/>
                <a:gd name="T2" fmla="*/ 0 w 58"/>
                <a:gd name="T3" fmla="*/ 29 h 57"/>
                <a:gd name="T4" fmla="*/ 29 w 58"/>
                <a:gd name="T5" fmla="*/ 0 h 57"/>
                <a:gd name="T6" fmla="*/ 58 w 58"/>
                <a:gd name="T7" fmla="*/ 29 h 57"/>
                <a:gd name="T8" fmla="*/ 29 w 58"/>
                <a:gd name="T9" fmla="*/ 57 h 57"/>
                <a:gd name="T10" fmla="*/ 29 w 58"/>
                <a:gd name="T11" fmla="*/ 12 h 57"/>
                <a:gd name="T12" fmla="*/ 12 w 58"/>
                <a:gd name="T13" fmla="*/ 29 h 57"/>
                <a:gd name="T14" fmla="*/ 29 w 58"/>
                <a:gd name="T15" fmla="*/ 46 h 57"/>
                <a:gd name="T16" fmla="*/ 46 w 58"/>
                <a:gd name="T17" fmla="*/ 29 h 57"/>
                <a:gd name="T18" fmla="*/ 29 w 58"/>
                <a:gd name="T19" fmla="*/ 1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57">
                  <a:moveTo>
                    <a:pt x="29" y="57"/>
                  </a:moveTo>
                  <a:cubicBezTo>
                    <a:pt x="13" y="57"/>
                    <a:pt x="0" y="44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8" y="13"/>
                    <a:pt x="58" y="29"/>
                  </a:cubicBezTo>
                  <a:cubicBezTo>
                    <a:pt x="58" y="44"/>
                    <a:pt x="45" y="57"/>
                    <a:pt x="29" y="57"/>
                  </a:cubicBezTo>
                  <a:close/>
                  <a:moveTo>
                    <a:pt x="29" y="12"/>
                  </a:moveTo>
                  <a:cubicBezTo>
                    <a:pt x="20" y="12"/>
                    <a:pt x="12" y="19"/>
                    <a:pt x="12" y="29"/>
                  </a:cubicBezTo>
                  <a:cubicBezTo>
                    <a:pt x="12" y="38"/>
                    <a:pt x="20" y="46"/>
                    <a:pt x="29" y="46"/>
                  </a:cubicBezTo>
                  <a:cubicBezTo>
                    <a:pt x="38" y="46"/>
                    <a:pt x="46" y="38"/>
                    <a:pt x="46" y="29"/>
                  </a:cubicBezTo>
                  <a:cubicBezTo>
                    <a:pt x="46" y="19"/>
                    <a:pt x="38" y="12"/>
                    <a:pt x="29" y="12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6" name="Oval 190"/>
            <p:cNvSpPr>
              <a:spLocks noChangeArrowheads="1"/>
            </p:cNvSpPr>
            <p:nvPr/>
          </p:nvSpPr>
          <p:spPr bwMode="auto">
            <a:xfrm>
              <a:off x="10043863" y="1877347"/>
              <a:ext cx="69922" cy="69922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7" name="Freeform 191"/>
            <p:cNvSpPr>
              <a:spLocks noEditPoints="1"/>
            </p:cNvSpPr>
            <p:nvPr/>
          </p:nvSpPr>
          <p:spPr bwMode="auto">
            <a:xfrm>
              <a:off x="10034882" y="1868366"/>
              <a:ext cx="86601" cy="87884"/>
            </a:xfrm>
            <a:custGeom>
              <a:avLst/>
              <a:gdLst>
                <a:gd name="T0" fmla="*/ 29 w 57"/>
                <a:gd name="T1" fmla="*/ 58 h 58"/>
                <a:gd name="T2" fmla="*/ 0 w 57"/>
                <a:gd name="T3" fmla="*/ 29 h 58"/>
                <a:gd name="T4" fmla="*/ 29 w 57"/>
                <a:gd name="T5" fmla="*/ 0 h 58"/>
                <a:gd name="T6" fmla="*/ 57 w 57"/>
                <a:gd name="T7" fmla="*/ 29 h 58"/>
                <a:gd name="T8" fmla="*/ 29 w 57"/>
                <a:gd name="T9" fmla="*/ 58 h 58"/>
                <a:gd name="T10" fmla="*/ 29 w 57"/>
                <a:gd name="T11" fmla="*/ 12 h 58"/>
                <a:gd name="T12" fmla="*/ 12 w 57"/>
                <a:gd name="T13" fmla="*/ 29 h 58"/>
                <a:gd name="T14" fmla="*/ 29 w 57"/>
                <a:gd name="T15" fmla="*/ 46 h 58"/>
                <a:gd name="T16" fmla="*/ 46 w 57"/>
                <a:gd name="T17" fmla="*/ 29 h 58"/>
                <a:gd name="T18" fmla="*/ 29 w 57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7" h="58">
                  <a:moveTo>
                    <a:pt x="29" y="58"/>
                  </a:moveTo>
                  <a:cubicBezTo>
                    <a:pt x="13" y="58"/>
                    <a:pt x="0" y="45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7" y="13"/>
                    <a:pt x="57" y="29"/>
                  </a:cubicBezTo>
                  <a:cubicBezTo>
                    <a:pt x="57" y="45"/>
                    <a:pt x="45" y="58"/>
                    <a:pt x="29" y="58"/>
                  </a:cubicBezTo>
                  <a:close/>
                  <a:moveTo>
                    <a:pt x="29" y="12"/>
                  </a:moveTo>
                  <a:cubicBezTo>
                    <a:pt x="19" y="12"/>
                    <a:pt x="12" y="20"/>
                    <a:pt x="12" y="29"/>
                  </a:cubicBezTo>
                  <a:cubicBezTo>
                    <a:pt x="12" y="39"/>
                    <a:pt x="19" y="46"/>
                    <a:pt x="29" y="46"/>
                  </a:cubicBezTo>
                  <a:cubicBezTo>
                    <a:pt x="38" y="46"/>
                    <a:pt x="46" y="39"/>
                    <a:pt x="46" y="29"/>
                  </a:cubicBezTo>
                  <a:cubicBezTo>
                    <a:pt x="46" y="20"/>
                    <a:pt x="38" y="12"/>
                    <a:pt x="29" y="12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8" name="Oval 192"/>
            <p:cNvSpPr>
              <a:spLocks noChangeArrowheads="1"/>
            </p:cNvSpPr>
            <p:nvPr/>
          </p:nvSpPr>
          <p:spPr bwMode="auto">
            <a:xfrm>
              <a:off x="9866171" y="1815123"/>
              <a:ext cx="69922" cy="69922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9" name="Freeform 193"/>
            <p:cNvSpPr>
              <a:spLocks noEditPoints="1"/>
            </p:cNvSpPr>
            <p:nvPr/>
          </p:nvSpPr>
          <p:spPr bwMode="auto">
            <a:xfrm>
              <a:off x="9857190" y="1807425"/>
              <a:ext cx="87884" cy="86601"/>
            </a:xfrm>
            <a:custGeom>
              <a:avLst/>
              <a:gdLst>
                <a:gd name="T0" fmla="*/ 29 w 58"/>
                <a:gd name="T1" fmla="*/ 57 h 57"/>
                <a:gd name="T2" fmla="*/ 0 w 58"/>
                <a:gd name="T3" fmla="*/ 28 h 57"/>
                <a:gd name="T4" fmla="*/ 29 w 58"/>
                <a:gd name="T5" fmla="*/ 0 h 57"/>
                <a:gd name="T6" fmla="*/ 58 w 58"/>
                <a:gd name="T7" fmla="*/ 28 h 57"/>
                <a:gd name="T8" fmla="*/ 29 w 58"/>
                <a:gd name="T9" fmla="*/ 57 h 57"/>
                <a:gd name="T10" fmla="*/ 29 w 58"/>
                <a:gd name="T11" fmla="*/ 11 h 57"/>
                <a:gd name="T12" fmla="*/ 12 w 58"/>
                <a:gd name="T13" fmla="*/ 28 h 57"/>
                <a:gd name="T14" fmla="*/ 29 w 58"/>
                <a:gd name="T15" fmla="*/ 45 h 57"/>
                <a:gd name="T16" fmla="*/ 46 w 58"/>
                <a:gd name="T17" fmla="*/ 28 h 57"/>
                <a:gd name="T18" fmla="*/ 29 w 58"/>
                <a:gd name="T19" fmla="*/ 1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57">
                  <a:moveTo>
                    <a:pt x="29" y="57"/>
                  </a:moveTo>
                  <a:cubicBezTo>
                    <a:pt x="13" y="57"/>
                    <a:pt x="0" y="44"/>
                    <a:pt x="0" y="28"/>
                  </a:cubicBezTo>
                  <a:cubicBezTo>
                    <a:pt x="0" y="12"/>
                    <a:pt x="13" y="0"/>
                    <a:pt x="29" y="0"/>
                  </a:cubicBezTo>
                  <a:cubicBezTo>
                    <a:pt x="45" y="0"/>
                    <a:pt x="58" y="12"/>
                    <a:pt x="58" y="28"/>
                  </a:cubicBezTo>
                  <a:cubicBezTo>
                    <a:pt x="58" y="44"/>
                    <a:pt x="45" y="57"/>
                    <a:pt x="29" y="57"/>
                  </a:cubicBezTo>
                  <a:close/>
                  <a:moveTo>
                    <a:pt x="29" y="11"/>
                  </a:moveTo>
                  <a:cubicBezTo>
                    <a:pt x="19" y="11"/>
                    <a:pt x="12" y="19"/>
                    <a:pt x="12" y="28"/>
                  </a:cubicBezTo>
                  <a:cubicBezTo>
                    <a:pt x="12" y="38"/>
                    <a:pt x="19" y="45"/>
                    <a:pt x="29" y="45"/>
                  </a:cubicBezTo>
                  <a:cubicBezTo>
                    <a:pt x="38" y="45"/>
                    <a:pt x="46" y="38"/>
                    <a:pt x="46" y="28"/>
                  </a:cubicBezTo>
                  <a:cubicBezTo>
                    <a:pt x="46" y="19"/>
                    <a:pt x="38" y="11"/>
                    <a:pt x="29" y="11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0" name="Oval 194"/>
            <p:cNvSpPr>
              <a:spLocks noChangeArrowheads="1"/>
            </p:cNvSpPr>
            <p:nvPr/>
          </p:nvSpPr>
          <p:spPr bwMode="auto">
            <a:xfrm>
              <a:off x="9197098" y="1798444"/>
              <a:ext cx="69922" cy="69922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1" name="Freeform 195"/>
            <p:cNvSpPr>
              <a:spLocks noEditPoints="1"/>
            </p:cNvSpPr>
            <p:nvPr/>
          </p:nvSpPr>
          <p:spPr bwMode="auto">
            <a:xfrm>
              <a:off x="9188117" y="1789463"/>
              <a:ext cx="87884" cy="87884"/>
            </a:xfrm>
            <a:custGeom>
              <a:avLst/>
              <a:gdLst>
                <a:gd name="T0" fmla="*/ 29 w 58"/>
                <a:gd name="T1" fmla="*/ 58 h 58"/>
                <a:gd name="T2" fmla="*/ 0 w 58"/>
                <a:gd name="T3" fmla="*/ 29 h 58"/>
                <a:gd name="T4" fmla="*/ 29 w 58"/>
                <a:gd name="T5" fmla="*/ 0 h 58"/>
                <a:gd name="T6" fmla="*/ 58 w 58"/>
                <a:gd name="T7" fmla="*/ 29 h 58"/>
                <a:gd name="T8" fmla="*/ 29 w 58"/>
                <a:gd name="T9" fmla="*/ 58 h 58"/>
                <a:gd name="T10" fmla="*/ 29 w 58"/>
                <a:gd name="T11" fmla="*/ 12 h 58"/>
                <a:gd name="T12" fmla="*/ 12 w 58"/>
                <a:gd name="T13" fmla="*/ 29 h 58"/>
                <a:gd name="T14" fmla="*/ 29 w 58"/>
                <a:gd name="T15" fmla="*/ 46 h 58"/>
                <a:gd name="T16" fmla="*/ 46 w 58"/>
                <a:gd name="T17" fmla="*/ 29 h 58"/>
                <a:gd name="T18" fmla="*/ 29 w 58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58">
                  <a:moveTo>
                    <a:pt x="29" y="58"/>
                  </a:moveTo>
                  <a:cubicBezTo>
                    <a:pt x="13" y="58"/>
                    <a:pt x="0" y="45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8" y="13"/>
                    <a:pt x="58" y="29"/>
                  </a:cubicBezTo>
                  <a:cubicBezTo>
                    <a:pt x="58" y="45"/>
                    <a:pt x="45" y="58"/>
                    <a:pt x="29" y="58"/>
                  </a:cubicBezTo>
                  <a:close/>
                  <a:moveTo>
                    <a:pt x="29" y="12"/>
                  </a:moveTo>
                  <a:cubicBezTo>
                    <a:pt x="20" y="12"/>
                    <a:pt x="12" y="19"/>
                    <a:pt x="12" y="29"/>
                  </a:cubicBezTo>
                  <a:cubicBezTo>
                    <a:pt x="12" y="38"/>
                    <a:pt x="20" y="46"/>
                    <a:pt x="29" y="46"/>
                  </a:cubicBezTo>
                  <a:cubicBezTo>
                    <a:pt x="38" y="46"/>
                    <a:pt x="46" y="38"/>
                    <a:pt x="46" y="29"/>
                  </a:cubicBezTo>
                  <a:cubicBezTo>
                    <a:pt x="46" y="19"/>
                    <a:pt x="38" y="12"/>
                    <a:pt x="29" y="12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2" name="Oval 196"/>
            <p:cNvSpPr>
              <a:spLocks noChangeArrowheads="1"/>
            </p:cNvSpPr>
            <p:nvPr/>
          </p:nvSpPr>
          <p:spPr bwMode="auto">
            <a:xfrm>
              <a:off x="9356187" y="1997305"/>
              <a:ext cx="69922" cy="69922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3" name="Freeform 197"/>
            <p:cNvSpPr>
              <a:spLocks noEditPoints="1"/>
            </p:cNvSpPr>
            <p:nvPr/>
          </p:nvSpPr>
          <p:spPr bwMode="auto">
            <a:xfrm>
              <a:off x="9347206" y="1988325"/>
              <a:ext cx="87884" cy="87884"/>
            </a:xfrm>
            <a:custGeom>
              <a:avLst/>
              <a:gdLst>
                <a:gd name="T0" fmla="*/ 29 w 58"/>
                <a:gd name="T1" fmla="*/ 58 h 58"/>
                <a:gd name="T2" fmla="*/ 0 w 58"/>
                <a:gd name="T3" fmla="*/ 29 h 58"/>
                <a:gd name="T4" fmla="*/ 29 w 58"/>
                <a:gd name="T5" fmla="*/ 0 h 58"/>
                <a:gd name="T6" fmla="*/ 58 w 58"/>
                <a:gd name="T7" fmla="*/ 29 h 58"/>
                <a:gd name="T8" fmla="*/ 29 w 58"/>
                <a:gd name="T9" fmla="*/ 58 h 58"/>
                <a:gd name="T10" fmla="*/ 29 w 58"/>
                <a:gd name="T11" fmla="*/ 12 h 58"/>
                <a:gd name="T12" fmla="*/ 12 w 58"/>
                <a:gd name="T13" fmla="*/ 29 h 58"/>
                <a:gd name="T14" fmla="*/ 29 w 58"/>
                <a:gd name="T15" fmla="*/ 46 h 58"/>
                <a:gd name="T16" fmla="*/ 46 w 58"/>
                <a:gd name="T17" fmla="*/ 29 h 58"/>
                <a:gd name="T18" fmla="*/ 29 w 58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58">
                  <a:moveTo>
                    <a:pt x="29" y="58"/>
                  </a:moveTo>
                  <a:cubicBezTo>
                    <a:pt x="13" y="58"/>
                    <a:pt x="0" y="45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8" y="13"/>
                    <a:pt x="58" y="29"/>
                  </a:cubicBezTo>
                  <a:cubicBezTo>
                    <a:pt x="58" y="45"/>
                    <a:pt x="45" y="58"/>
                    <a:pt x="29" y="58"/>
                  </a:cubicBezTo>
                  <a:close/>
                  <a:moveTo>
                    <a:pt x="29" y="12"/>
                  </a:moveTo>
                  <a:cubicBezTo>
                    <a:pt x="20" y="12"/>
                    <a:pt x="12" y="20"/>
                    <a:pt x="12" y="29"/>
                  </a:cubicBezTo>
                  <a:cubicBezTo>
                    <a:pt x="12" y="38"/>
                    <a:pt x="20" y="46"/>
                    <a:pt x="29" y="46"/>
                  </a:cubicBezTo>
                  <a:cubicBezTo>
                    <a:pt x="39" y="46"/>
                    <a:pt x="46" y="38"/>
                    <a:pt x="46" y="29"/>
                  </a:cubicBezTo>
                  <a:cubicBezTo>
                    <a:pt x="46" y="20"/>
                    <a:pt x="39" y="12"/>
                    <a:pt x="29" y="12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4" name="Oval 198"/>
            <p:cNvSpPr>
              <a:spLocks noChangeArrowheads="1"/>
            </p:cNvSpPr>
            <p:nvPr/>
          </p:nvSpPr>
          <p:spPr bwMode="auto">
            <a:xfrm>
              <a:off x="8771791" y="1931874"/>
              <a:ext cx="68639" cy="69922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5" name="Freeform 199"/>
            <p:cNvSpPr>
              <a:spLocks noEditPoints="1"/>
            </p:cNvSpPr>
            <p:nvPr/>
          </p:nvSpPr>
          <p:spPr bwMode="auto">
            <a:xfrm>
              <a:off x="8762810" y="1922893"/>
              <a:ext cx="86601" cy="87884"/>
            </a:xfrm>
            <a:custGeom>
              <a:avLst/>
              <a:gdLst>
                <a:gd name="T0" fmla="*/ 28 w 57"/>
                <a:gd name="T1" fmla="*/ 58 h 58"/>
                <a:gd name="T2" fmla="*/ 0 w 57"/>
                <a:gd name="T3" fmla="*/ 29 h 58"/>
                <a:gd name="T4" fmla="*/ 28 w 57"/>
                <a:gd name="T5" fmla="*/ 0 h 58"/>
                <a:gd name="T6" fmla="*/ 57 w 57"/>
                <a:gd name="T7" fmla="*/ 29 h 58"/>
                <a:gd name="T8" fmla="*/ 28 w 57"/>
                <a:gd name="T9" fmla="*/ 58 h 58"/>
                <a:gd name="T10" fmla="*/ 28 w 57"/>
                <a:gd name="T11" fmla="*/ 12 h 58"/>
                <a:gd name="T12" fmla="*/ 11 w 57"/>
                <a:gd name="T13" fmla="*/ 29 h 58"/>
                <a:gd name="T14" fmla="*/ 28 w 57"/>
                <a:gd name="T15" fmla="*/ 46 h 58"/>
                <a:gd name="T16" fmla="*/ 45 w 57"/>
                <a:gd name="T17" fmla="*/ 29 h 58"/>
                <a:gd name="T18" fmla="*/ 28 w 57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7" h="58">
                  <a:moveTo>
                    <a:pt x="28" y="58"/>
                  </a:moveTo>
                  <a:cubicBezTo>
                    <a:pt x="13" y="58"/>
                    <a:pt x="0" y="45"/>
                    <a:pt x="0" y="29"/>
                  </a:cubicBezTo>
                  <a:cubicBezTo>
                    <a:pt x="0" y="13"/>
                    <a:pt x="13" y="0"/>
                    <a:pt x="28" y="0"/>
                  </a:cubicBezTo>
                  <a:cubicBezTo>
                    <a:pt x="44" y="0"/>
                    <a:pt x="57" y="13"/>
                    <a:pt x="57" y="29"/>
                  </a:cubicBezTo>
                  <a:cubicBezTo>
                    <a:pt x="57" y="45"/>
                    <a:pt x="44" y="58"/>
                    <a:pt x="28" y="58"/>
                  </a:cubicBezTo>
                  <a:close/>
                  <a:moveTo>
                    <a:pt x="28" y="12"/>
                  </a:moveTo>
                  <a:cubicBezTo>
                    <a:pt x="19" y="12"/>
                    <a:pt x="11" y="19"/>
                    <a:pt x="11" y="29"/>
                  </a:cubicBezTo>
                  <a:cubicBezTo>
                    <a:pt x="11" y="38"/>
                    <a:pt x="19" y="46"/>
                    <a:pt x="28" y="46"/>
                  </a:cubicBezTo>
                  <a:cubicBezTo>
                    <a:pt x="38" y="46"/>
                    <a:pt x="45" y="38"/>
                    <a:pt x="45" y="29"/>
                  </a:cubicBezTo>
                  <a:cubicBezTo>
                    <a:pt x="45" y="19"/>
                    <a:pt x="38" y="12"/>
                    <a:pt x="28" y="12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6" name="Oval 200"/>
            <p:cNvSpPr>
              <a:spLocks noChangeArrowheads="1"/>
            </p:cNvSpPr>
            <p:nvPr/>
          </p:nvSpPr>
          <p:spPr bwMode="auto">
            <a:xfrm>
              <a:off x="7970571" y="2687547"/>
              <a:ext cx="69922" cy="69281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7" name="Freeform 201"/>
            <p:cNvSpPr>
              <a:spLocks noEditPoints="1"/>
            </p:cNvSpPr>
            <p:nvPr/>
          </p:nvSpPr>
          <p:spPr bwMode="auto">
            <a:xfrm>
              <a:off x="7961590" y="2679849"/>
              <a:ext cx="86601" cy="86601"/>
            </a:xfrm>
            <a:custGeom>
              <a:avLst/>
              <a:gdLst>
                <a:gd name="T0" fmla="*/ 29 w 57"/>
                <a:gd name="T1" fmla="*/ 57 h 57"/>
                <a:gd name="T2" fmla="*/ 0 w 57"/>
                <a:gd name="T3" fmla="*/ 28 h 57"/>
                <a:gd name="T4" fmla="*/ 29 w 57"/>
                <a:gd name="T5" fmla="*/ 0 h 57"/>
                <a:gd name="T6" fmla="*/ 57 w 57"/>
                <a:gd name="T7" fmla="*/ 28 h 57"/>
                <a:gd name="T8" fmla="*/ 29 w 57"/>
                <a:gd name="T9" fmla="*/ 57 h 57"/>
                <a:gd name="T10" fmla="*/ 29 w 57"/>
                <a:gd name="T11" fmla="*/ 11 h 57"/>
                <a:gd name="T12" fmla="*/ 12 w 57"/>
                <a:gd name="T13" fmla="*/ 28 h 57"/>
                <a:gd name="T14" fmla="*/ 29 w 57"/>
                <a:gd name="T15" fmla="*/ 45 h 57"/>
                <a:gd name="T16" fmla="*/ 46 w 57"/>
                <a:gd name="T17" fmla="*/ 28 h 57"/>
                <a:gd name="T18" fmla="*/ 29 w 57"/>
                <a:gd name="T19" fmla="*/ 11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7" h="57">
                  <a:moveTo>
                    <a:pt x="29" y="57"/>
                  </a:moveTo>
                  <a:cubicBezTo>
                    <a:pt x="13" y="57"/>
                    <a:pt x="0" y="44"/>
                    <a:pt x="0" y="28"/>
                  </a:cubicBezTo>
                  <a:cubicBezTo>
                    <a:pt x="0" y="12"/>
                    <a:pt x="13" y="0"/>
                    <a:pt x="29" y="0"/>
                  </a:cubicBezTo>
                  <a:cubicBezTo>
                    <a:pt x="45" y="0"/>
                    <a:pt x="57" y="12"/>
                    <a:pt x="57" y="28"/>
                  </a:cubicBezTo>
                  <a:cubicBezTo>
                    <a:pt x="57" y="44"/>
                    <a:pt x="45" y="57"/>
                    <a:pt x="29" y="57"/>
                  </a:cubicBezTo>
                  <a:close/>
                  <a:moveTo>
                    <a:pt x="29" y="11"/>
                  </a:moveTo>
                  <a:cubicBezTo>
                    <a:pt x="19" y="11"/>
                    <a:pt x="12" y="19"/>
                    <a:pt x="12" y="28"/>
                  </a:cubicBezTo>
                  <a:cubicBezTo>
                    <a:pt x="12" y="38"/>
                    <a:pt x="19" y="45"/>
                    <a:pt x="29" y="45"/>
                  </a:cubicBezTo>
                  <a:cubicBezTo>
                    <a:pt x="38" y="45"/>
                    <a:pt x="46" y="38"/>
                    <a:pt x="46" y="28"/>
                  </a:cubicBezTo>
                  <a:cubicBezTo>
                    <a:pt x="46" y="19"/>
                    <a:pt x="38" y="11"/>
                    <a:pt x="29" y="11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8" name="Oval 202"/>
            <p:cNvSpPr>
              <a:spLocks noChangeArrowheads="1"/>
            </p:cNvSpPr>
            <p:nvPr/>
          </p:nvSpPr>
          <p:spPr bwMode="auto">
            <a:xfrm>
              <a:off x="7828160" y="3697251"/>
              <a:ext cx="69922" cy="69922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9" name="Freeform 203"/>
            <p:cNvSpPr>
              <a:spLocks noEditPoints="1"/>
            </p:cNvSpPr>
            <p:nvPr/>
          </p:nvSpPr>
          <p:spPr bwMode="auto">
            <a:xfrm>
              <a:off x="7819179" y="3688270"/>
              <a:ext cx="87884" cy="87884"/>
            </a:xfrm>
            <a:custGeom>
              <a:avLst/>
              <a:gdLst>
                <a:gd name="T0" fmla="*/ 29 w 58"/>
                <a:gd name="T1" fmla="*/ 58 h 58"/>
                <a:gd name="T2" fmla="*/ 0 w 58"/>
                <a:gd name="T3" fmla="*/ 29 h 58"/>
                <a:gd name="T4" fmla="*/ 29 w 58"/>
                <a:gd name="T5" fmla="*/ 0 h 58"/>
                <a:gd name="T6" fmla="*/ 58 w 58"/>
                <a:gd name="T7" fmla="*/ 29 h 58"/>
                <a:gd name="T8" fmla="*/ 29 w 58"/>
                <a:gd name="T9" fmla="*/ 58 h 58"/>
                <a:gd name="T10" fmla="*/ 29 w 58"/>
                <a:gd name="T11" fmla="*/ 12 h 58"/>
                <a:gd name="T12" fmla="*/ 12 w 58"/>
                <a:gd name="T13" fmla="*/ 29 h 58"/>
                <a:gd name="T14" fmla="*/ 29 w 58"/>
                <a:gd name="T15" fmla="*/ 46 h 58"/>
                <a:gd name="T16" fmla="*/ 46 w 58"/>
                <a:gd name="T17" fmla="*/ 29 h 58"/>
                <a:gd name="T18" fmla="*/ 29 w 58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58">
                  <a:moveTo>
                    <a:pt x="29" y="58"/>
                  </a:moveTo>
                  <a:cubicBezTo>
                    <a:pt x="13" y="58"/>
                    <a:pt x="0" y="45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8" y="13"/>
                    <a:pt x="58" y="29"/>
                  </a:cubicBezTo>
                  <a:cubicBezTo>
                    <a:pt x="58" y="45"/>
                    <a:pt x="45" y="58"/>
                    <a:pt x="29" y="58"/>
                  </a:cubicBezTo>
                  <a:close/>
                  <a:moveTo>
                    <a:pt x="29" y="12"/>
                  </a:moveTo>
                  <a:cubicBezTo>
                    <a:pt x="19" y="12"/>
                    <a:pt x="12" y="20"/>
                    <a:pt x="12" y="29"/>
                  </a:cubicBezTo>
                  <a:cubicBezTo>
                    <a:pt x="12" y="39"/>
                    <a:pt x="19" y="46"/>
                    <a:pt x="29" y="46"/>
                  </a:cubicBezTo>
                  <a:cubicBezTo>
                    <a:pt x="38" y="46"/>
                    <a:pt x="46" y="39"/>
                    <a:pt x="46" y="29"/>
                  </a:cubicBezTo>
                  <a:cubicBezTo>
                    <a:pt x="46" y="20"/>
                    <a:pt x="38" y="12"/>
                    <a:pt x="29" y="12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0" name="Oval 204"/>
            <p:cNvSpPr>
              <a:spLocks noChangeArrowheads="1"/>
            </p:cNvSpPr>
            <p:nvPr/>
          </p:nvSpPr>
          <p:spPr bwMode="auto">
            <a:xfrm>
              <a:off x="8199582" y="4476660"/>
              <a:ext cx="69922" cy="69922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Freeform 206"/>
            <p:cNvSpPr>
              <a:spLocks noEditPoints="1"/>
            </p:cNvSpPr>
            <p:nvPr/>
          </p:nvSpPr>
          <p:spPr bwMode="auto">
            <a:xfrm>
              <a:off x="8190602" y="4467679"/>
              <a:ext cx="87884" cy="87884"/>
            </a:xfrm>
            <a:custGeom>
              <a:avLst/>
              <a:gdLst>
                <a:gd name="T0" fmla="*/ 29 w 58"/>
                <a:gd name="T1" fmla="*/ 58 h 58"/>
                <a:gd name="T2" fmla="*/ 0 w 58"/>
                <a:gd name="T3" fmla="*/ 29 h 58"/>
                <a:gd name="T4" fmla="*/ 29 w 58"/>
                <a:gd name="T5" fmla="*/ 0 h 58"/>
                <a:gd name="T6" fmla="*/ 58 w 58"/>
                <a:gd name="T7" fmla="*/ 29 h 58"/>
                <a:gd name="T8" fmla="*/ 29 w 58"/>
                <a:gd name="T9" fmla="*/ 58 h 58"/>
                <a:gd name="T10" fmla="*/ 29 w 58"/>
                <a:gd name="T11" fmla="*/ 12 h 58"/>
                <a:gd name="T12" fmla="*/ 12 w 58"/>
                <a:gd name="T13" fmla="*/ 29 h 58"/>
                <a:gd name="T14" fmla="*/ 29 w 58"/>
                <a:gd name="T15" fmla="*/ 46 h 58"/>
                <a:gd name="T16" fmla="*/ 46 w 58"/>
                <a:gd name="T17" fmla="*/ 29 h 58"/>
                <a:gd name="T18" fmla="*/ 29 w 58"/>
                <a:gd name="T19" fmla="*/ 1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" h="58">
                  <a:moveTo>
                    <a:pt x="29" y="58"/>
                  </a:moveTo>
                  <a:cubicBezTo>
                    <a:pt x="13" y="58"/>
                    <a:pt x="0" y="45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5" y="0"/>
                    <a:pt x="58" y="13"/>
                    <a:pt x="58" y="29"/>
                  </a:cubicBezTo>
                  <a:cubicBezTo>
                    <a:pt x="58" y="45"/>
                    <a:pt x="45" y="58"/>
                    <a:pt x="29" y="58"/>
                  </a:cubicBezTo>
                  <a:close/>
                  <a:moveTo>
                    <a:pt x="29" y="12"/>
                  </a:moveTo>
                  <a:cubicBezTo>
                    <a:pt x="20" y="12"/>
                    <a:pt x="12" y="20"/>
                    <a:pt x="12" y="29"/>
                  </a:cubicBezTo>
                  <a:cubicBezTo>
                    <a:pt x="12" y="38"/>
                    <a:pt x="20" y="46"/>
                    <a:pt x="29" y="46"/>
                  </a:cubicBezTo>
                  <a:cubicBezTo>
                    <a:pt x="38" y="46"/>
                    <a:pt x="46" y="38"/>
                    <a:pt x="46" y="29"/>
                  </a:cubicBezTo>
                  <a:cubicBezTo>
                    <a:pt x="46" y="20"/>
                    <a:pt x="38" y="12"/>
                    <a:pt x="29" y="12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Freeform 207"/>
            <p:cNvSpPr/>
            <p:nvPr/>
          </p:nvSpPr>
          <p:spPr bwMode="auto">
            <a:xfrm>
              <a:off x="9010424" y="5533833"/>
              <a:ext cx="127015" cy="15396"/>
            </a:xfrm>
            <a:custGeom>
              <a:avLst/>
              <a:gdLst>
                <a:gd name="T0" fmla="*/ 6 w 84"/>
                <a:gd name="T1" fmla="*/ 10 h 10"/>
                <a:gd name="T2" fmla="*/ 78 w 84"/>
                <a:gd name="T3" fmla="*/ 10 h 10"/>
                <a:gd name="T4" fmla="*/ 84 w 84"/>
                <a:gd name="T5" fmla="*/ 5 h 10"/>
                <a:gd name="T6" fmla="*/ 78 w 84"/>
                <a:gd name="T7" fmla="*/ 0 h 10"/>
                <a:gd name="T8" fmla="*/ 6 w 84"/>
                <a:gd name="T9" fmla="*/ 0 h 10"/>
                <a:gd name="T10" fmla="*/ 0 w 84"/>
                <a:gd name="T11" fmla="*/ 5 h 10"/>
                <a:gd name="T12" fmla="*/ 6 w 84"/>
                <a:gd name="T13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" h="10">
                  <a:moveTo>
                    <a:pt x="6" y="10"/>
                  </a:moveTo>
                  <a:cubicBezTo>
                    <a:pt x="78" y="10"/>
                    <a:pt x="78" y="10"/>
                    <a:pt x="78" y="10"/>
                  </a:cubicBezTo>
                  <a:cubicBezTo>
                    <a:pt x="81" y="10"/>
                    <a:pt x="84" y="8"/>
                    <a:pt x="84" y="5"/>
                  </a:cubicBezTo>
                  <a:cubicBezTo>
                    <a:pt x="84" y="2"/>
                    <a:pt x="81" y="0"/>
                    <a:pt x="78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2"/>
                    <a:pt x="0" y="5"/>
                  </a:cubicBezTo>
                  <a:cubicBezTo>
                    <a:pt x="0" y="8"/>
                    <a:pt x="3" y="10"/>
                    <a:pt x="6" y="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208"/>
            <p:cNvSpPr/>
            <p:nvPr/>
          </p:nvSpPr>
          <p:spPr bwMode="auto">
            <a:xfrm>
              <a:off x="9010424" y="5648018"/>
              <a:ext cx="127015" cy="16679"/>
            </a:xfrm>
            <a:custGeom>
              <a:avLst/>
              <a:gdLst>
                <a:gd name="T0" fmla="*/ 0 w 84"/>
                <a:gd name="T1" fmla="*/ 5 h 11"/>
                <a:gd name="T2" fmla="*/ 6 w 84"/>
                <a:gd name="T3" fmla="*/ 11 h 11"/>
                <a:gd name="T4" fmla="*/ 78 w 84"/>
                <a:gd name="T5" fmla="*/ 11 h 11"/>
                <a:gd name="T6" fmla="*/ 84 w 84"/>
                <a:gd name="T7" fmla="*/ 5 h 11"/>
                <a:gd name="T8" fmla="*/ 78 w 84"/>
                <a:gd name="T9" fmla="*/ 0 h 11"/>
                <a:gd name="T10" fmla="*/ 6 w 84"/>
                <a:gd name="T11" fmla="*/ 0 h 11"/>
                <a:gd name="T12" fmla="*/ 0 w 84"/>
                <a:gd name="T13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" h="11">
                  <a:moveTo>
                    <a:pt x="0" y="5"/>
                  </a:moveTo>
                  <a:cubicBezTo>
                    <a:pt x="0" y="8"/>
                    <a:pt x="3" y="11"/>
                    <a:pt x="6" y="11"/>
                  </a:cubicBezTo>
                  <a:cubicBezTo>
                    <a:pt x="78" y="11"/>
                    <a:pt x="78" y="11"/>
                    <a:pt x="78" y="11"/>
                  </a:cubicBezTo>
                  <a:cubicBezTo>
                    <a:pt x="81" y="11"/>
                    <a:pt x="84" y="8"/>
                    <a:pt x="84" y="5"/>
                  </a:cubicBezTo>
                  <a:cubicBezTo>
                    <a:pt x="84" y="2"/>
                    <a:pt x="81" y="0"/>
                    <a:pt x="78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2"/>
                    <a:pt x="0" y="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Freeform 209"/>
            <p:cNvSpPr>
              <a:spLocks noEditPoints="1"/>
            </p:cNvSpPr>
            <p:nvPr/>
          </p:nvSpPr>
          <p:spPr bwMode="auto">
            <a:xfrm>
              <a:off x="8948200" y="5476099"/>
              <a:ext cx="288029" cy="255313"/>
            </a:xfrm>
            <a:custGeom>
              <a:avLst/>
              <a:gdLst>
                <a:gd name="T0" fmla="*/ 186 w 190"/>
                <a:gd name="T1" fmla="*/ 11 h 168"/>
                <a:gd name="T2" fmla="*/ 174 w 190"/>
                <a:gd name="T3" fmla="*/ 9 h 168"/>
                <a:gd name="T4" fmla="*/ 148 w 190"/>
                <a:gd name="T5" fmla="*/ 35 h 168"/>
                <a:gd name="T6" fmla="*/ 148 w 190"/>
                <a:gd name="T7" fmla="*/ 14 h 168"/>
                <a:gd name="T8" fmla="*/ 132 w 190"/>
                <a:gd name="T9" fmla="*/ 0 h 168"/>
                <a:gd name="T10" fmla="*/ 29 w 190"/>
                <a:gd name="T11" fmla="*/ 0 h 168"/>
                <a:gd name="T12" fmla="*/ 13 w 190"/>
                <a:gd name="T13" fmla="*/ 14 h 168"/>
                <a:gd name="T14" fmla="*/ 13 w 190"/>
                <a:gd name="T15" fmla="*/ 38 h 168"/>
                <a:gd name="T16" fmla="*/ 5 w 190"/>
                <a:gd name="T17" fmla="*/ 38 h 168"/>
                <a:gd name="T18" fmla="*/ 0 w 190"/>
                <a:gd name="T19" fmla="*/ 43 h 168"/>
                <a:gd name="T20" fmla="*/ 5 w 190"/>
                <a:gd name="T21" fmla="*/ 48 h 168"/>
                <a:gd name="T22" fmla="*/ 13 w 190"/>
                <a:gd name="T23" fmla="*/ 48 h 168"/>
                <a:gd name="T24" fmla="*/ 13 w 190"/>
                <a:gd name="T25" fmla="*/ 75 h 168"/>
                <a:gd name="T26" fmla="*/ 5 w 190"/>
                <a:gd name="T27" fmla="*/ 75 h 168"/>
                <a:gd name="T28" fmla="*/ 0 w 190"/>
                <a:gd name="T29" fmla="*/ 81 h 168"/>
                <a:gd name="T30" fmla="*/ 5 w 190"/>
                <a:gd name="T31" fmla="*/ 86 h 168"/>
                <a:gd name="T32" fmla="*/ 13 w 190"/>
                <a:gd name="T33" fmla="*/ 86 h 168"/>
                <a:gd name="T34" fmla="*/ 13 w 190"/>
                <a:gd name="T35" fmla="*/ 113 h 168"/>
                <a:gd name="T36" fmla="*/ 5 w 190"/>
                <a:gd name="T37" fmla="*/ 113 h 168"/>
                <a:gd name="T38" fmla="*/ 0 w 190"/>
                <a:gd name="T39" fmla="*/ 118 h 168"/>
                <a:gd name="T40" fmla="*/ 5 w 190"/>
                <a:gd name="T41" fmla="*/ 124 h 168"/>
                <a:gd name="T42" fmla="*/ 13 w 190"/>
                <a:gd name="T43" fmla="*/ 124 h 168"/>
                <a:gd name="T44" fmla="*/ 13 w 190"/>
                <a:gd name="T45" fmla="*/ 154 h 168"/>
                <a:gd name="T46" fmla="*/ 29 w 190"/>
                <a:gd name="T47" fmla="*/ 168 h 168"/>
                <a:gd name="T48" fmla="*/ 132 w 190"/>
                <a:gd name="T49" fmla="*/ 168 h 168"/>
                <a:gd name="T50" fmla="*/ 148 w 190"/>
                <a:gd name="T51" fmla="*/ 154 h 168"/>
                <a:gd name="T52" fmla="*/ 148 w 190"/>
                <a:gd name="T53" fmla="*/ 63 h 168"/>
                <a:gd name="T54" fmla="*/ 188 w 190"/>
                <a:gd name="T55" fmla="*/ 23 h 168"/>
                <a:gd name="T56" fmla="*/ 186 w 190"/>
                <a:gd name="T57" fmla="*/ 11 h 168"/>
                <a:gd name="T58" fmla="*/ 137 w 190"/>
                <a:gd name="T59" fmla="*/ 154 h 168"/>
                <a:gd name="T60" fmla="*/ 132 w 190"/>
                <a:gd name="T61" fmla="*/ 157 h 168"/>
                <a:gd name="T62" fmla="*/ 29 w 190"/>
                <a:gd name="T63" fmla="*/ 157 h 168"/>
                <a:gd name="T64" fmla="*/ 24 w 190"/>
                <a:gd name="T65" fmla="*/ 154 h 168"/>
                <a:gd name="T66" fmla="*/ 24 w 190"/>
                <a:gd name="T67" fmla="*/ 124 h 168"/>
                <a:gd name="T68" fmla="*/ 29 w 190"/>
                <a:gd name="T69" fmla="*/ 118 h 168"/>
                <a:gd name="T70" fmla="*/ 24 w 190"/>
                <a:gd name="T71" fmla="*/ 113 h 168"/>
                <a:gd name="T72" fmla="*/ 24 w 190"/>
                <a:gd name="T73" fmla="*/ 86 h 168"/>
                <a:gd name="T74" fmla="*/ 29 w 190"/>
                <a:gd name="T75" fmla="*/ 81 h 168"/>
                <a:gd name="T76" fmla="*/ 24 w 190"/>
                <a:gd name="T77" fmla="*/ 75 h 168"/>
                <a:gd name="T78" fmla="*/ 24 w 190"/>
                <a:gd name="T79" fmla="*/ 48 h 168"/>
                <a:gd name="T80" fmla="*/ 29 w 190"/>
                <a:gd name="T81" fmla="*/ 43 h 168"/>
                <a:gd name="T82" fmla="*/ 24 w 190"/>
                <a:gd name="T83" fmla="*/ 38 h 168"/>
                <a:gd name="T84" fmla="*/ 24 w 190"/>
                <a:gd name="T85" fmla="*/ 14 h 168"/>
                <a:gd name="T86" fmla="*/ 29 w 190"/>
                <a:gd name="T87" fmla="*/ 11 h 168"/>
                <a:gd name="T88" fmla="*/ 132 w 190"/>
                <a:gd name="T89" fmla="*/ 11 h 168"/>
                <a:gd name="T90" fmla="*/ 137 w 190"/>
                <a:gd name="T91" fmla="*/ 14 h 168"/>
                <a:gd name="T92" fmla="*/ 137 w 190"/>
                <a:gd name="T93" fmla="*/ 46 h 168"/>
                <a:gd name="T94" fmla="*/ 108 w 190"/>
                <a:gd name="T95" fmla="*/ 75 h 168"/>
                <a:gd name="T96" fmla="*/ 47 w 190"/>
                <a:gd name="T97" fmla="*/ 75 h 168"/>
                <a:gd name="T98" fmla="*/ 41 w 190"/>
                <a:gd name="T99" fmla="*/ 81 h 168"/>
                <a:gd name="T100" fmla="*/ 47 w 190"/>
                <a:gd name="T101" fmla="*/ 86 h 168"/>
                <a:gd name="T102" fmla="*/ 98 w 190"/>
                <a:gd name="T103" fmla="*/ 86 h 168"/>
                <a:gd name="T104" fmla="*/ 94 w 190"/>
                <a:gd name="T105" fmla="*/ 103 h 168"/>
                <a:gd name="T106" fmla="*/ 112 w 190"/>
                <a:gd name="T107" fmla="*/ 99 h 168"/>
                <a:gd name="T108" fmla="*/ 137 w 190"/>
                <a:gd name="T109" fmla="*/ 74 h 168"/>
                <a:gd name="T110" fmla="*/ 137 w 190"/>
                <a:gd name="T111" fmla="*/ 154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90" h="168">
                  <a:moveTo>
                    <a:pt x="186" y="11"/>
                  </a:moveTo>
                  <a:cubicBezTo>
                    <a:pt x="182" y="8"/>
                    <a:pt x="177" y="7"/>
                    <a:pt x="174" y="9"/>
                  </a:cubicBezTo>
                  <a:cubicBezTo>
                    <a:pt x="148" y="35"/>
                    <a:pt x="148" y="35"/>
                    <a:pt x="148" y="35"/>
                  </a:cubicBezTo>
                  <a:cubicBezTo>
                    <a:pt x="148" y="14"/>
                    <a:pt x="148" y="14"/>
                    <a:pt x="148" y="14"/>
                  </a:cubicBezTo>
                  <a:cubicBezTo>
                    <a:pt x="148" y="6"/>
                    <a:pt x="141" y="0"/>
                    <a:pt x="132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1" y="0"/>
                    <a:pt x="13" y="6"/>
                    <a:pt x="13" y="14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5" y="38"/>
                    <a:pt x="5" y="38"/>
                    <a:pt x="5" y="38"/>
                  </a:cubicBezTo>
                  <a:cubicBezTo>
                    <a:pt x="2" y="38"/>
                    <a:pt x="0" y="40"/>
                    <a:pt x="0" y="43"/>
                  </a:cubicBezTo>
                  <a:cubicBezTo>
                    <a:pt x="0" y="46"/>
                    <a:pt x="2" y="48"/>
                    <a:pt x="5" y="48"/>
                  </a:cubicBezTo>
                  <a:cubicBezTo>
                    <a:pt x="13" y="48"/>
                    <a:pt x="13" y="48"/>
                    <a:pt x="13" y="48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5" y="75"/>
                    <a:pt x="5" y="75"/>
                    <a:pt x="5" y="75"/>
                  </a:cubicBezTo>
                  <a:cubicBezTo>
                    <a:pt x="2" y="75"/>
                    <a:pt x="0" y="78"/>
                    <a:pt x="0" y="81"/>
                  </a:cubicBezTo>
                  <a:cubicBezTo>
                    <a:pt x="0" y="84"/>
                    <a:pt x="2" y="86"/>
                    <a:pt x="5" y="86"/>
                  </a:cubicBezTo>
                  <a:cubicBezTo>
                    <a:pt x="13" y="86"/>
                    <a:pt x="13" y="86"/>
                    <a:pt x="13" y="86"/>
                  </a:cubicBezTo>
                  <a:cubicBezTo>
                    <a:pt x="13" y="113"/>
                    <a:pt x="13" y="113"/>
                    <a:pt x="13" y="113"/>
                  </a:cubicBezTo>
                  <a:cubicBezTo>
                    <a:pt x="5" y="113"/>
                    <a:pt x="5" y="113"/>
                    <a:pt x="5" y="113"/>
                  </a:cubicBezTo>
                  <a:cubicBezTo>
                    <a:pt x="2" y="113"/>
                    <a:pt x="0" y="115"/>
                    <a:pt x="0" y="118"/>
                  </a:cubicBezTo>
                  <a:cubicBezTo>
                    <a:pt x="0" y="121"/>
                    <a:pt x="2" y="124"/>
                    <a:pt x="5" y="124"/>
                  </a:cubicBezTo>
                  <a:cubicBezTo>
                    <a:pt x="13" y="124"/>
                    <a:pt x="13" y="124"/>
                    <a:pt x="13" y="124"/>
                  </a:cubicBezTo>
                  <a:cubicBezTo>
                    <a:pt x="13" y="154"/>
                    <a:pt x="13" y="154"/>
                    <a:pt x="13" y="154"/>
                  </a:cubicBezTo>
                  <a:cubicBezTo>
                    <a:pt x="13" y="162"/>
                    <a:pt x="21" y="168"/>
                    <a:pt x="29" y="168"/>
                  </a:cubicBezTo>
                  <a:cubicBezTo>
                    <a:pt x="132" y="168"/>
                    <a:pt x="132" y="168"/>
                    <a:pt x="132" y="168"/>
                  </a:cubicBezTo>
                  <a:cubicBezTo>
                    <a:pt x="141" y="168"/>
                    <a:pt x="148" y="162"/>
                    <a:pt x="148" y="154"/>
                  </a:cubicBezTo>
                  <a:cubicBezTo>
                    <a:pt x="148" y="63"/>
                    <a:pt x="148" y="63"/>
                    <a:pt x="148" y="63"/>
                  </a:cubicBezTo>
                  <a:cubicBezTo>
                    <a:pt x="188" y="23"/>
                    <a:pt x="188" y="23"/>
                    <a:pt x="188" y="23"/>
                  </a:cubicBezTo>
                  <a:cubicBezTo>
                    <a:pt x="190" y="20"/>
                    <a:pt x="190" y="15"/>
                    <a:pt x="186" y="11"/>
                  </a:cubicBezTo>
                  <a:close/>
                  <a:moveTo>
                    <a:pt x="137" y="154"/>
                  </a:moveTo>
                  <a:cubicBezTo>
                    <a:pt x="137" y="156"/>
                    <a:pt x="135" y="157"/>
                    <a:pt x="132" y="157"/>
                  </a:cubicBezTo>
                  <a:cubicBezTo>
                    <a:pt x="29" y="157"/>
                    <a:pt x="29" y="157"/>
                    <a:pt x="29" y="157"/>
                  </a:cubicBezTo>
                  <a:cubicBezTo>
                    <a:pt x="26" y="157"/>
                    <a:pt x="24" y="156"/>
                    <a:pt x="24" y="154"/>
                  </a:cubicBezTo>
                  <a:cubicBezTo>
                    <a:pt x="24" y="124"/>
                    <a:pt x="24" y="124"/>
                    <a:pt x="24" y="124"/>
                  </a:cubicBezTo>
                  <a:cubicBezTo>
                    <a:pt x="27" y="123"/>
                    <a:pt x="29" y="121"/>
                    <a:pt x="29" y="118"/>
                  </a:cubicBezTo>
                  <a:cubicBezTo>
                    <a:pt x="29" y="115"/>
                    <a:pt x="27" y="113"/>
                    <a:pt x="24" y="113"/>
                  </a:cubicBezTo>
                  <a:cubicBezTo>
                    <a:pt x="24" y="86"/>
                    <a:pt x="24" y="86"/>
                    <a:pt x="24" y="86"/>
                  </a:cubicBezTo>
                  <a:cubicBezTo>
                    <a:pt x="27" y="86"/>
                    <a:pt x="29" y="84"/>
                    <a:pt x="29" y="81"/>
                  </a:cubicBezTo>
                  <a:cubicBezTo>
                    <a:pt x="29" y="78"/>
                    <a:pt x="27" y="75"/>
                    <a:pt x="24" y="75"/>
                  </a:cubicBezTo>
                  <a:cubicBezTo>
                    <a:pt x="24" y="48"/>
                    <a:pt x="24" y="48"/>
                    <a:pt x="24" y="48"/>
                  </a:cubicBezTo>
                  <a:cubicBezTo>
                    <a:pt x="27" y="48"/>
                    <a:pt x="29" y="46"/>
                    <a:pt x="29" y="43"/>
                  </a:cubicBezTo>
                  <a:cubicBezTo>
                    <a:pt x="29" y="40"/>
                    <a:pt x="27" y="38"/>
                    <a:pt x="24" y="38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4" y="12"/>
                    <a:pt x="26" y="11"/>
                    <a:pt x="29" y="11"/>
                  </a:cubicBezTo>
                  <a:cubicBezTo>
                    <a:pt x="132" y="11"/>
                    <a:pt x="132" y="11"/>
                    <a:pt x="132" y="11"/>
                  </a:cubicBezTo>
                  <a:cubicBezTo>
                    <a:pt x="135" y="11"/>
                    <a:pt x="137" y="12"/>
                    <a:pt x="137" y="14"/>
                  </a:cubicBezTo>
                  <a:cubicBezTo>
                    <a:pt x="137" y="46"/>
                    <a:pt x="137" y="46"/>
                    <a:pt x="137" y="46"/>
                  </a:cubicBezTo>
                  <a:cubicBezTo>
                    <a:pt x="108" y="75"/>
                    <a:pt x="108" y="75"/>
                    <a:pt x="108" y="75"/>
                  </a:cubicBezTo>
                  <a:cubicBezTo>
                    <a:pt x="47" y="75"/>
                    <a:pt x="47" y="75"/>
                    <a:pt x="47" y="75"/>
                  </a:cubicBezTo>
                  <a:cubicBezTo>
                    <a:pt x="44" y="75"/>
                    <a:pt x="41" y="78"/>
                    <a:pt x="41" y="81"/>
                  </a:cubicBezTo>
                  <a:cubicBezTo>
                    <a:pt x="41" y="84"/>
                    <a:pt x="44" y="86"/>
                    <a:pt x="47" y="86"/>
                  </a:cubicBezTo>
                  <a:cubicBezTo>
                    <a:pt x="98" y="86"/>
                    <a:pt x="98" y="86"/>
                    <a:pt x="98" y="86"/>
                  </a:cubicBezTo>
                  <a:cubicBezTo>
                    <a:pt x="95" y="90"/>
                    <a:pt x="90" y="100"/>
                    <a:pt x="94" y="103"/>
                  </a:cubicBezTo>
                  <a:cubicBezTo>
                    <a:pt x="98" y="107"/>
                    <a:pt x="110" y="101"/>
                    <a:pt x="112" y="99"/>
                  </a:cubicBezTo>
                  <a:cubicBezTo>
                    <a:pt x="137" y="74"/>
                    <a:pt x="137" y="74"/>
                    <a:pt x="137" y="74"/>
                  </a:cubicBezTo>
                  <a:lnTo>
                    <a:pt x="137" y="1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Freeform 210"/>
            <p:cNvSpPr>
              <a:spLocks noEditPoints="1"/>
            </p:cNvSpPr>
            <p:nvPr/>
          </p:nvSpPr>
          <p:spPr bwMode="auto">
            <a:xfrm>
              <a:off x="9268303" y="4496546"/>
              <a:ext cx="382327" cy="341272"/>
            </a:xfrm>
            <a:custGeom>
              <a:avLst/>
              <a:gdLst>
                <a:gd name="T0" fmla="*/ 250 w 252"/>
                <a:gd name="T1" fmla="*/ 209 h 225"/>
                <a:gd name="T2" fmla="*/ 226 w 252"/>
                <a:gd name="T3" fmla="*/ 157 h 225"/>
                <a:gd name="T4" fmla="*/ 212 w 252"/>
                <a:gd name="T5" fmla="*/ 148 h 225"/>
                <a:gd name="T6" fmla="*/ 185 w 252"/>
                <a:gd name="T7" fmla="*/ 148 h 225"/>
                <a:gd name="T8" fmla="*/ 185 w 252"/>
                <a:gd name="T9" fmla="*/ 140 h 225"/>
                <a:gd name="T10" fmla="*/ 208 w 252"/>
                <a:gd name="T11" fmla="*/ 140 h 225"/>
                <a:gd name="T12" fmla="*/ 224 w 252"/>
                <a:gd name="T13" fmla="*/ 122 h 225"/>
                <a:gd name="T14" fmla="*/ 224 w 252"/>
                <a:gd name="T15" fmla="*/ 18 h 225"/>
                <a:gd name="T16" fmla="*/ 208 w 252"/>
                <a:gd name="T17" fmla="*/ 0 h 225"/>
                <a:gd name="T18" fmla="*/ 44 w 252"/>
                <a:gd name="T19" fmla="*/ 0 h 225"/>
                <a:gd name="T20" fmla="*/ 27 w 252"/>
                <a:gd name="T21" fmla="*/ 18 h 225"/>
                <a:gd name="T22" fmla="*/ 27 w 252"/>
                <a:gd name="T23" fmla="*/ 122 h 225"/>
                <a:gd name="T24" fmla="*/ 44 w 252"/>
                <a:gd name="T25" fmla="*/ 140 h 225"/>
                <a:gd name="T26" fmla="*/ 66 w 252"/>
                <a:gd name="T27" fmla="*/ 140 h 225"/>
                <a:gd name="T28" fmla="*/ 66 w 252"/>
                <a:gd name="T29" fmla="*/ 148 h 225"/>
                <a:gd name="T30" fmla="*/ 39 w 252"/>
                <a:gd name="T31" fmla="*/ 148 h 225"/>
                <a:gd name="T32" fmla="*/ 25 w 252"/>
                <a:gd name="T33" fmla="*/ 157 h 225"/>
                <a:gd name="T34" fmla="*/ 1 w 252"/>
                <a:gd name="T35" fmla="*/ 209 h 225"/>
                <a:gd name="T36" fmla="*/ 2 w 252"/>
                <a:gd name="T37" fmla="*/ 220 h 225"/>
                <a:gd name="T38" fmla="*/ 10 w 252"/>
                <a:gd name="T39" fmla="*/ 225 h 225"/>
                <a:gd name="T40" fmla="*/ 75 w 252"/>
                <a:gd name="T41" fmla="*/ 225 h 225"/>
                <a:gd name="T42" fmla="*/ 76 w 252"/>
                <a:gd name="T43" fmla="*/ 225 h 225"/>
                <a:gd name="T44" fmla="*/ 126 w 252"/>
                <a:gd name="T45" fmla="*/ 225 h 225"/>
                <a:gd name="T46" fmla="*/ 176 w 252"/>
                <a:gd name="T47" fmla="*/ 225 h 225"/>
                <a:gd name="T48" fmla="*/ 176 w 252"/>
                <a:gd name="T49" fmla="*/ 225 h 225"/>
                <a:gd name="T50" fmla="*/ 241 w 252"/>
                <a:gd name="T51" fmla="*/ 225 h 225"/>
                <a:gd name="T52" fmla="*/ 250 w 252"/>
                <a:gd name="T53" fmla="*/ 220 h 225"/>
                <a:gd name="T54" fmla="*/ 250 w 252"/>
                <a:gd name="T55" fmla="*/ 209 h 225"/>
                <a:gd name="T56" fmla="*/ 41 w 252"/>
                <a:gd name="T57" fmla="*/ 122 h 225"/>
                <a:gd name="T58" fmla="*/ 41 w 252"/>
                <a:gd name="T59" fmla="*/ 18 h 225"/>
                <a:gd name="T60" fmla="*/ 44 w 252"/>
                <a:gd name="T61" fmla="*/ 15 h 225"/>
                <a:gd name="T62" fmla="*/ 208 w 252"/>
                <a:gd name="T63" fmla="*/ 15 h 225"/>
                <a:gd name="T64" fmla="*/ 210 w 252"/>
                <a:gd name="T65" fmla="*/ 18 h 225"/>
                <a:gd name="T66" fmla="*/ 210 w 252"/>
                <a:gd name="T67" fmla="*/ 122 h 225"/>
                <a:gd name="T68" fmla="*/ 208 w 252"/>
                <a:gd name="T69" fmla="*/ 125 h 225"/>
                <a:gd name="T70" fmla="*/ 44 w 252"/>
                <a:gd name="T71" fmla="*/ 125 h 225"/>
                <a:gd name="T72" fmla="*/ 41 w 252"/>
                <a:gd name="T73" fmla="*/ 122 h 225"/>
                <a:gd name="T74" fmla="*/ 167 w 252"/>
                <a:gd name="T75" fmla="*/ 206 h 225"/>
                <a:gd name="T76" fmla="*/ 164 w 252"/>
                <a:gd name="T77" fmla="*/ 208 h 225"/>
                <a:gd name="T78" fmla="*/ 145 w 252"/>
                <a:gd name="T79" fmla="*/ 208 h 225"/>
                <a:gd name="T80" fmla="*/ 137 w 252"/>
                <a:gd name="T81" fmla="*/ 208 h 225"/>
                <a:gd name="T82" fmla="*/ 115 w 252"/>
                <a:gd name="T83" fmla="*/ 208 h 225"/>
                <a:gd name="T84" fmla="*/ 107 w 252"/>
                <a:gd name="T85" fmla="*/ 208 h 225"/>
                <a:gd name="T86" fmla="*/ 87 w 252"/>
                <a:gd name="T87" fmla="*/ 208 h 225"/>
                <a:gd name="T88" fmla="*/ 85 w 252"/>
                <a:gd name="T89" fmla="*/ 206 h 225"/>
                <a:gd name="T90" fmla="*/ 84 w 252"/>
                <a:gd name="T91" fmla="*/ 203 h 225"/>
                <a:gd name="T92" fmla="*/ 87 w 252"/>
                <a:gd name="T93" fmla="*/ 188 h 225"/>
                <a:gd name="T94" fmla="*/ 91 w 252"/>
                <a:gd name="T95" fmla="*/ 185 h 225"/>
                <a:gd name="T96" fmla="*/ 109 w 252"/>
                <a:gd name="T97" fmla="*/ 185 h 225"/>
                <a:gd name="T98" fmla="*/ 142 w 252"/>
                <a:gd name="T99" fmla="*/ 185 h 225"/>
                <a:gd name="T100" fmla="*/ 161 w 252"/>
                <a:gd name="T101" fmla="*/ 185 h 225"/>
                <a:gd name="T102" fmla="*/ 164 w 252"/>
                <a:gd name="T103" fmla="*/ 188 h 225"/>
                <a:gd name="T104" fmla="*/ 168 w 252"/>
                <a:gd name="T105" fmla="*/ 203 h 225"/>
                <a:gd name="T106" fmla="*/ 167 w 252"/>
                <a:gd name="T107" fmla="*/ 206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52" h="225">
                  <a:moveTo>
                    <a:pt x="250" y="209"/>
                  </a:moveTo>
                  <a:cubicBezTo>
                    <a:pt x="226" y="157"/>
                    <a:pt x="226" y="157"/>
                    <a:pt x="226" y="157"/>
                  </a:cubicBezTo>
                  <a:cubicBezTo>
                    <a:pt x="223" y="152"/>
                    <a:pt x="218" y="148"/>
                    <a:pt x="212" y="148"/>
                  </a:cubicBezTo>
                  <a:cubicBezTo>
                    <a:pt x="185" y="148"/>
                    <a:pt x="185" y="148"/>
                    <a:pt x="185" y="148"/>
                  </a:cubicBezTo>
                  <a:cubicBezTo>
                    <a:pt x="185" y="140"/>
                    <a:pt x="185" y="140"/>
                    <a:pt x="185" y="140"/>
                  </a:cubicBezTo>
                  <a:cubicBezTo>
                    <a:pt x="208" y="140"/>
                    <a:pt x="208" y="140"/>
                    <a:pt x="208" y="140"/>
                  </a:cubicBezTo>
                  <a:cubicBezTo>
                    <a:pt x="217" y="140"/>
                    <a:pt x="224" y="132"/>
                    <a:pt x="224" y="122"/>
                  </a:cubicBezTo>
                  <a:cubicBezTo>
                    <a:pt x="224" y="18"/>
                    <a:pt x="224" y="18"/>
                    <a:pt x="224" y="18"/>
                  </a:cubicBezTo>
                  <a:cubicBezTo>
                    <a:pt x="224" y="8"/>
                    <a:pt x="217" y="0"/>
                    <a:pt x="208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34" y="0"/>
                    <a:pt x="27" y="8"/>
                    <a:pt x="27" y="18"/>
                  </a:cubicBezTo>
                  <a:cubicBezTo>
                    <a:pt x="27" y="122"/>
                    <a:pt x="27" y="122"/>
                    <a:pt x="27" y="122"/>
                  </a:cubicBezTo>
                  <a:cubicBezTo>
                    <a:pt x="27" y="132"/>
                    <a:pt x="34" y="140"/>
                    <a:pt x="44" y="140"/>
                  </a:cubicBezTo>
                  <a:cubicBezTo>
                    <a:pt x="66" y="140"/>
                    <a:pt x="66" y="140"/>
                    <a:pt x="66" y="140"/>
                  </a:cubicBezTo>
                  <a:cubicBezTo>
                    <a:pt x="66" y="148"/>
                    <a:pt x="66" y="148"/>
                    <a:pt x="66" y="148"/>
                  </a:cubicBezTo>
                  <a:cubicBezTo>
                    <a:pt x="39" y="148"/>
                    <a:pt x="39" y="148"/>
                    <a:pt x="39" y="148"/>
                  </a:cubicBezTo>
                  <a:cubicBezTo>
                    <a:pt x="34" y="148"/>
                    <a:pt x="28" y="152"/>
                    <a:pt x="25" y="157"/>
                  </a:cubicBezTo>
                  <a:cubicBezTo>
                    <a:pt x="1" y="209"/>
                    <a:pt x="1" y="209"/>
                    <a:pt x="1" y="209"/>
                  </a:cubicBezTo>
                  <a:cubicBezTo>
                    <a:pt x="0" y="213"/>
                    <a:pt x="0" y="217"/>
                    <a:pt x="2" y="220"/>
                  </a:cubicBezTo>
                  <a:cubicBezTo>
                    <a:pt x="3" y="223"/>
                    <a:pt x="7" y="225"/>
                    <a:pt x="10" y="225"/>
                  </a:cubicBezTo>
                  <a:cubicBezTo>
                    <a:pt x="75" y="225"/>
                    <a:pt x="75" y="225"/>
                    <a:pt x="75" y="225"/>
                  </a:cubicBezTo>
                  <a:cubicBezTo>
                    <a:pt x="75" y="225"/>
                    <a:pt x="75" y="225"/>
                    <a:pt x="76" y="225"/>
                  </a:cubicBezTo>
                  <a:cubicBezTo>
                    <a:pt x="126" y="225"/>
                    <a:pt x="126" y="225"/>
                    <a:pt x="126" y="225"/>
                  </a:cubicBezTo>
                  <a:cubicBezTo>
                    <a:pt x="176" y="225"/>
                    <a:pt x="176" y="225"/>
                    <a:pt x="176" y="225"/>
                  </a:cubicBezTo>
                  <a:cubicBezTo>
                    <a:pt x="176" y="225"/>
                    <a:pt x="176" y="225"/>
                    <a:pt x="176" y="225"/>
                  </a:cubicBezTo>
                  <a:cubicBezTo>
                    <a:pt x="241" y="225"/>
                    <a:pt x="241" y="225"/>
                    <a:pt x="241" y="225"/>
                  </a:cubicBezTo>
                  <a:cubicBezTo>
                    <a:pt x="245" y="225"/>
                    <a:pt x="248" y="223"/>
                    <a:pt x="250" y="220"/>
                  </a:cubicBezTo>
                  <a:cubicBezTo>
                    <a:pt x="252" y="217"/>
                    <a:pt x="252" y="213"/>
                    <a:pt x="250" y="209"/>
                  </a:cubicBezTo>
                  <a:close/>
                  <a:moveTo>
                    <a:pt x="41" y="122"/>
                  </a:moveTo>
                  <a:cubicBezTo>
                    <a:pt x="41" y="18"/>
                    <a:pt x="41" y="18"/>
                    <a:pt x="41" y="18"/>
                  </a:cubicBezTo>
                  <a:cubicBezTo>
                    <a:pt x="41" y="16"/>
                    <a:pt x="42" y="15"/>
                    <a:pt x="44" y="15"/>
                  </a:cubicBezTo>
                  <a:cubicBezTo>
                    <a:pt x="208" y="15"/>
                    <a:pt x="208" y="15"/>
                    <a:pt x="208" y="15"/>
                  </a:cubicBezTo>
                  <a:cubicBezTo>
                    <a:pt x="209" y="15"/>
                    <a:pt x="210" y="16"/>
                    <a:pt x="210" y="18"/>
                  </a:cubicBezTo>
                  <a:cubicBezTo>
                    <a:pt x="210" y="122"/>
                    <a:pt x="210" y="122"/>
                    <a:pt x="210" y="122"/>
                  </a:cubicBezTo>
                  <a:cubicBezTo>
                    <a:pt x="210" y="123"/>
                    <a:pt x="209" y="125"/>
                    <a:pt x="208" y="125"/>
                  </a:cubicBezTo>
                  <a:cubicBezTo>
                    <a:pt x="44" y="125"/>
                    <a:pt x="44" y="125"/>
                    <a:pt x="44" y="125"/>
                  </a:cubicBezTo>
                  <a:cubicBezTo>
                    <a:pt x="42" y="125"/>
                    <a:pt x="41" y="123"/>
                    <a:pt x="41" y="122"/>
                  </a:cubicBezTo>
                  <a:close/>
                  <a:moveTo>
                    <a:pt x="167" y="206"/>
                  </a:moveTo>
                  <a:cubicBezTo>
                    <a:pt x="166" y="207"/>
                    <a:pt x="165" y="208"/>
                    <a:pt x="164" y="208"/>
                  </a:cubicBezTo>
                  <a:cubicBezTo>
                    <a:pt x="145" y="208"/>
                    <a:pt x="145" y="208"/>
                    <a:pt x="145" y="208"/>
                  </a:cubicBezTo>
                  <a:cubicBezTo>
                    <a:pt x="137" y="208"/>
                    <a:pt x="137" y="208"/>
                    <a:pt x="137" y="208"/>
                  </a:cubicBezTo>
                  <a:cubicBezTo>
                    <a:pt x="115" y="208"/>
                    <a:pt x="115" y="208"/>
                    <a:pt x="115" y="208"/>
                  </a:cubicBezTo>
                  <a:cubicBezTo>
                    <a:pt x="107" y="208"/>
                    <a:pt x="107" y="208"/>
                    <a:pt x="107" y="208"/>
                  </a:cubicBezTo>
                  <a:cubicBezTo>
                    <a:pt x="87" y="208"/>
                    <a:pt x="87" y="208"/>
                    <a:pt x="87" y="208"/>
                  </a:cubicBezTo>
                  <a:cubicBezTo>
                    <a:pt x="86" y="208"/>
                    <a:pt x="85" y="207"/>
                    <a:pt x="85" y="206"/>
                  </a:cubicBezTo>
                  <a:cubicBezTo>
                    <a:pt x="84" y="205"/>
                    <a:pt x="84" y="204"/>
                    <a:pt x="84" y="203"/>
                  </a:cubicBezTo>
                  <a:cubicBezTo>
                    <a:pt x="87" y="188"/>
                    <a:pt x="87" y="188"/>
                    <a:pt x="87" y="188"/>
                  </a:cubicBezTo>
                  <a:cubicBezTo>
                    <a:pt x="88" y="186"/>
                    <a:pt x="89" y="185"/>
                    <a:pt x="91" y="185"/>
                  </a:cubicBezTo>
                  <a:cubicBezTo>
                    <a:pt x="109" y="185"/>
                    <a:pt x="109" y="185"/>
                    <a:pt x="109" y="185"/>
                  </a:cubicBezTo>
                  <a:cubicBezTo>
                    <a:pt x="142" y="185"/>
                    <a:pt x="142" y="185"/>
                    <a:pt x="142" y="185"/>
                  </a:cubicBezTo>
                  <a:cubicBezTo>
                    <a:pt x="161" y="185"/>
                    <a:pt x="161" y="185"/>
                    <a:pt x="161" y="185"/>
                  </a:cubicBezTo>
                  <a:cubicBezTo>
                    <a:pt x="162" y="185"/>
                    <a:pt x="164" y="186"/>
                    <a:pt x="164" y="188"/>
                  </a:cubicBezTo>
                  <a:cubicBezTo>
                    <a:pt x="168" y="203"/>
                    <a:pt x="168" y="203"/>
                    <a:pt x="168" y="203"/>
                  </a:cubicBezTo>
                  <a:cubicBezTo>
                    <a:pt x="168" y="204"/>
                    <a:pt x="168" y="205"/>
                    <a:pt x="167" y="20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Freeform 211"/>
            <p:cNvSpPr/>
            <p:nvPr/>
          </p:nvSpPr>
          <p:spPr bwMode="auto">
            <a:xfrm>
              <a:off x="10227329" y="4016071"/>
              <a:ext cx="154599" cy="155882"/>
            </a:xfrm>
            <a:custGeom>
              <a:avLst/>
              <a:gdLst>
                <a:gd name="T0" fmla="*/ 19 w 102"/>
                <a:gd name="T1" fmla="*/ 76 h 103"/>
                <a:gd name="T2" fmla="*/ 18 w 102"/>
                <a:gd name="T3" fmla="*/ 102 h 103"/>
                <a:gd name="T4" fmla="*/ 18 w 102"/>
                <a:gd name="T5" fmla="*/ 103 h 103"/>
                <a:gd name="T6" fmla="*/ 20 w 102"/>
                <a:gd name="T7" fmla="*/ 102 h 103"/>
                <a:gd name="T8" fmla="*/ 41 w 102"/>
                <a:gd name="T9" fmla="*/ 85 h 103"/>
                <a:gd name="T10" fmla="*/ 54 w 102"/>
                <a:gd name="T11" fmla="*/ 87 h 103"/>
                <a:gd name="T12" fmla="*/ 102 w 102"/>
                <a:gd name="T13" fmla="*/ 63 h 103"/>
                <a:gd name="T14" fmla="*/ 62 w 102"/>
                <a:gd name="T15" fmla="*/ 17 h 103"/>
                <a:gd name="T16" fmla="*/ 66 w 102"/>
                <a:gd name="T17" fmla="*/ 1 h 103"/>
                <a:gd name="T18" fmla="*/ 54 w 102"/>
                <a:gd name="T19" fmla="*/ 0 h 103"/>
                <a:gd name="T20" fmla="*/ 0 w 102"/>
                <a:gd name="T21" fmla="*/ 43 h 103"/>
                <a:gd name="T22" fmla="*/ 19 w 102"/>
                <a:gd name="T23" fmla="*/ 76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2" h="103">
                  <a:moveTo>
                    <a:pt x="19" y="76"/>
                  </a:moveTo>
                  <a:cubicBezTo>
                    <a:pt x="18" y="102"/>
                    <a:pt x="18" y="102"/>
                    <a:pt x="18" y="102"/>
                  </a:cubicBezTo>
                  <a:cubicBezTo>
                    <a:pt x="18" y="103"/>
                    <a:pt x="18" y="103"/>
                    <a:pt x="18" y="103"/>
                  </a:cubicBezTo>
                  <a:cubicBezTo>
                    <a:pt x="19" y="103"/>
                    <a:pt x="20" y="103"/>
                    <a:pt x="20" y="102"/>
                  </a:cubicBezTo>
                  <a:cubicBezTo>
                    <a:pt x="41" y="85"/>
                    <a:pt x="41" y="85"/>
                    <a:pt x="41" y="85"/>
                  </a:cubicBezTo>
                  <a:cubicBezTo>
                    <a:pt x="45" y="86"/>
                    <a:pt x="50" y="87"/>
                    <a:pt x="54" y="87"/>
                  </a:cubicBezTo>
                  <a:cubicBezTo>
                    <a:pt x="75" y="87"/>
                    <a:pt x="94" y="77"/>
                    <a:pt x="102" y="63"/>
                  </a:cubicBezTo>
                  <a:cubicBezTo>
                    <a:pt x="79" y="56"/>
                    <a:pt x="62" y="38"/>
                    <a:pt x="62" y="17"/>
                  </a:cubicBezTo>
                  <a:cubicBezTo>
                    <a:pt x="62" y="11"/>
                    <a:pt x="63" y="6"/>
                    <a:pt x="66" y="1"/>
                  </a:cubicBezTo>
                  <a:cubicBezTo>
                    <a:pt x="62" y="0"/>
                    <a:pt x="58" y="0"/>
                    <a:pt x="54" y="0"/>
                  </a:cubicBezTo>
                  <a:cubicBezTo>
                    <a:pt x="24" y="0"/>
                    <a:pt x="0" y="19"/>
                    <a:pt x="0" y="43"/>
                  </a:cubicBezTo>
                  <a:cubicBezTo>
                    <a:pt x="0" y="56"/>
                    <a:pt x="8" y="68"/>
                    <a:pt x="19" y="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" name="Freeform 212"/>
            <p:cNvSpPr/>
            <p:nvPr/>
          </p:nvSpPr>
          <p:spPr bwMode="auto">
            <a:xfrm>
              <a:off x="10327401" y="3967318"/>
              <a:ext cx="178975" cy="168070"/>
            </a:xfrm>
            <a:custGeom>
              <a:avLst/>
              <a:gdLst>
                <a:gd name="T0" fmla="*/ 42 w 118"/>
                <a:gd name="T1" fmla="*/ 75 h 111"/>
                <a:gd name="T2" fmla="*/ 36 w 118"/>
                <a:gd name="T3" fmla="*/ 95 h 111"/>
                <a:gd name="T4" fmla="*/ 57 w 118"/>
                <a:gd name="T5" fmla="*/ 98 h 111"/>
                <a:gd name="T6" fmla="*/ 79 w 118"/>
                <a:gd name="T7" fmla="*/ 94 h 111"/>
                <a:gd name="T8" fmla="*/ 99 w 118"/>
                <a:gd name="T9" fmla="*/ 110 h 111"/>
                <a:gd name="T10" fmla="*/ 101 w 118"/>
                <a:gd name="T11" fmla="*/ 111 h 111"/>
                <a:gd name="T12" fmla="*/ 101 w 118"/>
                <a:gd name="T13" fmla="*/ 110 h 111"/>
                <a:gd name="T14" fmla="*/ 100 w 118"/>
                <a:gd name="T15" fmla="*/ 84 h 111"/>
                <a:gd name="T16" fmla="*/ 118 w 118"/>
                <a:gd name="T17" fmla="*/ 49 h 111"/>
                <a:gd name="T18" fmla="*/ 57 w 118"/>
                <a:gd name="T19" fmla="*/ 0 h 111"/>
                <a:gd name="T20" fmla="*/ 0 w 118"/>
                <a:gd name="T21" fmla="*/ 33 h 111"/>
                <a:gd name="T22" fmla="*/ 42 w 118"/>
                <a:gd name="T23" fmla="*/ 75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8" h="111">
                  <a:moveTo>
                    <a:pt x="42" y="75"/>
                  </a:moveTo>
                  <a:cubicBezTo>
                    <a:pt x="42" y="82"/>
                    <a:pt x="40" y="89"/>
                    <a:pt x="36" y="95"/>
                  </a:cubicBezTo>
                  <a:cubicBezTo>
                    <a:pt x="43" y="97"/>
                    <a:pt x="50" y="98"/>
                    <a:pt x="57" y="98"/>
                  </a:cubicBezTo>
                  <a:cubicBezTo>
                    <a:pt x="65" y="98"/>
                    <a:pt x="72" y="96"/>
                    <a:pt x="79" y="94"/>
                  </a:cubicBezTo>
                  <a:cubicBezTo>
                    <a:pt x="99" y="110"/>
                    <a:pt x="99" y="110"/>
                    <a:pt x="99" y="110"/>
                  </a:cubicBezTo>
                  <a:cubicBezTo>
                    <a:pt x="99" y="111"/>
                    <a:pt x="100" y="111"/>
                    <a:pt x="101" y="111"/>
                  </a:cubicBezTo>
                  <a:cubicBezTo>
                    <a:pt x="101" y="111"/>
                    <a:pt x="101" y="111"/>
                    <a:pt x="101" y="110"/>
                  </a:cubicBezTo>
                  <a:cubicBezTo>
                    <a:pt x="100" y="84"/>
                    <a:pt x="100" y="84"/>
                    <a:pt x="100" y="84"/>
                  </a:cubicBezTo>
                  <a:cubicBezTo>
                    <a:pt x="111" y="75"/>
                    <a:pt x="118" y="62"/>
                    <a:pt x="118" y="49"/>
                  </a:cubicBezTo>
                  <a:cubicBezTo>
                    <a:pt x="118" y="22"/>
                    <a:pt x="91" y="0"/>
                    <a:pt x="57" y="0"/>
                  </a:cubicBezTo>
                  <a:cubicBezTo>
                    <a:pt x="30" y="0"/>
                    <a:pt x="8" y="14"/>
                    <a:pt x="0" y="33"/>
                  </a:cubicBezTo>
                  <a:cubicBezTo>
                    <a:pt x="24" y="37"/>
                    <a:pt x="42" y="54"/>
                    <a:pt x="42" y="7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" name="Freeform 213"/>
            <p:cNvSpPr/>
            <p:nvPr/>
          </p:nvSpPr>
          <p:spPr bwMode="auto">
            <a:xfrm>
              <a:off x="10288270" y="4196329"/>
              <a:ext cx="159089" cy="177692"/>
            </a:xfrm>
            <a:custGeom>
              <a:avLst/>
              <a:gdLst>
                <a:gd name="T0" fmla="*/ 92 w 105"/>
                <a:gd name="T1" fmla="*/ 95 h 117"/>
                <a:gd name="T2" fmla="*/ 72 w 105"/>
                <a:gd name="T3" fmla="*/ 87 h 117"/>
                <a:gd name="T4" fmla="*/ 69 w 105"/>
                <a:gd name="T5" fmla="*/ 67 h 117"/>
                <a:gd name="T6" fmla="*/ 79 w 105"/>
                <a:gd name="T7" fmla="*/ 29 h 117"/>
                <a:gd name="T8" fmla="*/ 54 w 105"/>
                <a:gd name="T9" fmla="*/ 0 h 117"/>
                <a:gd name="T10" fmla="*/ 52 w 105"/>
                <a:gd name="T11" fmla="*/ 0 h 117"/>
                <a:gd name="T12" fmla="*/ 52 w 105"/>
                <a:gd name="T13" fmla="*/ 0 h 117"/>
                <a:gd name="T14" fmla="*/ 51 w 105"/>
                <a:gd name="T15" fmla="*/ 0 h 117"/>
                <a:gd name="T16" fmla="*/ 26 w 105"/>
                <a:gd name="T17" fmla="*/ 29 h 117"/>
                <a:gd name="T18" fmla="*/ 36 w 105"/>
                <a:gd name="T19" fmla="*/ 67 h 117"/>
                <a:gd name="T20" fmla="*/ 33 w 105"/>
                <a:gd name="T21" fmla="*/ 87 h 117"/>
                <a:gd name="T22" fmla="*/ 12 w 105"/>
                <a:gd name="T23" fmla="*/ 95 h 117"/>
                <a:gd name="T24" fmla="*/ 0 w 105"/>
                <a:gd name="T25" fmla="*/ 117 h 117"/>
                <a:gd name="T26" fmla="*/ 52 w 105"/>
                <a:gd name="T27" fmla="*/ 117 h 117"/>
                <a:gd name="T28" fmla="*/ 52 w 105"/>
                <a:gd name="T29" fmla="*/ 117 h 117"/>
                <a:gd name="T30" fmla="*/ 104 w 105"/>
                <a:gd name="T31" fmla="*/ 117 h 117"/>
                <a:gd name="T32" fmla="*/ 92 w 105"/>
                <a:gd name="T33" fmla="*/ 95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05" h="117">
                  <a:moveTo>
                    <a:pt x="92" y="95"/>
                  </a:moveTo>
                  <a:cubicBezTo>
                    <a:pt x="92" y="95"/>
                    <a:pt x="72" y="87"/>
                    <a:pt x="72" y="87"/>
                  </a:cubicBezTo>
                  <a:cubicBezTo>
                    <a:pt x="68" y="86"/>
                    <a:pt x="63" y="73"/>
                    <a:pt x="69" y="67"/>
                  </a:cubicBezTo>
                  <a:cubicBezTo>
                    <a:pt x="78" y="55"/>
                    <a:pt x="79" y="29"/>
                    <a:pt x="79" y="29"/>
                  </a:cubicBezTo>
                  <a:cubicBezTo>
                    <a:pt x="79" y="13"/>
                    <a:pt x="70" y="0"/>
                    <a:pt x="54" y="0"/>
                  </a:cubicBezTo>
                  <a:cubicBezTo>
                    <a:pt x="54" y="0"/>
                    <a:pt x="53" y="0"/>
                    <a:pt x="52" y="0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52" y="0"/>
                    <a:pt x="51" y="0"/>
                    <a:pt x="51" y="0"/>
                  </a:cubicBezTo>
                  <a:cubicBezTo>
                    <a:pt x="34" y="0"/>
                    <a:pt x="26" y="13"/>
                    <a:pt x="26" y="29"/>
                  </a:cubicBezTo>
                  <a:cubicBezTo>
                    <a:pt x="26" y="29"/>
                    <a:pt x="27" y="55"/>
                    <a:pt x="36" y="67"/>
                  </a:cubicBezTo>
                  <a:cubicBezTo>
                    <a:pt x="42" y="73"/>
                    <a:pt x="37" y="86"/>
                    <a:pt x="33" y="87"/>
                  </a:cubicBezTo>
                  <a:cubicBezTo>
                    <a:pt x="33" y="87"/>
                    <a:pt x="12" y="95"/>
                    <a:pt x="12" y="95"/>
                  </a:cubicBezTo>
                  <a:cubicBezTo>
                    <a:pt x="0" y="102"/>
                    <a:pt x="1" y="108"/>
                    <a:pt x="0" y="117"/>
                  </a:cubicBezTo>
                  <a:cubicBezTo>
                    <a:pt x="52" y="117"/>
                    <a:pt x="52" y="117"/>
                    <a:pt x="52" y="117"/>
                  </a:cubicBezTo>
                  <a:cubicBezTo>
                    <a:pt x="52" y="117"/>
                    <a:pt x="52" y="117"/>
                    <a:pt x="52" y="117"/>
                  </a:cubicBezTo>
                  <a:cubicBezTo>
                    <a:pt x="104" y="117"/>
                    <a:pt x="104" y="117"/>
                    <a:pt x="104" y="117"/>
                  </a:cubicBezTo>
                  <a:cubicBezTo>
                    <a:pt x="103" y="108"/>
                    <a:pt x="105" y="102"/>
                    <a:pt x="92" y="9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" name="Freeform 214"/>
            <p:cNvSpPr/>
            <p:nvPr/>
          </p:nvSpPr>
          <p:spPr bwMode="auto">
            <a:xfrm>
              <a:off x="10400531" y="4171952"/>
              <a:ext cx="144335" cy="178975"/>
            </a:xfrm>
            <a:custGeom>
              <a:avLst/>
              <a:gdLst>
                <a:gd name="T0" fmla="*/ 83 w 95"/>
                <a:gd name="T1" fmla="*/ 96 h 118"/>
                <a:gd name="T2" fmla="*/ 62 w 95"/>
                <a:gd name="T3" fmla="*/ 88 h 118"/>
                <a:gd name="T4" fmla="*/ 59 w 95"/>
                <a:gd name="T5" fmla="*/ 68 h 118"/>
                <a:gd name="T6" fmla="*/ 69 w 95"/>
                <a:gd name="T7" fmla="*/ 30 h 118"/>
                <a:gd name="T8" fmla="*/ 45 w 95"/>
                <a:gd name="T9" fmla="*/ 0 h 118"/>
                <a:gd name="T10" fmla="*/ 43 w 95"/>
                <a:gd name="T11" fmla="*/ 0 h 118"/>
                <a:gd name="T12" fmla="*/ 43 w 95"/>
                <a:gd name="T13" fmla="*/ 0 h 118"/>
                <a:gd name="T14" fmla="*/ 41 w 95"/>
                <a:gd name="T15" fmla="*/ 0 h 118"/>
                <a:gd name="T16" fmla="*/ 17 w 95"/>
                <a:gd name="T17" fmla="*/ 30 h 118"/>
                <a:gd name="T18" fmla="*/ 27 w 95"/>
                <a:gd name="T19" fmla="*/ 68 h 118"/>
                <a:gd name="T20" fmla="*/ 24 w 95"/>
                <a:gd name="T21" fmla="*/ 88 h 118"/>
                <a:gd name="T22" fmla="*/ 3 w 95"/>
                <a:gd name="T23" fmla="*/ 96 h 118"/>
                <a:gd name="T24" fmla="*/ 0 w 95"/>
                <a:gd name="T25" fmla="*/ 97 h 118"/>
                <a:gd name="T26" fmla="*/ 0 w 95"/>
                <a:gd name="T27" fmla="*/ 98 h 118"/>
                <a:gd name="T28" fmla="*/ 20 w 95"/>
                <a:gd name="T29" fmla="*/ 105 h 118"/>
                <a:gd name="T30" fmla="*/ 21 w 95"/>
                <a:gd name="T31" fmla="*/ 106 h 118"/>
                <a:gd name="T32" fmla="*/ 21 w 95"/>
                <a:gd name="T33" fmla="*/ 106 h 118"/>
                <a:gd name="T34" fmla="*/ 34 w 95"/>
                <a:gd name="T35" fmla="*/ 118 h 118"/>
                <a:gd name="T36" fmla="*/ 43 w 95"/>
                <a:gd name="T37" fmla="*/ 118 h 118"/>
                <a:gd name="T38" fmla="*/ 43 w 95"/>
                <a:gd name="T39" fmla="*/ 118 h 118"/>
                <a:gd name="T40" fmla="*/ 95 w 95"/>
                <a:gd name="T41" fmla="*/ 118 h 118"/>
                <a:gd name="T42" fmla="*/ 83 w 95"/>
                <a:gd name="T43" fmla="*/ 96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5" h="118">
                  <a:moveTo>
                    <a:pt x="83" y="96"/>
                  </a:moveTo>
                  <a:cubicBezTo>
                    <a:pt x="83" y="96"/>
                    <a:pt x="62" y="88"/>
                    <a:pt x="62" y="88"/>
                  </a:cubicBezTo>
                  <a:cubicBezTo>
                    <a:pt x="59" y="87"/>
                    <a:pt x="53" y="74"/>
                    <a:pt x="59" y="68"/>
                  </a:cubicBezTo>
                  <a:cubicBezTo>
                    <a:pt x="68" y="56"/>
                    <a:pt x="69" y="30"/>
                    <a:pt x="69" y="30"/>
                  </a:cubicBezTo>
                  <a:cubicBezTo>
                    <a:pt x="69" y="13"/>
                    <a:pt x="61" y="1"/>
                    <a:pt x="45" y="0"/>
                  </a:cubicBezTo>
                  <a:cubicBezTo>
                    <a:pt x="44" y="0"/>
                    <a:pt x="44" y="0"/>
                    <a:pt x="43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42" y="0"/>
                    <a:pt x="41" y="0"/>
                    <a:pt x="41" y="0"/>
                  </a:cubicBezTo>
                  <a:cubicBezTo>
                    <a:pt x="25" y="1"/>
                    <a:pt x="17" y="13"/>
                    <a:pt x="17" y="30"/>
                  </a:cubicBezTo>
                  <a:cubicBezTo>
                    <a:pt x="17" y="30"/>
                    <a:pt x="18" y="56"/>
                    <a:pt x="27" y="68"/>
                  </a:cubicBezTo>
                  <a:cubicBezTo>
                    <a:pt x="33" y="74"/>
                    <a:pt x="27" y="87"/>
                    <a:pt x="24" y="88"/>
                  </a:cubicBezTo>
                  <a:cubicBezTo>
                    <a:pt x="23" y="88"/>
                    <a:pt x="3" y="96"/>
                    <a:pt x="3" y="96"/>
                  </a:cubicBezTo>
                  <a:cubicBezTo>
                    <a:pt x="2" y="96"/>
                    <a:pt x="1" y="97"/>
                    <a:pt x="0" y="97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4" y="99"/>
                    <a:pt x="20" y="105"/>
                    <a:pt x="20" y="105"/>
                  </a:cubicBezTo>
                  <a:cubicBezTo>
                    <a:pt x="21" y="106"/>
                    <a:pt x="21" y="106"/>
                    <a:pt x="21" y="106"/>
                  </a:cubicBezTo>
                  <a:cubicBezTo>
                    <a:pt x="21" y="106"/>
                    <a:pt x="21" y="106"/>
                    <a:pt x="21" y="106"/>
                  </a:cubicBezTo>
                  <a:cubicBezTo>
                    <a:pt x="28" y="110"/>
                    <a:pt x="32" y="114"/>
                    <a:pt x="34" y="118"/>
                  </a:cubicBezTo>
                  <a:cubicBezTo>
                    <a:pt x="43" y="118"/>
                    <a:pt x="43" y="118"/>
                    <a:pt x="43" y="118"/>
                  </a:cubicBezTo>
                  <a:cubicBezTo>
                    <a:pt x="43" y="118"/>
                    <a:pt x="43" y="118"/>
                    <a:pt x="43" y="118"/>
                  </a:cubicBezTo>
                  <a:cubicBezTo>
                    <a:pt x="95" y="118"/>
                    <a:pt x="95" y="118"/>
                    <a:pt x="95" y="118"/>
                  </a:cubicBezTo>
                  <a:cubicBezTo>
                    <a:pt x="94" y="108"/>
                    <a:pt x="95" y="103"/>
                    <a:pt x="83" y="9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" name="Freeform 215"/>
            <p:cNvSpPr/>
            <p:nvPr/>
          </p:nvSpPr>
          <p:spPr bwMode="auto">
            <a:xfrm>
              <a:off x="10189481" y="4171952"/>
              <a:ext cx="145618" cy="178975"/>
            </a:xfrm>
            <a:custGeom>
              <a:avLst/>
              <a:gdLst>
                <a:gd name="T0" fmla="*/ 74 w 96"/>
                <a:gd name="T1" fmla="*/ 106 h 118"/>
                <a:gd name="T2" fmla="*/ 75 w 96"/>
                <a:gd name="T3" fmla="*/ 106 h 118"/>
                <a:gd name="T4" fmla="*/ 75 w 96"/>
                <a:gd name="T5" fmla="*/ 105 h 118"/>
                <a:gd name="T6" fmla="*/ 95 w 96"/>
                <a:gd name="T7" fmla="*/ 98 h 118"/>
                <a:gd name="T8" fmla="*/ 96 w 96"/>
                <a:gd name="T9" fmla="*/ 97 h 118"/>
                <a:gd name="T10" fmla="*/ 93 w 96"/>
                <a:gd name="T11" fmla="*/ 96 h 118"/>
                <a:gd name="T12" fmla="*/ 72 w 96"/>
                <a:gd name="T13" fmla="*/ 88 h 118"/>
                <a:gd name="T14" fmla="*/ 69 w 96"/>
                <a:gd name="T15" fmla="*/ 68 h 118"/>
                <a:gd name="T16" fmla="*/ 79 w 96"/>
                <a:gd name="T17" fmla="*/ 30 h 118"/>
                <a:gd name="T18" fmla="*/ 55 w 96"/>
                <a:gd name="T19" fmla="*/ 0 h 118"/>
                <a:gd name="T20" fmla="*/ 53 w 96"/>
                <a:gd name="T21" fmla="*/ 0 h 118"/>
                <a:gd name="T22" fmla="*/ 51 w 96"/>
                <a:gd name="T23" fmla="*/ 0 h 118"/>
                <a:gd name="T24" fmla="*/ 26 w 96"/>
                <a:gd name="T25" fmla="*/ 30 h 118"/>
                <a:gd name="T26" fmla="*/ 36 w 96"/>
                <a:gd name="T27" fmla="*/ 68 h 118"/>
                <a:gd name="T28" fmla="*/ 33 w 96"/>
                <a:gd name="T29" fmla="*/ 88 h 118"/>
                <a:gd name="T30" fmla="*/ 13 w 96"/>
                <a:gd name="T31" fmla="*/ 96 h 118"/>
                <a:gd name="T32" fmla="*/ 1 w 96"/>
                <a:gd name="T33" fmla="*/ 118 h 118"/>
                <a:gd name="T34" fmla="*/ 53 w 96"/>
                <a:gd name="T35" fmla="*/ 118 h 118"/>
                <a:gd name="T36" fmla="*/ 62 w 96"/>
                <a:gd name="T37" fmla="*/ 118 h 118"/>
                <a:gd name="T38" fmla="*/ 74 w 96"/>
                <a:gd name="T39" fmla="*/ 106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6" h="118">
                  <a:moveTo>
                    <a:pt x="74" y="106"/>
                  </a:moveTo>
                  <a:cubicBezTo>
                    <a:pt x="75" y="106"/>
                    <a:pt x="75" y="106"/>
                    <a:pt x="75" y="106"/>
                  </a:cubicBezTo>
                  <a:cubicBezTo>
                    <a:pt x="75" y="105"/>
                    <a:pt x="75" y="105"/>
                    <a:pt x="75" y="105"/>
                  </a:cubicBezTo>
                  <a:cubicBezTo>
                    <a:pt x="75" y="105"/>
                    <a:pt x="92" y="99"/>
                    <a:pt x="95" y="98"/>
                  </a:cubicBezTo>
                  <a:cubicBezTo>
                    <a:pt x="95" y="98"/>
                    <a:pt x="95" y="98"/>
                    <a:pt x="96" y="97"/>
                  </a:cubicBezTo>
                  <a:cubicBezTo>
                    <a:pt x="95" y="97"/>
                    <a:pt x="94" y="96"/>
                    <a:pt x="93" y="96"/>
                  </a:cubicBezTo>
                  <a:cubicBezTo>
                    <a:pt x="93" y="96"/>
                    <a:pt x="72" y="88"/>
                    <a:pt x="72" y="88"/>
                  </a:cubicBezTo>
                  <a:cubicBezTo>
                    <a:pt x="68" y="87"/>
                    <a:pt x="63" y="74"/>
                    <a:pt x="69" y="68"/>
                  </a:cubicBezTo>
                  <a:cubicBezTo>
                    <a:pt x="78" y="56"/>
                    <a:pt x="79" y="30"/>
                    <a:pt x="79" y="30"/>
                  </a:cubicBezTo>
                  <a:cubicBezTo>
                    <a:pt x="79" y="13"/>
                    <a:pt x="71" y="1"/>
                    <a:pt x="55" y="0"/>
                  </a:cubicBezTo>
                  <a:cubicBezTo>
                    <a:pt x="54" y="0"/>
                    <a:pt x="53" y="0"/>
                    <a:pt x="53" y="0"/>
                  </a:cubicBezTo>
                  <a:cubicBezTo>
                    <a:pt x="52" y="0"/>
                    <a:pt x="51" y="0"/>
                    <a:pt x="51" y="0"/>
                  </a:cubicBezTo>
                  <a:cubicBezTo>
                    <a:pt x="35" y="1"/>
                    <a:pt x="26" y="13"/>
                    <a:pt x="26" y="30"/>
                  </a:cubicBezTo>
                  <a:cubicBezTo>
                    <a:pt x="26" y="30"/>
                    <a:pt x="27" y="56"/>
                    <a:pt x="36" y="68"/>
                  </a:cubicBezTo>
                  <a:cubicBezTo>
                    <a:pt x="42" y="74"/>
                    <a:pt x="37" y="87"/>
                    <a:pt x="33" y="88"/>
                  </a:cubicBezTo>
                  <a:cubicBezTo>
                    <a:pt x="33" y="88"/>
                    <a:pt x="13" y="96"/>
                    <a:pt x="13" y="96"/>
                  </a:cubicBezTo>
                  <a:cubicBezTo>
                    <a:pt x="0" y="103"/>
                    <a:pt x="2" y="108"/>
                    <a:pt x="1" y="118"/>
                  </a:cubicBezTo>
                  <a:cubicBezTo>
                    <a:pt x="53" y="118"/>
                    <a:pt x="53" y="118"/>
                    <a:pt x="53" y="118"/>
                  </a:cubicBezTo>
                  <a:cubicBezTo>
                    <a:pt x="62" y="118"/>
                    <a:pt x="62" y="118"/>
                    <a:pt x="62" y="118"/>
                  </a:cubicBezTo>
                  <a:cubicBezTo>
                    <a:pt x="64" y="114"/>
                    <a:pt x="67" y="110"/>
                    <a:pt x="74" y="10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" name="Freeform 216"/>
            <p:cNvSpPr>
              <a:spLocks noEditPoints="1"/>
            </p:cNvSpPr>
            <p:nvPr/>
          </p:nvSpPr>
          <p:spPr bwMode="auto">
            <a:xfrm>
              <a:off x="8611418" y="2314201"/>
              <a:ext cx="327801" cy="292519"/>
            </a:xfrm>
            <a:custGeom>
              <a:avLst/>
              <a:gdLst>
                <a:gd name="T0" fmla="*/ 216 w 216"/>
                <a:gd name="T1" fmla="*/ 86 h 193"/>
                <a:gd name="T2" fmla="*/ 108 w 216"/>
                <a:gd name="T3" fmla="*/ 0 h 193"/>
                <a:gd name="T4" fmla="*/ 0 w 216"/>
                <a:gd name="T5" fmla="*/ 86 h 193"/>
                <a:gd name="T6" fmla="*/ 108 w 216"/>
                <a:gd name="T7" fmla="*/ 171 h 193"/>
                <a:gd name="T8" fmla="*/ 145 w 216"/>
                <a:gd name="T9" fmla="*/ 166 h 193"/>
                <a:gd name="T10" fmla="*/ 176 w 216"/>
                <a:gd name="T11" fmla="*/ 192 h 193"/>
                <a:gd name="T12" fmla="*/ 179 w 216"/>
                <a:gd name="T13" fmla="*/ 193 h 193"/>
                <a:gd name="T14" fmla="*/ 180 w 216"/>
                <a:gd name="T15" fmla="*/ 192 h 193"/>
                <a:gd name="T16" fmla="*/ 178 w 216"/>
                <a:gd name="T17" fmla="*/ 151 h 193"/>
                <a:gd name="T18" fmla="*/ 216 w 216"/>
                <a:gd name="T19" fmla="*/ 86 h 193"/>
                <a:gd name="T20" fmla="*/ 150 w 216"/>
                <a:gd name="T21" fmla="*/ 123 h 193"/>
                <a:gd name="T22" fmla="*/ 67 w 216"/>
                <a:gd name="T23" fmla="*/ 123 h 193"/>
                <a:gd name="T24" fmla="*/ 59 w 216"/>
                <a:gd name="T25" fmla="*/ 115 h 193"/>
                <a:gd name="T26" fmla="*/ 67 w 216"/>
                <a:gd name="T27" fmla="*/ 107 h 193"/>
                <a:gd name="T28" fmla="*/ 150 w 216"/>
                <a:gd name="T29" fmla="*/ 107 h 193"/>
                <a:gd name="T30" fmla="*/ 158 w 216"/>
                <a:gd name="T31" fmla="*/ 115 h 193"/>
                <a:gd name="T32" fmla="*/ 150 w 216"/>
                <a:gd name="T33" fmla="*/ 123 h 193"/>
                <a:gd name="T34" fmla="*/ 150 w 216"/>
                <a:gd name="T35" fmla="*/ 90 h 193"/>
                <a:gd name="T36" fmla="*/ 67 w 216"/>
                <a:gd name="T37" fmla="*/ 90 h 193"/>
                <a:gd name="T38" fmla="*/ 59 w 216"/>
                <a:gd name="T39" fmla="*/ 83 h 193"/>
                <a:gd name="T40" fmla="*/ 67 w 216"/>
                <a:gd name="T41" fmla="*/ 75 h 193"/>
                <a:gd name="T42" fmla="*/ 150 w 216"/>
                <a:gd name="T43" fmla="*/ 75 h 193"/>
                <a:gd name="T44" fmla="*/ 158 w 216"/>
                <a:gd name="T45" fmla="*/ 83 h 193"/>
                <a:gd name="T46" fmla="*/ 150 w 216"/>
                <a:gd name="T47" fmla="*/ 90 h 193"/>
                <a:gd name="T48" fmla="*/ 150 w 216"/>
                <a:gd name="T49" fmla="*/ 58 h 193"/>
                <a:gd name="T50" fmla="*/ 67 w 216"/>
                <a:gd name="T51" fmla="*/ 58 h 193"/>
                <a:gd name="T52" fmla="*/ 59 w 216"/>
                <a:gd name="T53" fmla="*/ 51 h 193"/>
                <a:gd name="T54" fmla="*/ 67 w 216"/>
                <a:gd name="T55" fmla="*/ 43 h 193"/>
                <a:gd name="T56" fmla="*/ 150 w 216"/>
                <a:gd name="T57" fmla="*/ 43 h 193"/>
                <a:gd name="T58" fmla="*/ 158 w 216"/>
                <a:gd name="T59" fmla="*/ 51 h 193"/>
                <a:gd name="T60" fmla="*/ 150 w 216"/>
                <a:gd name="T61" fmla="*/ 58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16" h="193">
                  <a:moveTo>
                    <a:pt x="216" y="86"/>
                  </a:moveTo>
                  <a:cubicBezTo>
                    <a:pt x="216" y="39"/>
                    <a:pt x="167" y="0"/>
                    <a:pt x="108" y="0"/>
                  </a:cubicBezTo>
                  <a:cubicBezTo>
                    <a:pt x="49" y="0"/>
                    <a:pt x="0" y="39"/>
                    <a:pt x="0" y="86"/>
                  </a:cubicBezTo>
                  <a:cubicBezTo>
                    <a:pt x="0" y="133"/>
                    <a:pt x="49" y="171"/>
                    <a:pt x="108" y="171"/>
                  </a:cubicBezTo>
                  <a:cubicBezTo>
                    <a:pt x="121" y="171"/>
                    <a:pt x="133" y="170"/>
                    <a:pt x="145" y="166"/>
                  </a:cubicBezTo>
                  <a:cubicBezTo>
                    <a:pt x="176" y="192"/>
                    <a:pt x="176" y="192"/>
                    <a:pt x="176" y="192"/>
                  </a:cubicBezTo>
                  <a:cubicBezTo>
                    <a:pt x="177" y="193"/>
                    <a:pt x="178" y="193"/>
                    <a:pt x="179" y="193"/>
                  </a:cubicBezTo>
                  <a:cubicBezTo>
                    <a:pt x="180" y="193"/>
                    <a:pt x="180" y="193"/>
                    <a:pt x="180" y="192"/>
                  </a:cubicBezTo>
                  <a:cubicBezTo>
                    <a:pt x="178" y="151"/>
                    <a:pt x="178" y="151"/>
                    <a:pt x="178" y="151"/>
                  </a:cubicBezTo>
                  <a:cubicBezTo>
                    <a:pt x="201" y="135"/>
                    <a:pt x="216" y="112"/>
                    <a:pt x="216" y="86"/>
                  </a:cubicBezTo>
                  <a:close/>
                  <a:moveTo>
                    <a:pt x="150" y="123"/>
                  </a:moveTo>
                  <a:cubicBezTo>
                    <a:pt x="67" y="123"/>
                    <a:pt x="67" y="123"/>
                    <a:pt x="67" y="123"/>
                  </a:cubicBezTo>
                  <a:cubicBezTo>
                    <a:pt x="63" y="123"/>
                    <a:pt x="59" y="119"/>
                    <a:pt x="59" y="115"/>
                  </a:cubicBezTo>
                  <a:cubicBezTo>
                    <a:pt x="59" y="111"/>
                    <a:pt x="63" y="107"/>
                    <a:pt x="67" y="107"/>
                  </a:cubicBezTo>
                  <a:cubicBezTo>
                    <a:pt x="150" y="107"/>
                    <a:pt x="150" y="107"/>
                    <a:pt x="150" y="107"/>
                  </a:cubicBezTo>
                  <a:cubicBezTo>
                    <a:pt x="155" y="107"/>
                    <a:pt x="158" y="111"/>
                    <a:pt x="158" y="115"/>
                  </a:cubicBezTo>
                  <a:cubicBezTo>
                    <a:pt x="158" y="119"/>
                    <a:pt x="155" y="123"/>
                    <a:pt x="150" y="123"/>
                  </a:cubicBezTo>
                  <a:close/>
                  <a:moveTo>
                    <a:pt x="150" y="90"/>
                  </a:moveTo>
                  <a:cubicBezTo>
                    <a:pt x="67" y="90"/>
                    <a:pt x="67" y="90"/>
                    <a:pt x="67" y="90"/>
                  </a:cubicBezTo>
                  <a:cubicBezTo>
                    <a:pt x="63" y="90"/>
                    <a:pt x="59" y="87"/>
                    <a:pt x="59" y="83"/>
                  </a:cubicBezTo>
                  <a:cubicBezTo>
                    <a:pt x="59" y="78"/>
                    <a:pt x="63" y="75"/>
                    <a:pt x="67" y="75"/>
                  </a:cubicBezTo>
                  <a:cubicBezTo>
                    <a:pt x="150" y="75"/>
                    <a:pt x="150" y="75"/>
                    <a:pt x="150" y="75"/>
                  </a:cubicBezTo>
                  <a:cubicBezTo>
                    <a:pt x="155" y="75"/>
                    <a:pt x="158" y="78"/>
                    <a:pt x="158" y="83"/>
                  </a:cubicBezTo>
                  <a:cubicBezTo>
                    <a:pt x="158" y="87"/>
                    <a:pt x="155" y="90"/>
                    <a:pt x="150" y="90"/>
                  </a:cubicBezTo>
                  <a:close/>
                  <a:moveTo>
                    <a:pt x="150" y="58"/>
                  </a:moveTo>
                  <a:cubicBezTo>
                    <a:pt x="67" y="58"/>
                    <a:pt x="67" y="58"/>
                    <a:pt x="67" y="58"/>
                  </a:cubicBezTo>
                  <a:cubicBezTo>
                    <a:pt x="63" y="58"/>
                    <a:pt x="59" y="55"/>
                    <a:pt x="59" y="51"/>
                  </a:cubicBezTo>
                  <a:cubicBezTo>
                    <a:pt x="59" y="46"/>
                    <a:pt x="63" y="43"/>
                    <a:pt x="67" y="43"/>
                  </a:cubicBezTo>
                  <a:cubicBezTo>
                    <a:pt x="150" y="43"/>
                    <a:pt x="150" y="43"/>
                    <a:pt x="150" y="43"/>
                  </a:cubicBezTo>
                  <a:cubicBezTo>
                    <a:pt x="155" y="43"/>
                    <a:pt x="158" y="46"/>
                    <a:pt x="158" y="51"/>
                  </a:cubicBezTo>
                  <a:cubicBezTo>
                    <a:pt x="158" y="55"/>
                    <a:pt x="155" y="58"/>
                    <a:pt x="150" y="5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" name="Freeform 217"/>
            <p:cNvSpPr/>
            <p:nvPr/>
          </p:nvSpPr>
          <p:spPr bwMode="auto">
            <a:xfrm>
              <a:off x="9799456" y="5209240"/>
              <a:ext cx="271350" cy="303424"/>
            </a:xfrm>
            <a:custGeom>
              <a:avLst/>
              <a:gdLst>
                <a:gd name="T0" fmla="*/ 111 w 179"/>
                <a:gd name="T1" fmla="*/ 6 h 200"/>
                <a:gd name="T2" fmla="*/ 111 w 179"/>
                <a:gd name="T3" fmla="*/ 6 h 200"/>
                <a:gd name="T4" fmla="*/ 105 w 179"/>
                <a:gd name="T5" fmla="*/ 0 h 200"/>
                <a:gd name="T6" fmla="*/ 99 w 179"/>
                <a:gd name="T7" fmla="*/ 6 h 200"/>
                <a:gd name="T8" fmla="*/ 99 w 179"/>
                <a:gd name="T9" fmla="*/ 134 h 200"/>
                <a:gd name="T10" fmla="*/ 56 w 179"/>
                <a:gd name="T11" fmla="*/ 118 h 200"/>
                <a:gd name="T12" fmla="*/ 0 w 179"/>
                <a:gd name="T13" fmla="*/ 159 h 200"/>
                <a:gd name="T14" fmla="*/ 56 w 179"/>
                <a:gd name="T15" fmla="*/ 200 h 200"/>
                <a:gd name="T16" fmla="*/ 111 w 179"/>
                <a:gd name="T17" fmla="*/ 160 h 200"/>
                <a:gd name="T18" fmla="*/ 111 w 179"/>
                <a:gd name="T19" fmla="*/ 160 h 200"/>
                <a:gd name="T20" fmla="*/ 111 w 179"/>
                <a:gd name="T21" fmla="*/ 79 h 200"/>
                <a:gd name="T22" fmla="*/ 162 w 179"/>
                <a:gd name="T23" fmla="*/ 145 h 200"/>
                <a:gd name="T24" fmla="*/ 168 w 179"/>
                <a:gd name="T25" fmla="*/ 151 h 200"/>
                <a:gd name="T26" fmla="*/ 174 w 179"/>
                <a:gd name="T27" fmla="*/ 145 h 200"/>
                <a:gd name="T28" fmla="*/ 174 w 179"/>
                <a:gd name="T29" fmla="*/ 97 h 200"/>
                <a:gd name="T30" fmla="*/ 111 w 179"/>
                <a:gd name="T31" fmla="*/ 6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9" h="200">
                  <a:moveTo>
                    <a:pt x="111" y="6"/>
                  </a:moveTo>
                  <a:cubicBezTo>
                    <a:pt x="111" y="6"/>
                    <a:pt x="111" y="6"/>
                    <a:pt x="111" y="6"/>
                  </a:cubicBezTo>
                  <a:cubicBezTo>
                    <a:pt x="111" y="3"/>
                    <a:pt x="109" y="0"/>
                    <a:pt x="105" y="0"/>
                  </a:cubicBezTo>
                  <a:cubicBezTo>
                    <a:pt x="102" y="0"/>
                    <a:pt x="99" y="3"/>
                    <a:pt x="99" y="6"/>
                  </a:cubicBezTo>
                  <a:cubicBezTo>
                    <a:pt x="99" y="134"/>
                    <a:pt x="99" y="134"/>
                    <a:pt x="99" y="134"/>
                  </a:cubicBezTo>
                  <a:cubicBezTo>
                    <a:pt x="89" y="124"/>
                    <a:pt x="73" y="118"/>
                    <a:pt x="56" y="118"/>
                  </a:cubicBezTo>
                  <a:cubicBezTo>
                    <a:pt x="25" y="118"/>
                    <a:pt x="0" y="137"/>
                    <a:pt x="0" y="159"/>
                  </a:cubicBezTo>
                  <a:cubicBezTo>
                    <a:pt x="0" y="182"/>
                    <a:pt x="25" y="200"/>
                    <a:pt x="56" y="200"/>
                  </a:cubicBezTo>
                  <a:cubicBezTo>
                    <a:pt x="86" y="200"/>
                    <a:pt x="111" y="182"/>
                    <a:pt x="111" y="160"/>
                  </a:cubicBezTo>
                  <a:cubicBezTo>
                    <a:pt x="111" y="160"/>
                    <a:pt x="111" y="160"/>
                    <a:pt x="111" y="160"/>
                  </a:cubicBezTo>
                  <a:cubicBezTo>
                    <a:pt x="111" y="79"/>
                    <a:pt x="111" y="79"/>
                    <a:pt x="111" y="79"/>
                  </a:cubicBezTo>
                  <a:cubicBezTo>
                    <a:pt x="124" y="79"/>
                    <a:pt x="162" y="68"/>
                    <a:pt x="162" y="145"/>
                  </a:cubicBezTo>
                  <a:cubicBezTo>
                    <a:pt x="162" y="148"/>
                    <a:pt x="165" y="151"/>
                    <a:pt x="168" y="151"/>
                  </a:cubicBezTo>
                  <a:cubicBezTo>
                    <a:pt x="171" y="151"/>
                    <a:pt x="174" y="148"/>
                    <a:pt x="174" y="145"/>
                  </a:cubicBezTo>
                  <a:cubicBezTo>
                    <a:pt x="174" y="97"/>
                    <a:pt x="174" y="97"/>
                    <a:pt x="174" y="97"/>
                  </a:cubicBezTo>
                  <a:cubicBezTo>
                    <a:pt x="179" y="1"/>
                    <a:pt x="116" y="45"/>
                    <a:pt x="111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Freeform 218"/>
            <p:cNvSpPr/>
            <p:nvPr/>
          </p:nvSpPr>
          <p:spPr bwMode="auto">
            <a:xfrm>
              <a:off x="9711572" y="5308029"/>
              <a:ext cx="141128" cy="141128"/>
            </a:xfrm>
            <a:custGeom>
              <a:avLst/>
              <a:gdLst>
                <a:gd name="T0" fmla="*/ 0 w 93"/>
                <a:gd name="T1" fmla="*/ 86 h 93"/>
                <a:gd name="T2" fmla="*/ 8 w 93"/>
                <a:gd name="T3" fmla="*/ 93 h 93"/>
                <a:gd name="T4" fmla="*/ 15 w 93"/>
                <a:gd name="T5" fmla="*/ 86 h 93"/>
                <a:gd name="T6" fmla="*/ 85 w 93"/>
                <a:gd name="T7" fmla="*/ 15 h 93"/>
                <a:gd name="T8" fmla="*/ 93 w 93"/>
                <a:gd name="T9" fmla="*/ 8 h 93"/>
                <a:gd name="T10" fmla="*/ 85 w 93"/>
                <a:gd name="T11" fmla="*/ 0 h 93"/>
                <a:gd name="T12" fmla="*/ 0 w 93"/>
                <a:gd name="T13" fmla="*/ 86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3" h="93">
                  <a:moveTo>
                    <a:pt x="0" y="86"/>
                  </a:moveTo>
                  <a:cubicBezTo>
                    <a:pt x="0" y="90"/>
                    <a:pt x="3" y="93"/>
                    <a:pt x="8" y="93"/>
                  </a:cubicBezTo>
                  <a:cubicBezTo>
                    <a:pt x="12" y="93"/>
                    <a:pt x="15" y="90"/>
                    <a:pt x="15" y="86"/>
                  </a:cubicBezTo>
                  <a:cubicBezTo>
                    <a:pt x="15" y="47"/>
                    <a:pt x="47" y="15"/>
                    <a:pt x="85" y="15"/>
                  </a:cubicBezTo>
                  <a:cubicBezTo>
                    <a:pt x="89" y="15"/>
                    <a:pt x="93" y="12"/>
                    <a:pt x="93" y="8"/>
                  </a:cubicBezTo>
                  <a:cubicBezTo>
                    <a:pt x="93" y="3"/>
                    <a:pt x="89" y="0"/>
                    <a:pt x="85" y="0"/>
                  </a:cubicBezTo>
                  <a:cubicBezTo>
                    <a:pt x="38" y="0"/>
                    <a:pt x="0" y="38"/>
                    <a:pt x="0" y="8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" name="Freeform 219"/>
            <p:cNvSpPr/>
            <p:nvPr/>
          </p:nvSpPr>
          <p:spPr bwMode="auto">
            <a:xfrm>
              <a:off x="9755193" y="5353575"/>
              <a:ext cx="97506" cy="95582"/>
            </a:xfrm>
            <a:custGeom>
              <a:avLst/>
              <a:gdLst>
                <a:gd name="T0" fmla="*/ 56 w 64"/>
                <a:gd name="T1" fmla="*/ 15 h 63"/>
                <a:gd name="T2" fmla="*/ 64 w 64"/>
                <a:gd name="T3" fmla="*/ 7 h 63"/>
                <a:gd name="T4" fmla="*/ 56 w 64"/>
                <a:gd name="T5" fmla="*/ 0 h 63"/>
                <a:gd name="T6" fmla="*/ 0 w 64"/>
                <a:gd name="T7" fmla="*/ 56 h 63"/>
                <a:gd name="T8" fmla="*/ 7 w 64"/>
                <a:gd name="T9" fmla="*/ 63 h 63"/>
                <a:gd name="T10" fmla="*/ 15 w 64"/>
                <a:gd name="T11" fmla="*/ 56 h 63"/>
                <a:gd name="T12" fmla="*/ 56 w 64"/>
                <a:gd name="T13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4" h="63">
                  <a:moveTo>
                    <a:pt x="56" y="15"/>
                  </a:moveTo>
                  <a:cubicBezTo>
                    <a:pt x="60" y="15"/>
                    <a:pt x="64" y="12"/>
                    <a:pt x="64" y="7"/>
                  </a:cubicBezTo>
                  <a:cubicBezTo>
                    <a:pt x="64" y="3"/>
                    <a:pt x="60" y="0"/>
                    <a:pt x="56" y="0"/>
                  </a:cubicBezTo>
                  <a:cubicBezTo>
                    <a:pt x="25" y="0"/>
                    <a:pt x="0" y="25"/>
                    <a:pt x="0" y="56"/>
                  </a:cubicBezTo>
                  <a:cubicBezTo>
                    <a:pt x="0" y="60"/>
                    <a:pt x="3" y="63"/>
                    <a:pt x="7" y="63"/>
                  </a:cubicBezTo>
                  <a:cubicBezTo>
                    <a:pt x="11" y="63"/>
                    <a:pt x="15" y="60"/>
                    <a:pt x="15" y="56"/>
                  </a:cubicBezTo>
                  <a:cubicBezTo>
                    <a:pt x="15" y="33"/>
                    <a:pt x="33" y="15"/>
                    <a:pt x="56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" name="Freeform 220"/>
            <p:cNvSpPr>
              <a:spLocks noEditPoints="1"/>
            </p:cNvSpPr>
            <p:nvPr/>
          </p:nvSpPr>
          <p:spPr bwMode="auto">
            <a:xfrm>
              <a:off x="9941866" y="2484195"/>
              <a:ext cx="346404" cy="303424"/>
            </a:xfrm>
            <a:custGeom>
              <a:avLst/>
              <a:gdLst>
                <a:gd name="T0" fmla="*/ 228 w 228"/>
                <a:gd name="T1" fmla="*/ 72 h 200"/>
                <a:gd name="T2" fmla="*/ 213 w 228"/>
                <a:gd name="T3" fmla="*/ 57 h 200"/>
                <a:gd name="T4" fmla="*/ 175 w 228"/>
                <a:gd name="T5" fmla="*/ 57 h 200"/>
                <a:gd name="T6" fmla="*/ 115 w 228"/>
                <a:gd name="T7" fmla="*/ 0 h 200"/>
                <a:gd name="T8" fmla="*/ 54 w 228"/>
                <a:gd name="T9" fmla="*/ 57 h 200"/>
                <a:gd name="T10" fmla="*/ 15 w 228"/>
                <a:gd name="T11" fmla="*/ 57 h 200"/>
                <a:gd name="T12" fmla="*/ 0 w 228"/>
                <a:gd name="T13" fmla="*/ 72 h 200"/>
                <a:gd name="T14" fmla="*/ 13 w 228"/>
                <a:gd name="T15" fmla="*/ 184 h 200"/>
                <a:gd name="T16" fmla="*/ 13 w 228"/>
                <a:gd name="T17" fmla="*/ 185 h 200"/>
                <a:gd name="T18" fmla="*/ 30 w 228"/>
                <a:gd name="T19" fmla="*/ 200 h 200"/>
                <a:gd name="T20" fmla="*/ 196 w 228"/>
                <a:gd name="T21" fmla="*/ 200 h 200"/>
                <a:gd name="T22" fmla="*/ 213 w 228"/>
                <a:gd name="T23" fmla="*/ 185 h 200"/>
                <a:gd name="T24" fmla="*/ 213 w 228"/>
                <a:gd name="T25" fmla="*/ 184 h 200"/>
                <a:gd name="T26" fmla="*/ 228 w 228"/>
                <a:gd name="T27" fmla="*/ 72 h 200"/>
                <a:gd name="T28" fmla="*/ 110 w 228"/>
                <a:gd name="T29" fmla="*/ 168 h 200"/>
                <a:gd name="T30" fmla="*/ 74 w 228"/>
                <a:gd name="T31" fmla="*/ 168 h 200"/>
                <a:gd name="T32" fmla="*/ 74 w 228"/>
                <a:gd name="T33" fmla="*/ 132 h 200"/>
                <a:gd name="T34" fmla="*/ 110 w 228"/>
                <a:gd name="T35" fmla="*/ 132 h 200"/>
                <a:gd name="T36" fmla="*/ 110 w 228"/>
                <a:gd name="T37" fmla="*/ 168 h 200"/>
                <a:gd name="T38" fmla="*/ 110 w 228"/>
                <a:gd name="T39" fmla="*/ 123 h 200"/>
                <a:gd name="T40" fmla="*/ 74 w 228"/>
                <a:gd name="T41" fmla="*/ 123 h 200"/>
                <a:gd name="T42" fmla="*/ 74 w 228"/>
                <a:gd name="T43" fmla="*/ 87 h 200"/>
                <a:gd name="T44" fmla="*/ 110 w 228"/>
                <a:gd name="T45" fmla="*/ 87 h 200"/>
                <a:gd name="T46" fmla="*/ 110 w 228"/>
                <a:gd name="T47" fmla="*/ 123 h 200"/>
                <a:gd name="T48" fmla="*/ 156 w 228"/>
                <a:gd name="T49" fmla="*/ 168 h 200"/>
                <a:gd name="T50" fmla="*/ 120 w 228"/>
                <a:gd name="T51" fmla="*/ 168 h 200"/>
                <a:gd name="T52" fmla="*/ 120 w 228"/>
                <a:gd name="T53" fmla="*/ 132 h 200"/>
                <a:gd name="T54" fmla="*/ 156 w 228"/>
                <a:gd name="T55" fmla="*/ 132 h 200"/>
                <a:gd name="T56" fmla="*/ 156 w 228"/>
                <a:gd name="T57" fmla="*/ 168 h 200"/>
                <a:gd name="T58" fmla="*/ 156 w 228"/>
                <a:gd name="T59" fmla="*/ 123 h 200"/>
                <a:gd name="T60" fmla="*/ 120 w 228"/>
                <a:gd name="T61" fmla="*/ 123 h 200"/>
                <a:gd name="T62" fmla="*/ 120 w 228"/>
                <a:gd name="T63" fmla="*/ 87 h 200"/>
                <a:gd name="T64" fmla="*/ 156 w 228"/>
                <a:gd name="T65" fmla="*/ 87 h 200"/>
                <a:gd name="T66" fmla="*/ 156 w 228"/>
                <a:gd name="T67" fmla="*/ 123 h 200"/>
                <a:gd name="T68" fmla="*/ 66 w 228"/>
                <a:gd name="T69" fmla="*/ 57 h 200"/>
                <a:gd name="T70" fmla="*/ 115 w 228"/>
                <a:gd name="T71" fmla="*/ 11 h 200"/>
                <a:gd name="T72" fmla="*/ 163 w 228"/>
                <a:gd name="T73" fmla="*/ 57 h 200"/>
                <a:gd name="T74" fmla="*/ 66 w 228"/>
                <a:gd name="T75" fmla="*/ 57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28" h="200">
                  <a:moveTo>
                    <a:pt x="228" y="72"/>
                  </a:moveTo>
                  <a:cubicBezTo>
                    <a:pt x="228" y="64"/>
                    <a:pt x="221" y="57"/>
                    <a:pt x="213" y="57"/>
                  </a:cubicBezTo>
                  <a:cubicBezTo>
                    <a:pt x="175" y="57"/>
                    <a:pt x="175" y="57"/>
                    <a:pt x="175" y="57"/>
                  </a:cubicBezTo>
                  <a:cubicBezTo>
                    <a:pt x="174" y="25"/>
                    <a:pt x="147" y="0"/>
                    <a:pt x="115" y="0"/>
                  </a:cubicBezTo>
                  <a:cubicBezTo>
                    <a:pt x="82" y="0"/>
                    <a:pt x="56" y="25"/>
                    <a:pt x="54" y="57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7" y="57"/>
                    <a:pt x="0" y="64"/>
                    <a:pt x="0" y="72"/>
                  </a:cubicBezTo>
                  <a:cubicBezTo>
                    <a:pt x="13" y="184"/>
                    <a:pt x="13" y="184"/>
                    <a:pt x="13" y="184"/>
                  </a:cubicBezTo>
                  <a:cubicBezTo>
                    <a:pt x="13" y="185"/>
                    <a:pt x="13" y="185"/>
                    <a:pt x="13" y="185"/>
                  </a:cubicBezTo>
                  <a:cubicBezTo>
                    <a:pt x="13" y="193"/>
                    <a:pt x="21" y="200"/>
                    <a:pt x="30" y="200"/>
                  </a:cubicBezTo>
                  <a:cubicBezTo>
                    <a:pt x="196" y="200"/>
                    <a:pt x="196" y="200"/>
                    <a:pt x="196" y="200"/>
                  </a:cubicBezTo>
                  <a:cubicBezTo>
                    <a:pt x="205" y="200"/>
                    <a:pt x="213" y="193"/>
                    <a:pt x="213" y="185"/>
                  </a:cubicBezTo>
                  <a:cubicBezTo>
                    <a:pt x="213" y="184"/>
                    <a:pt x="213" y="184"/>
                    <a:pt x="213" y="184"/>
                  </a:cubicBezTo>
                  <a:lnTo>
                    <a:pt x="228" y="72"/>
                  </a:lnTo>
                  <a:close/>
                  <a:moveTo>
                    <a:pt x="110" y="168"/>
                  </a:moveTo>
                  <a:cubicBezTo>
                    <a:pt x="74" y="168"/>
                    <a:pt x="74" y="168"/>
                    <a:pt x="74" y="168"/>
                  </a:cubicBezTo>
                  <a:cubicBezTo>
                    <a:pt x="74" y="132"/>
                    <a:pt x="74" y="132"/>
                    <a:pt x="74" y="132"/>
                  </a:cubicBezTo>
                  <a:cubicBezTo>
                    <a:pt x="110" y="132"/>
                    <a:pt x="110" y="132"/>
                    <a:pt x="110" y="132"/>
                  </a:cubicBezTo>
                  <a:lnTo>
                    <a:pt x="110" y="168"/>
                  </a:lnTo>
                  <a:close/>
                  <a:moveTo>
                    <a:pt x="110" y="123"/>
                  </a:moveTo>
                  <a:cubicBezTo>
                    <a:pt x="74" y="123"/>
                    <a:pt x="74" y="123"/>
                    <a:pt x="74" y="123"/>
                  </a:cubicBezTo>
                  <a:cubicBezTo>
                    <a:pt x="74" y="87"/>
                    <a:pt x="74" y="87"/>
                    <a:pt x="74" y="87"/>
                  </a:cubicBezTo>
                  <a:cubicBezTo>
                    <a:pt x="110" y="87"/>
                    <a:pt x="110" y="87"/>
                    <a:pt x="110" y="87"/>
                  </a:cubicBezTo>
                  <a:lnTo>
                    <a:pt x="110" y="123"/>
                  </a:lnTo>
                  <a:close/>
                  <a:moveTo>
                    <a:pt x="156" y="168"/>
                  </a:moveTo>
                  <a:cubicBezTo>
                    <a:pt x="120" y="168"/>
                    <a:pt x="120" y="168"/>
                    <a:pt x="120" y="168"/>
                  </a:cubicBezTo>
                  <a:cubicBezTo>
                    <a:pt x="120" y="132"/>
                    <a:pt x="120" y="132"/>
                    <a:pt x="120" y="132"/>
                  </a:cubicBezTo>
                  <a:cubicBezTo>
                    <a:pt x="156" y="132"/>
                    <a:pt x="156" y="132"/>
                    <a:pt x="156" y="132"/>
                  </a:cubicBezTo>
                  <a:lnTo>
                    <a:pt x="156" y="168"/>
                  </a:lnTo>
                  <a:close/>
                  <a:moveTo>
                    <a:pt x="156" y="123"/>
                  </a:moveTo>
                  <a:cubicBezTo>
                    <a:pt x="120" y="123"/>
                    <a:pt x="120" y="123"/>
                    <a:pt x="120" y="123"/>
                  </a:cubicBezTo>
                  <a:cubicBezTo>
                    <a:pt x="120" y="87"/>
                    <a:pt x="120" y="87"/>
                    <a:pt x="120" y="87"/>
                  </a:cubicBezTo>
                  <a:cubicBezTo>
                    <a:pt x="156" y="87"/>
                    <a:pt x="156" y="87"/>
                    <a:pt x="156" y="87"/>
                  </a:cubicBezTo>
                  <a:lnTo>
                    <a:pt x="156" y="123"/>
                  </a:lnTo>
                  <a:close/>
                  <a:moveTo>
                    <a:pt x="66" y="57"/>
                  </a:moveTo>
                  <a:cubicBezTo>
                    <a:pt x="68" y="32"/>
                    <a:pt x="89" y="11"/>
                    <a:pt x="115" y="11"/>
                  </a:cubicBezTo>
                  <a:cubicBezTo>
                    <a:pt x="141" y="11"/>
                    <a:pt x="162" y="32"/>
                    <a:pt x="163" y="57"/>
                  </a:cubicBezTo>
                  <a:lnTo>
                    <a:pt x="66" y="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Freeform 221"/>
            <p:cNvSpPr/>
            <p:nvPr/>
          </p:nvSpPr>
          <p:spPr bwMode="auto">
            <a:xfrm>
              <a:off x="8265014" y="2828033"/>
              <a:ext cx="202069" cy="136637"/>
            </a:xfrm>
            <a:custGeom>
              <a:avLst/>
              <a:gdLst>
                <a:gd name="T0" fmla="*/ 128 w 133"/>
                <a:gd name="T1" fmla="*/ 36 h 90"/>
                <a:gd name="T2" fmla="*/ 104 w 133"/>
                <a:gd name="T3" fmla="*/ 30 h 90"/>
                <a:gd name="T4" fmla="*/ 97 w 133"/>
                <a:gd name="T5" fmla="*/ 50 h 90"/>
                <a:gd name="T6" fmla="*/ 80 w 133"/>
                <a:gd name="T7" fmla="*/ 60 h 90"/>
                <a:gd name="T8" fmla="*/ 71 w 133"/>
                <a:gd name="T9" fmla="*/ 55 h 90"/>
                <a:gd name="T10" fmla="*/ 71 w 133"/>
                <a:gd name="T11" fmla="*/ 34 h 90"/>
                <a:gd name="T12" fmla="*/ 84 w 133"/>
                <a:gd name="T13" fmla="*/ 18 h 90"/>
                <a:gd name="T14" fmla="*/ 67 w 133"/>
                <a:gd name="T15" fmla="*/ 0 h 90"/>
                <a:gd name="T16" fmla="*/ 49 w 133"/>
                <a:gd name="T17" fmla="*/ 18 h 90"/>
                <a:gd name="T18" fmla="*/ 62 w 133"/>
                <a:gd name="T19" fmla="*/ 34 h 90"/>
                <a:gd name="T20" fmla="*/ 62 w 133"/>
                <a:gd name="T21" fmla="*/ 55 h 90"/>
                <a:gd name="T22" fmla="*/ 54 w 133"/>
                <a:gd name="T23" fmla="*/ 61 h 90"/>
                <a:gd name="T24" fmla="*/ 36 w 133"/>
                <a:gd name="T25" fmla="*/ 50 h 90"/>
                <a:gd name="T26" fmla="*/ 29 w 133"/>
                <a:gd name="T27" fmla="*/ 30 h 90"/>
                <a:gd name="T28" fmla="*/ 5 w 133"/>
                <a:gd name="T29" fmla="*/ 36 h 90"/>
                <a:gd name="T30" fmla="*/ 10 w 133"/>
                <a:gd name="T31" fmla="*/ 60 h 90"/>
                <a:gd name="T32" fmla="*/ 32 w 133"/>
                <a:gd name="T33" fmla="*/ 57 h 90"/>
                <a:gd name="T34" fmla="*/ 50 w 133"/>
                <a:gd name="T35" fmla="*/ 68 h 90"/>
                <a:gd name="T36" fmla="*/ 49 w 133"/>
                <a:gd name="T37" fmla="*/ 72 h 90"/>
                <a:gd name="T38" fmla="*/ 67 w 133"/>
                <a:gd name="T39" fmla="*/ 90 h 90"/>
                <a:gd name="T40" fmla="*/ 84 w 133"/>
                <a:gd name="T41" fmla="*/ 72 h 90"/>
                <a:gd name="T42" fmla="*/ 83 w 133"/>
                <a:gd name="T43" fmla="*/ 68 h 90"/>
                <a:gd name="T44" fmla="*/ 101 w 133"/>
                <a:gd name="T45" fmla="*/ 57 h 90"/>
                <a:gd name="T46" fmla="*/ 122 w 133"/>
                <a:gd name="T47" fmla="*/ 60 h 90"/>
                <a:gd name="T48" fmla="*/ 128 w 133"/>
                <a:gd name="T49" fmla="*/ 36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33" h="90">
                  <a:moveTo>
                    <a:pt x="128" y="36"/>
                  </a:moveTo>
                  <a:cubicBezTo>
                    <a:pt x="123" y="27"/>
                    <a:pt x="112" y="25"/>
                    <a:pt x="104" y="30"/>
                  </a:cubicBezTo>
                  <a:cubicBezTo>
                    <a:pt x="97" y="34"/>
                    <a:pt x="94" y="42"/>
                    <a:pt x="97" y="50"/>
                  </a:cubicBezTo>
                  <a:cubicBezTo>
                    <a:pt x="80" y="60"/>
                    <a:pt x="80" y="60"/>
                    <a:pt x="80" y="60"/>
                  </a:cubicBezTo>
                  <a:cubicBezTo>
                    <a:pt x="77" y="58"/>
                    <a:pt x="74" y="56"/>
                    <a:pt x="71" y="55"/>
                  </a:cubicBezTo>
                  <a:cubicBezTo>
                    <a:pt x="71" y="34"/>
                    <a:pt x="71" y="34"/>
                    <a:pt x="71" y="34"/>
                  </a:cubicBezTo>
                  <a:cubicBezTo>
                    <a:pt x="78" y="32"/>
                    <a:pt x="84" y="26"/>
                    <a:pt x="84" y="18"/>
                  </a:cubicBezTo>
                  <a:cubicBezTo>
                    <a:pt x="84" y="8"/>
                    <a:pt x="76" y="0"/>
                    <a:pt x="67" y="0"/>
                  </a:cubicBezTo>
                  <a:cubicBezTo>
                    <a:pt x="57" y="0"/>
                    <a:pt x="49" y="8"/>
                    <a:pt x="49" y="18"/>
                  </a:cubicBezTo>
                  <a:cubicBezTo>
                    <a:pt x="49" y="26"/>
                    <a:pt x="55" y="32"/>
                    <a:pt x="62" y="34"/>
                  </a:cubicBezTo>
                  <a:cubicBezTo>
                    <a:pt x="62" y="55"/>
                    <a:pt x="62" y="55"/>
                    <a:pt x="62" y="55"/>
                  </a:cubicBezTo>
                  <a:cubicBezTo>
                    <a:pt x="59" y="56"/>
                    <a:pt x="56" y="58"/>
                    <a:pt x="54" y="61"/>
                  </a:cubicBezTo>
                  <a:cubicBezTo>
                    <a:pt x="36" y="50"/>
                    <a:pt x="36" y="50"/>
                    <a:pt x="36" y="50"/>
                  </a:cubicBezTo>
                  <a:cubicBezTo>
                    <a:pt x="39" y="42"/>
                    <a:pt x="36" y="34"/>
                    <a:pt x="29" y="30"/>
                  </a:cubicBezTo>
                  <a:cubicBezTo>
                    <a:pt x="21" y="25"/>
                    <a:pt x="10" y="27"/>
                    <a:pt x="5" y="36"/>
                  </a:cubicBezTo>
                  <a:cubicBezTo>
                    <a:pt x="0" y="44"/>
                    <a:pt x="2" y="55"/>
                    <a:pt x="10" y="60"/>
                  </a:cubicBezTo>
                  <a:cubicBezTo>
                    <a:pt x="18" y="64"/>
                    <a:pt x="26" y="63"/>
                    <a:pt x="32" y="57"/>
                  </a:cubicBezTo>
                  <a:cubicBezTo>
                    <a:pt x="50" y="68"/>
                    <a:pt x="50" y="68"/>
                    <a:pt x="50" y="68"/>
                  </a:cubicBezTo>
                  <a:cubicBezTo>
                    <a:pt x="49" y="69"/>
                    <a:pt x="49" y="71"/>
                    <a:pt x="49" y="72"/>
                  </a:cubicBezTo>
                  <a:cubicBezTo>
                    <a:pt x="49" y="82"/>
                    <a:pt x="57" y="90"/>
                    <a:pt x="67" y="90"/>
                  </a:cubicBezTo>
                  <a:cubicBezTo>
                    <a:pt x="76" y="90"/>
                    <a:pt x="84" y="82"/>
                    <a:pt x="84" y="72"/>
                  </a:cubicBezTo>
                  <a:cubicBezTo>
                    <a:pt x="84" y="71"/>
                    <a:pt x="84" y="69"/>
                    <a:pt x="83" y="68"/>
                  </a:cubicBezTo>
                  <a:cubicBezTo>
                    <a:pt x="101" y="57"/>
                    <a:pt x="101" y="57"/>
                    <a:pt x="101" y="57"/>
                  </a:cubicBezTo>
                  <a:cubicBezTo>
                    <a:pt x="107" y="63"/>
                    <a:pt x="115" y="64"/>
                    <a:pt x="122" y="60"/>
                  </a:cubicBezTo>
                  <a:cubicBezTo>
                    <a:pt x="131" y="55"/>
                    <a:pt x="133" y="44"/>
                    <a:pt x="128" y="3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" name="Freeform 222"/>
            <p:cNvSpPr/>
            <p:nvPr/>
          </p:nvSpPr>
          <p:spPr bwMode="auto">
            <a:xfrm>
              <a:off x="9567237" y="1856178"/>
              <a:ext cx="123166" cy="151391"/>
            </a:xfrm>
            <a:custGeom>
              <a:avLst/>
              <a:gdLst>
                <a:gd name="T0" fmla="*/ 4 w 81"/>
                <a:gd name="T1" fmla="*/ 40 h 100"/>
                <a:gd name="T2" fmla="*/ 16 w 81"/>
                <a:gd name="T3" fmla="*/ 40 h 100"/>
                <a:gd name="T4" fmla="*/ 16 w 81"/>
                <a:gd name="T5" fmla="*/ 97 h 100"/>
                <a:gd name="T6" fmla="*/ 19 w 81"/>
                <a:gd name="T7" fmla="*/ 100 h 100"/>
                <a:gd name="T8" fmla="*/ 62 w 81"/>
                <a:gd name="T9" fmla="*/ 100 h 100"/>
                <a:gd name="T10" fmla="*/ 66 w 81"/>
                <a:gd name="T11" fmla="*/ 97 h 100"/>
                <a:gd name="T12" fmla="*/ 66 w 81"/>
                <a:gd name="T13" fmla="*/ 40 h 100"/>
                <a:gd name="T14" fmla="*/ 78 w 81"/>
                <a:gd name="T15" fmla="*/ 40 h 100"/>
                <a:gd name="T16" fmla="*/ 78 w 81"/>
                <a:gd name="T17" fmla="*/ 40 h 100"/>
                <a:gd name="T18" fmla="*/ 81 w 81"/>
                <a:gd name="T19" fmla="*/ 36 h 100"/>
                <a:gd name="T20" fmla="*/ 80 w 81"/>
                <a:gd name="T21" fmla="*/ 34 h 100"/>
                <a:gd name="T22" fmla="*/ 43 w 81"/>
                <a:gd name="T23" fmla="*/ 1 h 100"/>
                <a:gd name="T24" fmla="*/ 38 w 81"/>
                <a:gd name="T25" fmla="*/ 1 h 100"/>
                <a:gd name="T26" fmla="*/ 2 w 81"/>
                <a:gd name="T27" fmla="*/ 34 h 100"/>
                <a:gd name="T28" fmla="*/ 1 w 81"/>
                <a:gd name="T29" fmla="*/ 37 h 100"/>
                <a:gd name="T30" fmla="*/ 4 w 81"/>
                <a:gd name="T31" fmla="*/ 4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81" h="100">
                  <a:moveTo>
                    <a:pt x="4" y="40"/>
                  </a:moveTo>
                  <a:cubicBezTo>
                    <a:pt x="16" y="40"/>
                    <a:pt x="16" y="40"/>
                    <a:pt x="16" y="40"/>
                  </a:cubicBezTo>
                  <a:cubicBezTo>
                    <a:pt x="16" y="97"/>
                    <a:pt x="16" y="97"/>
                    <a:pt x="16" y="97"/>
                  </a:cubicBezTo>
                  <a:cubicBezTo>
                    <a:pt x="16" y="99"/>
                    <a:pt x="17" y="100"/>
                    <a:pt x="19" y="100"/>
                  </a:cubicBezTo>
                  <a:cubicBezTo>
                    <a:pt x="62" y="100"/>
                    <a:pt x="62" y="100"/>
                    <a:pt x="62" y="100"/>
                  </a:cubicBezTo>
                  <a:cubicBezTo>
                    <a:pt x="64" y="100"/>
                    <a:pt x="66" y="99"/>
                    <a:pt x="66" y="97"/>
                  </a:cubicBezTo>
                  <a:cubicBezTo>
                    <a:pt x="66" y="40"/>
                    <a:pt x="66" y="40"/>
                    <a:pt x="66" y="40"/>
                  </a:cubicBezTo>
                  <a:cubicBezTo>
                    <a:pt x="78" y="40"/>
                    <a:pt x="78" y="40"/>
                    <a:pt x="78" y="40"/>
                  </a:cubicBezTo>
                  <a:cubicBezTo>
                    <a:pt x="78" y="40"/>
                    <a:pt x="78" y="40"/>
                    <a:pt x="78" y="40"/>
                  </a:cubicBezTo>
                  <a:cubicBezTo>
                    <a:pt x="79" y="40"/>
                    <a:pt x="81" y="38"/>
                    <a:pt x="81" y="36"/>
                  </a:cubicBezTo>
                  <a:cubicBezTo>
                    <a:pt x="81" y="35"/>
                    <a:pt x="80" y="34"/>
                    <a:pt x="80" y="34"/>
                  </a:cubicBezTo>
                  <a:cubicBezTo>
                    <a:pt x="43" y="1"/>
                    <a:pt x="43" y="1"/>
                    <a:pt x="43" y="1"/>
                  </a:cubicBezTo>
                  <a:cubicBezTo>
                    <a:pt x="42" y="0"/>
                    <a:pt x="40" y="0"/>
                    <a:pt x="38" y="1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1" y="35"/>
                    <a:pt x="0" y="36"/>
                    <a:pt x="1" y="37"/>
                  </a:cubicBezTo>
                  <a:cubicBezTo>
                    <a:pt x="1" y="39"/>
                    <a:pt x="2" y="40"/>
                    <a:pt x="4" y="4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Freeform 223"/>
            <p:cNvSpPr/>
            <p:nvPr/>
          </p:nvSpPr>
          <p:spPr bwMode="auto">
            <a:xfrm>
              <a:off x="9526182" y="1951760"/>
              <a:ext cx="205276" cy="112261"/>
            </a:xfrm>
            <a:custGeom>
              <a:avLst/>
              <a:gdLst>
                <a:gd name="T0" fmla="*/ 129 w 135"/>
                <a:gd name="T1" fmla="*/ 0 h 74"/>
                <a:gd name="T2" fmla="*/ 123 w 135"/>
                <a:gd name="T3" fmla="*/ 6 h 74"/>
                <a:gd name="T4" fmla="*/ 68 w 135"/>
                <a:gd name="T5" fmla="*/ 61 h 74"/>
                <a:gd name="T6" fmla="*/ 13 w 135"/>
                <a:gd name="T7" fmla="*/ 6 h 74"/>
                <a:gd name="T8" fmla="*/ 6 w 135"/>
                <a:gd name="T9" fmla="*/ 0 h 74"/>
                <a:gd name="T10" fmla="*/ 0 w 135"/>
                <a:gd name="T11" fmla="*/ 6 h 74"/>
                <a:gd name="T12" fmla="*/ 68 w 135"/>
                <a:gd name="T13" fmla="*/ 74 h 74"/>
                <a:gd name="T14" fmla="*/ 135 w 135"/>
                <a:gd name="T15" fmla="*/ 6 h 74"/>
                <a:gd name="T16" fmla="*/ 129 w 135"/>
                <a:gd name="T17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5" h="74">
                  <a:moveTo>
                    <a:pt x="129" y="0"/>
                  </a:moveTo>
                  <a:cubicBezTo>
                    <a:pt x="125" y="0"/>
                    <a:pt x="123" y="3"/>
                    <a:pt x="123" y="6"/>
                  </a:cubicBezTo>
                  <a:cubicBezTo>
                    <a:pt x="123" y="36"/>
                    <a:pt x="98" y="61"/>
                    <a:pt x="68" y="61"/>
                  </a:cubicBezTo>
                  <a:cubicBezTo>
                    <a:pt x="37" y="61"/>
                    <a:pt x="13" y="36"/>
                    <a:pt x="13" y="6"/>
                  </a:cubicBezTo>
                  <a:cubicBezTo>
                    <a:pt x="13" y="3"/>
                    <a:pt x="10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43"/>
                    <a:pt x="30" y="74"/>
                    <a:pt x="68" y="74"/>
                  </a:cubicBezTo>
                  <a:cubicBezTo>
                    <a:pt x="105" y="74"/>
                    <a:pt x="135" y="43"/>
                    <a:pt x="135" y="6"/>
                  </a:cubicBezTo>
                  <a:cubicBezTo>
                    <a:pt x="135" y="3"/>
                    <a:pt x="132" y="0"/>
                    <a:pt x="12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Freeform 224"/>
            <p:cNvSpPr>
              <a:spLocks noEditPoints="1"/>
            </p:cNvSpPr>
            <p:nvPr/>
          </p:nvSpPr>
          <p:spPr bwMode="auto">
            <a:xfrm>
              <a:off x="8563948" y="4960984"/>
              <a:ext cx="253388" cy="237992"/>
            </a:xfrm>
            <a:custGeom>
              <a:avLst/>
              <a:gdLst>
                <a:gd name="T0" fmla="*/ 166 w 167"/>
                <a:gd name="T1" fmla="*/ 60 h 157"/>
                <a:gd name="T2" fmla="*/ 163 w 167"/>
                <a:gd name="T3" fmla="*/ 57 h 157"/>
                <a:gd name="T4" fmla="*/ 111 w 167"/>
                <a:gd name="T5" fmla="*/ 49 h 157"/>
                <a:gd name="T6" fmla="*/ 88 w 167"/>
                <a:gd name="T7" fmla="*/ 3 h 157"/>
                <a:gd name="T8" fmla="*/ 83 w 167"/>
                <a:gd name="T9" fmla="*/ 0 h 157"/>
                <a:gd name="T10" fmla="*/ 79 w 167"/>
                <a:gd name="T11" fmla="*/ 3 h 157"/>
                <a:gd name="T12" fmla="*/ 56 w 167"/>
                <a:gd name="T13" fmla="*/ 49 h 157"/>
                <a:gd name="T14" fmla="*/ 4 w 167"/>
                <a:gd name="T15" fmla="*/ 57 h 157"/>
                <a:gd name="T16" fmla="*/ 1 w 167"/>
                <a:gd name="T17" fmla="*/ 60 h 157"/>
                <a:gd name="T18" fmla="*/ 2 w 167"/>
                <a:gd name="T19" fmla="*/ 65 h 157"/>
                <a:gd name="T20" fmla="*/ 39 w 167"/>
                <a:gd name="T21" fmla="*/ 101 h 157"/>
                <a:gd name="T22" fmla="*/ 30 w 167"/>
                <a:gd name="T23" fmla="*/ 151 h 157"/>
                <a:gd name="T24" fmla="*/ 32 w 167"/>
                <a:gd name="T25" fmla="*/ 156 h 157"/>
                <a:gd name="T26" fmla="*/ 37 w 167"/>
                <a:gd name="T27" fmla="*/ 156 h 157"/>
                <a:gd name="T28" fmla="*/ 83 w 167"/>
                <a:gd name="T29" fmla="*/ 132 h 157"/>
                <a:gd name="T30" fmla="*/ 130 w 167"/>
                <a:gd name="T31" fmla="*/ 156 h 157"/>
                <a:gd name="T32" fmla="*/ 132 w 167"/>
                <a:gd name="T33" fmla="*/ 157 h 157"/>
                <a:gd name="T34" fmla="*/ 135 w 167"/>
                <a:gd name="T35" fmla="*/ 156 h 157"/>
                <a:gd name="T36" fmla="*/ 137 w 167"/>
                <a:gd name="T37" fmla="*/ 151 h 157"/>
                <a:gd name="T38" fmla="*/ 128 w 167"/>
                <a:gd name="T39" fmla="*/ 101 h 157"/>
                <a:gd name="T40" fmla="*/ 165 w 167"/>
                <a:gd name="T41" fmla="*/ 65 h 157"/>
                <a:gd name="T42" fmla="*/ 166 w 167"/>
                <a:gd name="T43" fmla="*/ 60 h 157"/>
                <a:gd name="T44" fmla="*/ 83 w 167"/>
                <a:gd name="T45" fmla="*/ 117 h 157"/>
                <a:gd name="T46" fmla="*/ 53 w 167"/>
                <a:gd name="T47" fmla="*/ 86 h 157"/>
                <a:gd name="T48" fmla="*/ 83 w 167"/>
                <a:gd name="T49" fmla="*/ 56 h 157"/>
                <a:gd name="T50" fmla="*/ 114 w 167"/>
                <a:gd name="T51" fmla="*/ 86 h 157"/>
                <a:gd name="T52" fmla="*/ 83 w 167"/>
                <a:gd name="T53" fmla="*/ 117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67" h="157">
                  <a:moveTo>
                    <a:pt x="166" y="60"/>
                  </a:moveTo>
                  <a:cubicBezTo>
                    <a:pt x="166" y="58"/>
                    <a:pt x="164" y="57"/>
                    <a:pt x="163" y="57"/>
                  </a:cubicBezTo>
                  <a:cubicBezTo>
                    <a:pt x="111" y="49"/>
                    <a:pt x="111" y="49"/>
                    <a:pt x="111" y="49"/>
                  </a:cubicBezTo>
                  <a:cubicBezTo>
                    <a:pt x="88" y="3"/>
                    <a:pt x="88" y="3"/>
                    <a:pt x="88" y="3"/>
                  </a:cubicBezTo>
                  <a:cubicBezTo>
                    <a:pt x="87" y="2"/>
                    <a:pt x="85" y="0"/>
                    <a:pt x="83" y="0"/>
                  </a:cubicBezTo>
                  <a:cubicBezTo>
                    <a:pt x="82" y="0"/>
                    <a:pt x="80" y="2"/>
                    <a:pt x="79" y="3"/>
                  </a:cubicBezTo>
                  <a:cubicBezTo>
                    <a:pt x="56" y="49"/>
                    <a:pt x="56" y="49"/>
                    <a:pt x="56" y="49"/>
                  </a:cubicBezTo>
                  <a:cubicBezTo>
                    <a:pt x="4" y="57"/>
                    <a:pt x="4" y="57"/>
                    <a:pt x="4" y="57"/>
                  </a:cubicBezTo>
                  <a:cubicBezTo>
                    <a:pt x="3" y="57"/>
                    <a:pt x="1" y="58"/>
                    <a:pt x="1" y="60"/>
                  </a:cubicBezTo>
                  <a:cubicBezTo>
                    <a:pt x="0" y="62"/>
                    <a:pt x="0" y="64"/>
                    <a:pt x="2" y="65"/>
                  </a:cubicBezTo>
                  <a:cubicBezTo>
                    <a:pt x="39" y="101"/>
                    <a:pt x="39" y="101"/>
                    <a:pt x="39" y="101"/>
                  </a:cubicBezTo>
                  <a:cubicBezTo>
                    <a:pt x="30" y="151"/>
                    <a:pt x="30" y="151"/>
                    <a:pt x="30" y="151"/>
                  </a:cubicBezTo>
                  <a:cubicBezTo>
                    <a:pt x="30" y="153"/>
                    <a:pt x="31" y="155"/>
                    <a:pt x="32" y="156"/>
                  </a:cubicBezTo>
                  <a:cubicBezTo>
                    <a:pt x="34" y="157"/>
                    <a:pt x="36" y="157"/>
                    <a:pt x="37" y="156"/>
                  </a:cubicBezTo>
                  <a:cubicBezTo>
                    <a:pt x="83" y="132"/>
                    <a:pt x="83" y="132"/>
                    <a:pt x="83" y="132"/>
                  </a:cubicBezTo>
                  <a:cubicBezTo>
                    <a:pt x="130" y="156"/>
                    <a:pt x="130" y="156"/>
                    <a:pt x="130" y="156"/>
                  </a:cubicBezTo>
                  <a:cubicBezTo>
                    <a:pt x="130" y="157"/>
                    <a:pt x="131" y="157"/>
                    <a:pt x="132" y="157"/>
                  </a:cubicBezTo>
                  <a:cubicBezTo>
                    <a:pt x="133" y="157"/>
                    <a:pt x="134" y="157"/>
                    <a:pt x="135" y="156"/>
                  </a:cubicBezTo>
                  <a:cubicBezTo>
                    <a:pt x="136" y="155"/>
                    <a:pt x="137" y="153"/>
                    <a:pt x="137" y="151"/>
                  </a:cubicBezTo>
                  <a:cubicBezTo>
                    <a:pt x="128" y="101"/>
                    <a:pt x="128" y="101"/>
                    <a:pt x="128" y="101"/>
                  </a:cubicBezTo>
                  <a:cubicBezTo>
                    <a:pt x="165" y="65"/>
                    <a:pt x="165" y="65"/>
                    <a:pt x="165" y="65"/>
                  </a:cubicBezTo>
                  <a:cubicBezTo>
                    <a:pt x="167" y="64"/>
                    <a:pt x="167" y="62"/>
                    <a:pt x="166" y="60"/>
                  </a:cubicBezTo>
                  <a:close/>
                  <a:moveTo>
                    <a:pt x="83" y="117"/>
                  </a:moveTo>
                  <a:cubicBezTo>
                    <a:pt x="67" y="117"/>
                    <a:pt x="53" y="103"/>
                    <a:pt x="53" y="86"/>
                  </a:cubicBezTo>
                  <a:cubicBezTo>
                    <a:pt x="53" y="69"/>
                    <a:pt x="67" y="56"/>
                    <a:pt x="83" y="56"/>
                  </a:cubicBezTo>
                  <a:cubicBezTo>
                    <a:pt x="100" y="56"/>
                    <a:pt x="114" y="69"/>
                    <a:pt x="114" y="86"/>
                  </a:cubicBezTo>
                  <a:cubicBezTo>
                    <a:pt x="114" y="103"/>
                    <a:pt x="100" y="117"/>
                    <a:pt x="83" y="117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4" name="Freeform 225"/>
            <p:cNvSpPr>
              <a:spLocks noEditPoints="1"/>
            </p:cNvSpPr>
            <p:nvPr/>
          </p:nvSpPr>
          <p:spPr bwMode="auto">
            <a:xfrm>
              <a:off x="10257479" y="4977662"/>
              <a:ext cx="165504" cy="200145"/>
            </a:xfrm>
            <a:custGeom>
              <a:avLst/>
              <a:gdLst>
                <a:gd name="T0" fmla="*/ 97 w 109"/>
                <a:gd name="T1" fmla="*/ 0 h 132"/>
                <a:gd name="T2" fmla="*/ 13 w 109"/>
                <a:gd name="T3" fmla="*/ 0 h 132"/>
                <a:gd name="T4" fmla="*/ 0 w 109"/>
                <a:gd name="T5" fmla="*/ 12 h 132"/>
                <a:gd name="T6" fmla="*/ 0 w 109"/>
                <a:gd name="T7" fmla="*/ 97 h 132"/>
                <a:gd name="T8" fmla="*/ 13 w 109"/>
                <a:gd name="T9" fmla="*/ 109 h 132"/>
                <a:gd name="T10" fmla="*/ 40 w 109"/>
                <a:gd name="T11" fmla="*/ 109 h 132"/>
                <a:gd name="T12" fmla="*/ 54 w 109"/>
                <a:gd name="T13" fmla="*/ 132 h 132"/>
                <a:gd name="T14" fmla="*/ 55 w 109"/>
                <a:gd name="T15" fmla="*/ 132 h 132"/>
                <a:gd name="T16" fmla="*/ 56 w 109"/>
                <a:gd name="T17" fmla="*/ 132 h 132"/>
                <a:gd name="T18" fmla="*/ 69 w 109"/>
                <a:gd name="T19" fmla="*/ 109 h 132"/>
                <a:gd name="T20" fmla="*/ 97 w 109"/>
                <a:gd name="T21" fmla="*/ 109 h 132"/>
                <a:gd name="T22" fmla="*/ 109 w 109"/>
                <a:gd name="T23" fmla="*/ 97 h 132"/>
                <a:gd name="T24" fmla="*/ 109 w 109"/>
                <a:gd name="T25" fmla="*/ 12 h 132"/>
                <a:gd name="T26" fmla="*/ 97 w 109"/>
                <a:gd name="T27" fmla="*/ 0 h 132"/>
                <a:gd name="T28" fmla="*/ 55 w 109"/>
                <a:gd name="T29" fmla="*/ 95 h 132"/>
                <a:gd name="T30" fmla="*/ 13 w 109"/>
                <a:gd name="T31" fmla="*/ 54 h 132"/>
                <a:gd name="T32" fmla="*/ 55 w 109"/>
                <a:gd name="T33" fmla="*/ 12 h 132"/>
                <a:gd name="T34" fmla="*/ 96 w 109"/>
                <a:gd name="T35" fmla="*/ 54 h 132"/>
                <a:gd name="T36" fmla="*/ 55 w 109"/>
                <a:gd name="T37" fmla="*/ 95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9" h="132">
                  <a:moveTo>
                    <a:pt x="97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6" y="0"/>
                    <a:pt x="0" y="5"/>
                    <a:pt x="0" y="12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3"/>
                    <a:pt x="6" y="109"/>
                    <a:pt x="13" y="109"/>
                  </a:cubicBezTo>
                  <a:cubicBezTo>
                    <a:pt x="40" y="109"/>
                    <a:pt x="40" y="109"/>
                    <a:pt x="40" y="109"/>
                  </a:cubicBezTo>
                  <a:cubicBezTo>
                    <a:pt x="54" y="132"/>
                    <a:pt x="54" y="132"/>
                    <a:pt x="54" y="132"/>
                  </a:cubicBezTo>
                  <a:cubicBezTo>
                    <a:pt x="54" y="132"/>
                    <a:pt x="54" y="132"/>
                    <a:pt x="55" y="132"/>
                  </a:cubicBezTo>
                  <a:cubicBezTo>
                    <a:pt x="55" y="132"/>
                    <a:pt x="55" y="132"/>
                    <a:pt x="56" y="132"/>
                  </a:cubicBezTo>
                  <a:cubicBezTo>
                    <a:pt x="69" y="109"/>
                    <a:pt x="69" y="109"/>
                    <a:pt x="69" y="109"/>
                  </a:cubicBezTo>
                  <a:cubicBezTo>
                    <a:pt x="97" y="109"/>
                    <a:pt x="97" y="109"/>
                    <a:pt x="97" y="109"/>
                  </a:cubicBezTo>
                  <a:cubicBezTo>
                    <a:pt x="104" y="109"/>
                    <a:pt x="109" y="103"/>
                    <a:pt x="109" y="97"/>
                  </a:cubicBezTo>
                  <a:cubicBezTo>
                    <a:pt x="109" y="12"/>
                    <a:pt x="109" y="12"/>
                    <a:pt x="109" y="12"/>
                  </a:cubicBezTo>
                  <a:cubicBezTo>
                    <a:pt x="109" y="5"/>
                    <a:pt x="104" y="0"/>
                    <a:pt x="97" y="0"/>
                  </a:cubicBezTo>
                  <a:close/>
                  <a:moveTo>
                    <a:pt x="55" y="95"/>
                  </a:moveTo>
                  <a:cubicBezTo>
                    <a:pt x="32" y="95"/>
                    <a:pt x="13" y="77"/>
                    <a:pt x="13" y="54"/>
                  </a:cubicBezTo>
                  <a:cubicBezTo>
                    <a:pt x="13" y="31"/>
                    <a:pt x="32" y="12"/>
                    <a:pt x="55" y="12"/>
                  </a:cubicBezTo>
                  <a:cubicBezTo>
                    <a:pt x="78" y="12"/>
                    <a:pt x="96" y="31"/>
                    <a:pt x="96" y="54"/>
                  </a:cubicBezTo>
                  <a:cubicBezTo>
                    <a:pt x="96" y="77"/>
                    <a:pt x="78" y="95"/>
                    <a:pt x="55" y="9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226"/>
            <p:cNvSpPr>
              <a:spLocks noEditPoints="1"/>
            </p:cNvSpPr>
            <p:nvPr/>
          </p:nvSpPr>
          <p:spPr bwMode="auto">
            <a:xfrm>
              <a:off x="10290836" y="5012303"/>
              <a:ext cx="98789" cy="80186"/>
            </a:xfrm>
            <a:custGeom>
              <a:avLst/>
              <a:gdLst>
                <a:gd name="T0" fmla="*/ 33 w 65"/>
                <a:gd name="T1" fmla="*/ 0 h 53"/>
                <a:gd name="T2" fmla="*/ 30 w 65"/>
                <a:gd name="T3" fmla="*/ 1 h 53"/>
                <a:gd name="T4" fmla="*/ 0 w 65"/>
                <a:gd name="T5" fmla="*/ 28 h 53"/>
                <a:gd name="T6" fmla="*/ 0 w 65"/>
                <a:gd name="T7" fmla="*/ 29 h 53"/>
                <a:gd name="T8" fmla="*/ 2 w 65"/>
                <a:gd name="T9" fmla="*/ 30 h 53"/>
                <a:gd name="T10" fmla="*/ 9 w 65"/>
                <a:gd name="T11" fmla="*/ 30 h 53"/>
                <a:gd name="T12" fmla="*/ 9 w 65"/>
                <a:gd name="T13" fmla="*/ 53 h 53"/>
                <a:gd name="T14" fmla="*/ 25 w 65"/>
                <a:gd name="T15" fmla="*/ 53 h 53"/>
                <a:gd name="T16" fmla="*/ 25 w 65"/>
                <a:gd name="T17" fmla="*/ 39 h 53"/>
                <a:gd name="T18" fmla="*/ 41 w 65"/>
                <a:gd name="T19" fmla="*/ 39 h 53"/>
                <a:gd name="T20" fmla="*/ 41 w 65"/>
                <a:gd name="T21" fmla="*/ 53 h 53"/>
                <a:gd name="T22" fmla="*/ 56 w 65"/>
                <a:gd name="T23" fmla="*/ 53 h 53"/>
                <a:gd name="T24" fmla="*/ 56 w 65"/>
                <a:gd name="T25" fmla="*/ 30 h 53"/>
                <a:gd name="T26" fmla="*/ 63 w 65"/>
                <a:gd name="T27" fmla="*/ 30 h 53"/>
                <a:gd name="T28" fmla="*/ 65 w 65"/>
                <a:gd name="T29" fmla="*/ 29 h 53"/>
                <a:gd name="T30" fmla="*/ 65 w 65"/>
                <a:gd name="T31" fmla="*/ 28 h 53"/>
                <a:gd name="T32" fmla="*/ 65 w 65"/>
                <a:gd name="T33" fmla="*/ 28 h 53"/>
                <a:gd name="T34" fmla="*/ 35 w 65"/>
                <a:gd name="T35" fmla="*/ 1 h 53"/>
                <a:gd name="T36" fmla="*/ 33 w 65"/>
                <a:gd name="T37" fmla="*/ 0 h 53"/>
                <a:gd name="T38" fmla="*/ 39 w 65"/>
                <a:gd name="T39" fmla="*/ 19 h 53"/>
                <a:gd name="T40" fmla="*/ 33 w 65"/>
                <a:gd name="T41" fmla="*/ 25 h 53"/>
                <a:gd name="T42" fmla="*/ 26 w 65"/>
                <a:gd name="T43" fmla="*/ 19 h 53"/>
                <a:gd name="T44" fmla="*/ 33 w 65"/>
                <a:gd name="T45" fmla="*/ 12 h 53"/>
                <a:gd name="T46" fmla="*/ 39 w 65"/>
                <a:gd name="T47" fmla="*/ 19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5" h="53">
                  <a:moveTo>
                    <a:pt x="33" y="0"/>
                  </a:moveTo>
                  <a:cubicBezTo>
                    <a:pt x="32" y="0"/>
                    <a:pt x="31" y="1"/>
                    <a:pt x="30" y="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9"/>
                    <a:pt x="0" y="29"/>
                  </a:cubicBezTo>
                  <a:cubicBezTo>
                    <a:pt x="1" y="29"/>
                    <a:pt x="2" y="30"/>
                    <a:pt x="2" y="30"/>
                  </a:cubicBezTo>
                  <a:cubicBezTo>
                    <a:pt x="9" y="30"/>
                    <a:pt x="9" y="30"/>
                    <a:pt x="9" y="30"/>
                  </a:cubicBezTo>
                  <a:cubicBezTo>
                    <a:pt x="9" y="53"/>
                    <a:pt x="9" y="53"/>
                    <a:pt x="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25" y="39"/>
                    <a:pt x="25" y="39"/>
                    <a:pt x="25" y="39"/>
                  </a:cubicBezTo>
                  <a:cubicBezTo>
                    <a:pt x="41" y="39"/>
                    <a:pt x="41" y="39"/>
                    <a:pt x="41" y="39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56" y="53"/>
                    <a:pt x="56" y="53"/>
                    <a:pt x="56" y="53"/>
                  </a:cubicBezTo>
                  <a:cubicBezTo>
                    <a:pt x="56" y="30"/>
                    <a:pt x="56" y="30"/>
                    <a:pt x="56" y="30"/>
                  </a:cubicBezTo>
                  <a:cubicBezTo>
                    <a:pt x="63" y="30"/>
                    <a:pt x="63" y="30"/>
                    <a:pt x="63" y="30"/>
                  </a:cubicBezTo>
                  <a:cubicBezTo>
                    <a:pt x="64" y="30"/>
                    <a:pt x="64" y="29"/>
                    <a:pt x="65" y="29"/>
                  </a:cubicBezTo>
                  <a:cubicBezTo>
                    <a:pt x="65" y="29"/>
                    <a:pt x="65" y="29"/>
                    <a:pt x="65" y="28"/>
                  </a:cubicBezTo>
                  <a:cubicBezTo>
                    <a:pt x="65" y="28"/>
                    <a:pt x="65" y="28"/>
                    <a:pt x="65" y="28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34" y="1"/>
                    <a:pt x="33" y="0"/>
                    <a:pt x="33" y="0"/>
                  </a:cubicBezTo>
                  <a:close/>
                  <a:moveTo>
                    <a:pt x="39" y="19"/>
                  </a:moveTo>
                  <a:cubicBezTo>
                    <a:pt x="39" y="22"/>
                    <a:pt x="36" y="25"/>
                    <a:pt x="33" y="25"/>
                  </a:cubicBezTo>
                  <a:cubicBezTo>
                    <a:pt x="29" y="25"/>
                    <a:pt x="26" y="22"/>
                    <a:pt x="26" y="19"/>
                  </a:cubicBezTo>
                  <a:cubicBezTo>
                    <a:pt x="26" y="15"/>
                    <a:pt x="29" y="12"/>
                    <a:pt x="33" y="12"/>
                  </a:cubicBezTo>
                  <a:cubicBezTo>
                    <a:pt x="36" y="12"/>
                    <a:pt x="39" y="15"/>
                    <a:pt x="39" y="1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Freeform 227"/>
            <p:cNvSpPr>
              <a:spLocks noEditPoints="1"/>
            </p:cNvSpPr>
            <p:nvPr/>
          </p:nvSpPr>
          <p:spPr bwMode="auto">
            <a:xfrm>
              <a:off x="10603883" y="2404009"/>
              <a:ext cx="204635" cy="222597"/>
            </a:xfrm>
            <a:custGeom>
              <a:avLst/>
              <a:gdLst>
                <a:gd name="T0" fmla="*/ 134 w 135"/>
                <a:gd name="T1" fmla="*/ 34 h 147"/>
                <a:gd name="T2" fmla="*/ 135 w 135"/>
                <a:gd name="T3" fmla="*/ 32 h 147"/>
                <a:gd name="T4" fmla="*/ 133 w 135"/>
                <a:gd name="T5" fmla="*/ 30 h 147"/>
                <a:gd name="T6" fmla="*/ 117 w 135"/>
                <a:gd name="T7" fmla="*/ 33 h 147"/>
                <a:gd name="T8" fmla="*/ 114 w 135"/>
                <a:gd name="T9" fmla="*/ 24 h 147"/>
                <a:gd name="T10" fmla="*/ 76 w 135"/>
                <a:gd name="T11" fmla="*/ 0 h 147"/>
                <a:gd name="T12" fmla="*/ 34 w 135"/>
                <a:gd name="T13" fmla="*/ 42 h 147"/>
                <a:gd name="T14" fmla="*/ 34 w 135"/>
                <a:gd name="T15" fmla="*/ 53 h 147"/>
                <a:gd name="T16" fmla="*/ 30 w 135"/>
                <a:gd name="T17" fmla="*/ 91 h 147"/>
                <a:gd name="T18" fmla="*/ 21 w 135"/>
                <a:gd name="T19" fmla="*/ 94 h 147"/>
                <a:gd name="T20" fmla="*/ 2 w 135"/>
                <a:gd name="T21" fmla="*/ 94 h 147"/>
                <a:gd name="T22" fmla="*/ 0 w 135"/>
                <a:gd name="T23" fmla="*/ 96 h 147"/>
                <a:gd name="T24" fmla="*/ 13 w 135"/>
                <a:gd name="T25" fmla="*/ 131 h 147"/>
                <a:gd name="T26" fmla="*/ 52 w 135"/>
                <a:gd name="T27" fmla="*/ 147 h 147"/>
                <a:gd name="T28" fmla="*/ 98 w 135"/>
                <a:gd name="T29" fmla="*/ 130 h 147"/>
                <a:gd name="T30" fmla="*/ 117 w 135"/>
                <a:gd name="T31" fmla="*/ 69 h 147"/>
                <a:gd name="T32" fmla="*/ 131 w 135"/>
                <a:gd name="T33" fmla="*/ 73 h 147"/>
                <a:gd name="T34" fmla="*/ 134 w 135"/>
                <a:gd name="T35" fmla="*/ 71 h 147"/>
                <a:gd name="T36" fmla="*/ 133 w 135"/>
                <a:gd name="T37" fmla="*/ 69 h 147"/>
                <a:gd name="T38" fmla="*/ 120 w 135"/>
                <a:gd name="T39" fmla="*/ 52 h 147"/>
                <a:gd name="T40" fmla="*/ 134 w 135"/>
                <a:gd name="T41" fmla="*/ 34 h 147"/>
                <a:gd name="T42" fmla="*/ 86 w 135"/>
                <a:gd name="T43" fmla="*/ 109 h 147"/>
                <a:gd name="T44" fmla="*/ 60 w 135"/>
                <a:gd name="T45" fmla="*/ 120 h 147"/>
                <a:gd name="T46" fmla="*/ 36 w 135"/>
                <a:gd name="T47" fmla="*/ 110 h 147"/>
                <a:gd name="T48" fmla="*/ 35 w 135"/>
                <a:gd name="T49" fmla="*/ 106 h 147"/>
                <a:gd name="T50" fmla="*/ 53 w 135"/>
                <a:gd name="T51" fmla="*/ 79 h 147"/>
                <a:gd name="T52" fmla="*/ 61 w 135"/>
                <a:gd name="T53" fmla="*/ 79 h 147"/>
                <a:gd name="T54" fmla="*/ 43 w 135"/>
                <a:gd name="T55" fmla="*/ 107 h 147"/>
                <a:gd name="T56" fmla="*/ 81 w 135"/>
                <a:gd name="T57" fmla="*/ 104 h 147"/>
                <a:gd name="T58" fmla="*/ 88 w 135"/>
                <a:gd name="T59" fmla="*/ 79 h 147"/>
                <a:gd name="T60" fmla="*/ 95 w 135"/>
                <a:gd name="T61" fmla="*/ 79 h 147"/>
                <a:gd name="T62" fmla="*/ 86 w 135"/>
                <a:gd name="T63" fmla="*/ 109 h 147"/>
                <a:gd name="T64" fmla="*/ 94 w 135"/>
                <a:gd name="T65" fmla="*/ 48 h 147"/>
                <a:gd name="T66" fmla="*/ 82 w 135"/>
                <a:gd name="T67" fmla="*/ 37 h 147"/>
                <a:gd name="T68" fmla="*/ 94 w 135"/>
                <a:gd name="T69" fmla="*/ 26 h 147"/>
                <a:gd name="T70" fmla="*/ 105 w 135"/>
                <a:gd name="T71" fmla="*/ 37 h 147"/>
                <a:gd name="T72" fmla="*/ 94 w 135"/>
                <a:gd name="T73" fmla="*/ 48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35" h="147">
                  <a:moveTo>
                    <a:pt x="134" y="34"/>
                  </a:moveTo>
                  <a:cubicBezTo>
                    <a:pt x="135" y="34"/>
                    <a:pt x="135" y="33"/>
                    <a:pt x="135" y="32"/>
                  </a:cubicBezTo>
                  <a:cubicBezTo>
                    <a:pt x="135" y="31"/>
                    <a:pt x="134" y="30"/>
                    <a:pt x="133" y="30"/>
                  </a:cubicBezTo>
                  <a:cubicBezTo>
                    <a:pt x="117" y="33"/>
                    <a:pt x="117" y="33"/>
                    <a:pt x="117" y="33"/>
                  </a:cubicBezTo>
                  <a:cubicBezTo>
                    <a:pt x="116" y="30"/>
                    <a:pt x="115" y="27"/>
                    <a:pt x="114" y="24"/>
                  </a:cubicBezTo>
                  <a:cubicBezTo>
                    <a:pt x="107" y="10"/>
                    <a:pt x="92" y="0"/>
                    <a:pt x="76" y="0"/>
                  </a:cubicBezTo>
                  <a:cubicBezTo>
                    <a:pt x="53" y="0"/>
                    <a:pt x="34" y="19"/>
                    <a:pt x="34" y="42"/>
                  </a:cubicBezTo>
                  <a:cubicBezTo>
                    <a:pt x="34" y="46"/>
                    <a:pt x="34" y="50"/>
                    <a:pt x="34" y="53"/>
                  </a:cubicBezTo>
                  <a:cubicBezTo>
                    <a:pt x="34" y="74"/>
                    <a:pt x="34" y="86"/>
                    <a:pt x="30" y="91"/>
                  </a:cubicBezTo>
                  <a:cubicBezTo>
                    <a:pt x="28" y="93"/>
                    <a:pt x="25" y="94"/>
                    <a:pt x="21" y="94"/>
                  </a:cubicBezTo>
                  <a:cubicBezTo>
                    <a:pt x="2" y="94"/>
                    <a:pt x="2" y="94"/>
                    <a:pt x="2" y="94"/>
                  </a:cubicBezTo>
                  <a:cubicBezTo>
                    <a:pt x="1" y="94"/>
                    <a:pt x="0" y="95"/>
                    <a:pt x="0" y="96"/>
                  </a:cubicBezTo>
                  <a:cubicBezTo>
                    <a:pt x="0" y="109"/>
                    <a:pt x="4" y="122"/>
                    <a:pt x="13" y="131"/>
                  </a:cubicBezTo>
                  <a:cubicBezTo>
                    <a:pt x="22" y="141"/>
                    <a:pt x="36" y="147"/>
                    <a:pt x="52" y="147"/>
                  </a:cubicBezTo>
                  <a:cubicBezTo>
                    <a:pt x="72" y="147"/>
                    <a:pt x="87" y="141"/>
                    <a:pt x="98" y="130"/>
                  </a:cubicBezTo>
                  <a:cubicBezTo>
                    <a:pt x="117" y="112"/>
                    <a:pt x="117" y="83"/>
                    <a:pt x="117" y="69"/>
                  </a:cubicBezTo>
                  <a:cubicBezTo>
                    <a:pt x="131" y="73"/>
                    <a:pt x="131" y="73"/>
                    <a:pt x="131" y="73"/>
                  </a:cubicBezTo>
                  <a:cubicBezTo>
                    <a:pt x="132" y="73"/>
                    <a:pt x="133" y="72"/>
                    <a:pt x="134" y="71"/>
                  </a:cubicBezTo>
                  <a:cubicBezTo>
                    <a:pt x="134" y="71"/>
                    <a:pt x="134" y="70"/>
                    <a:pt x="133" y="69"/>
                  </a:cubicBezTo>
                  <a:cubicBezTo>
                    <a:pt x="133" y="69"/>
                    <a:pt x="120" y="61"/>
                    <a:pt x="120" y="52"/>
                  </a:cubicBezTo>
                  <a:cubicBezTo>
                    <a:pt x="120" y="42"/>
                    <a:pt x="134" y="34"/>
                    <a:pt x="134" y="34"/>
                  </a:cubicBezTo>
                  <a:close/>
                  <a:moveTo>
                    <a:pt x="86" y="109"/>
                  </a:moveTo>
                  <a:cubicBezTo>
                    <a:pt x="79" y="116"/>
                    <a:pt x="70" y="120"/>
                    <a:pt x="60" y="120"/>
                  </a:cubicBezTo>
                  <a:cubicBezTo>
                    <a:pt x="51" y="120"/>
                    <a:pt x="43" y="117"/>
                    <a:pt x="36" y="110"/>
                  </a:cubicBezTo>
                  <a:cubicBezTo>
                    <a:pt x="34" y="109"/>
                    <a:pt x="34" y="107"/>
                    <a:pt x="35" y="106"/>
                  </a:cubicBezTo>
                  <a:cubicBezTo>
                    <a:pt x="53" y="79"/>
                    <a:pt x="53" y="79"/>
                    <a:pt x="53" y="79"/>
                  </a:cubicBezTo>
                  <a:cubicBezTo>
                    <a:pt x="61" y="79"/>
                    <a:pt x="61" y="79"/>
                    <a:pt x="61" y="79"/>
                  </a:cubicBezTo>
                  <a:cubicBezTo>
                    <a:pt x="43" y="107"/>
                    <a:pt x="43" y="107"/>
                    <a:pt x="43" y="107"/>
                  </a:cubicBezTo>
                  <a:cubicBezTo>
                    <a:pt x="54" y="116"/>
                    <a:pt x="71" y="115"/>
                    <a:pt x="81" y="104"/>
                  </a:cubicBezTo>
                  <a:cubicBezTo>
                    <a:pt x="88" y="97"/>
                    <a:pt x="90" y="88"/>
                    <a:pt x="88" y="79"/>
                  </a:cubicBezTo>
                  <a:cubicBezTo>
                    <a:pt x="95" y="79"/>
                    <a:pt x="95" y="79"/>
                    <a:pt x="95" y="79"/>
                  </a:cubicBezTo>
                  <a:cubicBezTo>
                    <a:pt x="97" y="90"/>
                    <a:pt x="94" y="101"/>
                    <a:pt x="86" y="109"/>
                  </a:cubicBezTo>
                  <a:close/>
                  <a:moveTo>
                    <a:pt x="94" y="48"/>
                  </a:moveTo>
                  <a:cubicBezTo>
                    <a:pt x="88" y="48"/>
                    <a:pt x="82" y="43"/>
                    <a:pt x="82" y="37"/>
                  </a:cubicBezTo>
                  <a:cubicBezTo>
                    <a:pt x="82" y="31"/>
                    <a:pt x="88" y="26"/>
                    <a:pt x="94" y="26"/>
                  </a:cubicBezTo>
                  <a:cubicBezTo>
                    <a:pt x="100" y="26"/>
                    <a:pt x="105" y="31"/>
                    <a:pt x="105" y="37"/>
                  </a:cubicBezTo>
                  <a:cubicBezTo>
                    <a:pt x="105" y="43"/>
                    <a:pt x="100" y="48"/>
                    <a:pt x="94" y="4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" name="Freeform 228"/>
            <p:cNvSpPr/>
            <p:nvPr/>
          </p:nvSpPr>
          <p:spPr bwMode="auto">
            <a:xfrm>
              <a:off x="8571646" y="3152627"/>
              <a:ext cx="168712" cy="168712"/>
            </a:xfrm>
            <a:custGeom>
              <a:avLst/>
              <a:gdLst>
                <a:gd name="T0" fmla="*/ 9 w 111"/>
                <a:gd name="T1" fmla="*/ 0 h 111"/>
                <a:gd name="T2" fmla="*/ 0 w 111"/>
                <a:gd name="T3" fmla="*/ 9 h 111"/>
                <a:gd name="T4" fmla="*/ 9 w 111"/>
                <a:gd name="T5" fmla="*/ 18 h 111"/>
                <a:gd name="T6" fmla="*/ 93 w 111"/>
                <a:gd name="T7" fmla="*/ 102 h 111"/>
                <a:gd name="T8" fmla="*/ 102 w 111"/>
                <a:gd name="T9" fmla="*/ 111 h 111"/>
                <a:gd name="T10" fmla="*/ 111 w 111"/>
                <a:gd name="T11" fmla="*/ 102 h 111"/>
                <a:gd name="T12" fmla="*/ 9 w 111"/>
                <a:gd name="T13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1" h="111"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4"/>
                    <a:pt x="4" y="18"/>
                    <a:pt x="9" y="18"/>
                  </a:cubicBezTo>
                  <a:cubicBezTo>
                    <a:pt x="55" y="18"/>
                    <a:pt x="93" y="56"/>
                    <a:pt x="93" y="102"/>
                  </a:cubicBezTo>
                  <a:cubicBezTo>
                    <a:pt x="93" y="107"/>
                    <a:pt x="97" y="111"/>
                    <a:pt x="102" y="111"/>
                  </a:cubicBezTo>
                  <a:cubicBezTo>
                    <a:pt x="107" y="111"/>
                    <a:pt x="111" y="107"/>
                    <a:pt x="111" y="102"/>
                  </a:cubicBezTo>
                  <a:cubicBezTo>
                    <a:pt x="111" y="46"/>
                    <a:pt x="65" y="0"/>
                    <a:pt x="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8" name="Freeform 229"/>
            <p:cNvSpPr/>
            <p:nvPr/>
          </p:nvSpPr>
          <p:spPr bwMode="auto">
            <a:xfrm>
              <a:off x="8571646" y="3204587"/>
              <a:ext cx="113544" cy="116751"/>
            </a:xfrm>
            <a:custGeom>
              <a:avLst/>
              <a:gdLst>
                <a:gd name="T0" fmla="*/ 57 w 75"/>
                <a:gd name="T1" fmla="*/ 68 h 77"/>
                <a:gd name="T2" fmla="*/ 66 w 75"/>
                <a:gd name="T3" fmla="*/ 77 h 77"/>
                <a:gd name="T4" fmla="*/ 75 w 75"/>
                <a:gd name="T5" fmla="*/ 68 h 77"/>
                <a:gd name="T6" fmla="*/ 9 w 75"/>
                <a:gd name="T7" fmla="*/ 0 h 77"/>
                <a:gd name="T8" fmla="*/ 0 w 75"/>
                <a:gd name="T9" fmla="*/ 9 h 77"/>
                <a:gd name="T10" fmla="*/ 9 w 75"/>
                <a:gd name="T11" fmla="*/ 18 h 77"/>
                <a:gd name="T12" fmla="*/ 57 w 75"/>
                <a:gd name="T13" fmla="*/ 68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5" h="77">
                  <a:moveTo>
                    <a:pt x="57" y="68"/>
                  </a:moveTo>
                  <a:cubicBezTo>
                    <a:pt x="57" y="73"/>
                    <a:pt x="61" y="77"/>
                    <a:pt x="66" y="77"/>
                  </a:cubicBezTo>
                  <a:cubicBezTo>
                    <a:pt x="71" y="77"/>
                    <a:pt x="75" y="73"/>
                    <a:pt x="75" y="68"/>
                  </a:cubicBezTo>
                  <a:cubicBezTo>
                    <a:pt x="75" y="31"/>
                    <a:pt x="46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14"/>
                    <a:pt x="4" y="18"/>
                    <a:pt x="9" y="18"/>
                  </a:cubicBezTo>
                  <a:cubicBezTo>
                    <a:pt x="35" y="18"/>
                    <a:pt x="57" y="41"/>
                    <a:pt x="57" y="6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Freeform 230"/>
            <p:cNvSpPr/>
            <p:nvPr/>
          </p:nvSpPr>
          <p:spPr bwMode="auto">
            <a:xfrm>
              <a:off x="8553684" y="3275793"/>
              <a:ext cx="62224" cy="62224"/>
            </a:xfrm>
            <a:custGeom>
              <a:avLst/>
              <a:gdLst>
                <a:gd name="T0" fmla="*/ 20 w 41"/>
                <a:gd name="T1" fmla="*/ 41 h 41"/>
                <a:gd name="T2" fmla="*/ 41 w 41"/>
                <a:gd name="T3" fmla="*/ 20 h 41"/>
                <a:gd name="T4" fmla="*/ 21 w 41"/>
                <a:gd name="T5" fmla="*/ 0 h 41"/>
                <a:gd name="T6" fmla="*/ 0 w 41"/>
                <a:gd name="T7" fmla="*/ 20 h 41"/>
                <a:gd name="T8" fmla="*/ 20 w 41"/>
                <a:gd name="T9" fmla="*/ 4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41">
                  <a:moveTo>
                    <a:pt x="20" y="41"/>
                  </a:moveTo>
                  <a:cubicBezTo>
                    <a:pt x="32" y="41"/>
                    <a:pt x="41" y="32"/>
                    <a:pt x="41" y="20"/>
                  </a:cubicBezTo>
                  <a:cubicBezTo>
                    <a:pt x="41" y="9"/>
                    <a:pt x="32" y="0"/>
                    <a:pt x="21" y="0"/>
                  </a:cubicBezTo>
                  <a:cubicBezTo>
                    <a:pt x="10" y="0"/>
                    <a:pt x="0" y="9"/>
                    <a:pt x="0" y="20"/>
                  </a:cubicBezTo>
                  <a:cubicBezTo>
                    <a:pt x="0" y="31"/>
                    <a:pt x="9" y="41"/>
                    <a:pt x="20" y="4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0" name="Freeform 231"/>
            <p:cNvSpPr/>
            <p:nvPr/>
          </p:nvSpPr>
          <p:spPr bwMode="auto">
            <a:xfrm>
              <a:off x="8438216" y="3172513"/>
              <a:ext cx="277765" cy="279048"/>
            </a:xfrm>
            <a:custGeom>
              <a:avLst/>
              <a:gdLst>
                <a:gd name="T0" fmla="*/ 155 w 183"/>
                <a:gd name="T1" fmla="*/ 118 h 184"/>
                <a:gd name="T2" fmla="*/ 139 w 183"/>
                <a:gd name="T3" fmla="*/ 116 h 184"/>
                <a:gd name="T4" fmla="*/ 126 w 183"/>
                <a:gd name="T5" fmla="*/ 130 h 184"/>
                <a:gd name="T6" fmla="*/ 112 w 183"/>
                <a:gd name="T7" fmla="*/ 116 h 184"/>
                <a:gd name="T8" fmla="*/ 97 w 183"/>
                <a:gd name="T9" fmla="*/ 121 h 184"/>
                <a:gd name="T10" fmla="*/ 64 w 183"/>
                <a:gd name="T11" fmla="*/ 88 h 184"/>
                <a:gd name="T12" fmla="*/ 69 w 183"/>
                <a:gd name="T13" fmla="*/ 72 h 184"/>
                <a:gd name="T14" fmla="*/ 54 w 183"/>
                <a:gd name="T15" fmla="*/ 58 h 184"/>
                <a:gd name="T16" fmla="*/ 69 w 183"/>
                <a:gd name="T17" fmla="*/ 44 h 184"/>
                <a:gd name="T18" fmla="*/ 67 w 183"/>
                <a:gd name="T19" fmla="*/ 28 h 184"/>
                <a:gd name="T20" fmla="*/ 45 w 183"/>
                <a:gd name="T21" fmla="*/ 5 h 184"/>
                <a:gd name="T22" fmla="*/ 29 w 183"/>
                <a:gd name="T23" fmla="*/ 4 h 184"/>
                <a:gd name="T24" fmla="*/ 12 w 183"/>
                <a:gd name="T25" fmla="*/ 21 h 184"/>
                <a:gd name="T26" fmla="*/ 10 w 183"/>
                <a:gd name="T27" fmla="*/ 63 h 184"/>
                <a:gd name="T28" fmla="*/ 121 w 183"/>
                <a:gd name="T29" fmla="*/ 174 h 184"/>
                <a:gd name="T30" fmla="*/ 163 w 183"/>
                <a:gd name="T31" fmla="*/ 172 h 184"/>
                <a:gd name="T32" fmla="*/ 179 w 183"/>
                <a:gd name="T33" fmla="*/ 156 h 184"/>
                <a:gd name="T34" fmla="*/ 178 w 183"/>
                <a:gd name="T35" fmla="*/ 141 h 184"/>
                <a:gd name="T36" fmla="*/ 155 w 183"/>
                <a:gd name="T37" fmla="*/ 118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3" h="184">
                  <a:moveTo>
                    <a:pt x="155" y="118"/>
                  </a:moveTo>
                  <a:cubicBezTo>
                    <a:pt x="150" y="113"/>
                    <a:pt x="143" y="112"/>
                    <a:pt x="139" y="116"/>
                  </a:cubicBezTo>
                  <a:cubicBezTo>
                    <a:pt x="126" y="130"/>
                    <a:pt x="126" y="130"/>
                    <a:pt x="126" y="130"/>
                  </a:cubicBezTo>
                  <a:cubicBezTo>
                    <a:pt x="112" y="116"/>
                    <a:pt x="112" y="116"/>
                    <a:pt x="112" y="116"/>
                  </a:cubicBezTo>
                  <a:cubicBezTo>
                    <a:pt x="108" y="119"/>
                    <a:pt x="103" y="121"/>
                    <a:pt x="97" y="121"/>
                  </a:cubicBezTo>
                  <a:cubicBezTo>
                    <a:pt x="79" y="121"/>
                    <a:pt x="64" y="106"/>
                    <a:pt x="64" y="88"/>
                  </a:cubicBezTo>
                  <a:cubicBezTo>
                    <a:pt x="64" y="82"/>
                    <a:pt x="66" y="77"/>
                    <a:pt x="69" y="72"/>
                  </a:cubicBezTo>
                  <a:cubicBezTo>
                    <a:pt x="54" y="58"/>
                    <a:pt x="54" y="58"/>
                    <a:pt x="54" y="58"/>
                  </a:cubicBezTo>
                  <a:cubicBezTo>
                    <a:pt x="69" y="44"/>
                    <a:pt x="69" y="44"/>
                    <a:pt x="69" y="44"/>
                  </a:cubicBezTo>
                  <a:cubicBezTo>
                    <a:pt x="73" y="40"/>
                    <a:pt x="72" y="33"/>
                    <a:pt x="67" y="28"/>
                  </a:cubicBezTo>
                  <a:cubicBezTo>
                    <a:pt x="45" y="5"/>
                    <a:pt x="45" y="5"/>
                    <a:pt x="45" y="5"/>
                  </a:cubicBezTo>
                  <a:cubicBezTo>
                    <a:pt x="40" y="0"/>
                    <a:pt x="33" y="0"/>
                    <a:pt x="29" y="4"/>
                  </a:cubicBezTo>
                  <a:cubicBezTo>
                    <a:pt x="12" y="21"/>
                    <a:pt x="12" y="21"/>
                    <a:pt x="12" y="21"/>
                  </a:cubicBezTo>
                  <a:cubicBezTo>
                    <a:pt x="1" y="32"/>
                    <a:pt x="0" y="48"/>
                    <a:pt x="10" y="63"/>
                  </a:cubicBezTo>
                  <a:cubicBezTo>
                    <a:pt x="43" y="114"/>
                    <a:pt x="71" y="142"/>
                    <a:pt x="121" y="174"/>
                  </a:cubicBezTo>
                  <a:cubicBezTo>
                    <a:pt x="136" y="184"/>
                    <a:pt x="152" y="183"/>
                    <a:pt x="163" y="172"/>
                  </a:cubicBezTo>
                  <a:cubicBezTo>
                    <a:pt x="179" y="156"/>
                    <a:pt x="179" y="156"/>
                    <a:pt x="179" y="156"/>
                  </a:cubicBezTo>
                  <a:cubicBezTo>
                    <a:pt x="183" y="152"/>
                    <a:pt x="183" y="145"/>
                    <a:pt x="178" y="141"/>
                  </a:cubicBezTo>
                  <a:lnTo>
                    <a:pt x="155" y="11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Freeform 232"/>
            <p:cNvSpPr>
              <a:spLocks noEditPoints="1"/>
            </p:cNvSpPr>
            <p:nvPr/>
          </p:nvSpPr>
          <p:spPr bwMode="auto">
            <a:xfrm>
              <a:off x="10916288" y="3699175"/>
              <a:ext cx="180900" cy="178975"/>
            </a:xfrm>
            <a:custGeom>
              <a:avLst/>
              <a:gdLst>
                <a:gd name="T0" fmla="*/ 100 w 119"/>
                <a:gd name="T1" fmla="*/ 33 h 118"/>
                <a:gd name="T2" fmla="*/ 70 w 119"/>
                <a:gd name="T3" fmla="*/ 12 h 118"/>
                <a:gd name="T4" fmla="*/ 33 w 119"/>
                <a:gd name="T5" fmla="*/ 18 h 118"/>
                <a:gd name="T6" fmla="*/ 12 w 119"/>
                <a:gd name="T7" fmla="*/ 49 h 118"/>
                <a:gd name="T8" fmla="*/ 19 w 119"/>
                <a:gd name="T9" fmla="*/ 85 h 118"/>
                <a:gd name="T10" fmla="*/ 49 w 119"/>
                <a:gd name="T11" fmla="*/ 106 h 118"/>
                <a:gd name="T12" fmla="*/ 85 w 119"/>
                <a:gd name="T13" fmla="*/ 100 h 118"/>
                <a:gd name="T14" fmla="*/ 107 w 119"/>
                <a:gd name="T15" fmla="*/ 69 h 118"/>
                <a:gd name="T16" fmla="*/ 94 w 119"/>
                <a:gd name="T17" fmla="*/ 62 h 118"/>
                <a:gd name="T18" fmla="*/ 93 w 119"/>
                <a:gd name="T19" fmla="*/ 66 h 118"/>
                <a:gd name="T20" fmla="*/ 90 w 119"/>
                <a:gd name="T21" fmla="*/ 75 h 118"/>
                <a:gd name="T22" fmla="*/ 89 w 119"/>
                <a:gd name="T23" fmla="*/ 77 h 118"/>
                <a:gd name="T24" fmla="*/ 86 w 119"/>
                <a:gd name="T25" fmla="*/ 82 h 118"/>
                <a:gd name="T26" fmla="*/ 81 w 119"/>
                <a:gd name="T27" fmla="*/ 86 h 118"/>
                <a:gd name="T28" fmla="*/ 77 w 119"/>
                <a:gd name="T29" fmla="*/ 89 h 118"/>
                <a:gd name="T30" fmla="*/ 68 w 119"/>
                <a:gd name="T31" fmla="*/ 93 h 118"/>
                <a:gd name="T32" fmla="*/ 65 w 119"/>
                <a:gd name="T33" fmla="*/ 93 h 118"/>
                <a:gd name="T34" fmla="*/ 61 w 119"/>
                <a:gd name="T35" fmla="*/ 94 h 118"/>
                <a:gd name="T36" fmla="*/ 57 w 119"/>
                <a:gd name="T37" fmla="*/ 94 h 118"/>
                <a:gd name="T38" fmla="*/ 54 w 119"/>
                <a:gd name="T39" fmla="*/ 93 h 118"/>
                <a:gd name="T40" fmla="*/ 51 w 119"/>
                <a:gd name="T41" fmla="*/ 93 h 118"/>
                <a:gd name="T42" fmla="*/ 42 w 119"/>
                <a:gd name="T43" fmla="*/ 89 h 118"/>
                <a:gd name="T44" fmla="*/ 38 w 119"/>
                <a:gd name="T45" fmla="*/ 86 h 118"/>
                <a:gd name="T46" fmla="*/ 33 w 119"/>
                <a:gd name="T47" fmla="*/ 82 h 118"/>
                <a:gd name="T48" fmla="*/ 30 w 119"/>
                <a:gd name="T49" fmla="*/ 77 h 118"/>
                <a:gd name="T50" fmla="*/ 26 w 119"/>
                <a:gd name="T51" fmla="*/ 68 h 118"/>
                <a:gd name="T52" fmla="*/ 25 w 119"/>
                <a:gd name="T53" fmla="*/ 64 h 118"/>
                <a:gd name="T54" fmla="*/ 25 w 119"/>
                <a:gd name="T55" fmla="*/ 61 h 118"/>
                <a:gd name="T56" fmla="*/ 25 w 119"/>
                <a:gd name="T57" fmla="*/ 57 h 118"/>
                <a:gd name="T58" fmla="*/ 25 w 119"/>
                <a:gd name="T59" fmla="*/ 53 h 118"/>
                <a:gd name="T60" fmla="*/ 26 w 119"/>
                <a:gd name="T61" fmla="*/ 50 h 118"/>
                <a:gd name="T62" fmla="*/ 29 w 119"/>
                <a:gd name="T63" fmla="*/ 41 h 118"/>
                <a:gd name="T64" fmla="*/ 32 w 119"/>
                <a:gd name="T65" fmla="*/ 37 h 118"/>
                <a:gd name="T66" fmla="*/ 37 w 119"/>
                <a:gd name="T67" fmla="*/ 33 h 118"/>
                <a:gd name="T68" fmla="*/ 41 w 119"/>
                <a:gd name="T69" fmla="*/ 29 h 118"/>
                <a:gd name="T70" fmla="*/ 49 w 119"/>
                <a:gd name="T71" fmla="*/ 26 h 118"/>
                <a:gd name="T72" fmla="*/ 53 w 119"/>
                <a:gd name="T73" fmla="*/ 25 h 118"/>
                <a:gd name="T74" fmla="*/ 56 w 119"/>
                <a:gd name="T75" fmla="*/ 24 h 118"/>
                <a:gd name="T76" fmla="*/ 61 w 119"/>
                <a:gd name="T77" fmla="*/ 24 h 118"/>
                <a:gd name="T78" fmla="*/ 65 w 119"/>
                <a:gd name="T79" fmla="*/ 25 h 118"/>
                <a:gd name="T80" fmla="*/ 68 w 119"/>
                <a:gd name="T81" fmla="*/ 25 h 118"/>
                <a:gd name="T82" fmla="*/ 76 w 119"/>
                <a:gd name="T83" fmla="*/ 28 h 118"/>
                <a:gd name="T84" fmla="*/ 78 w 119"/>
                <a:gd name="T85" fmla="*/ 30 h 118"/>
                <a:gd name="T86" fmla="*/ 82 w 119"/>
                <a:gd name="T87" fmla="*/ 33 h 118"/>
                <a:gd name="T88" fmla="*/ 87 w 119"/>
                <a:gd name="T89" fmla="*/ 37 h 118"/>
                <a:gd name="T90" fmla="*/ 90 w 119"/>
                <a:gd name="T91" fmla="*/ 42 h 118"/>
                <a:gd name="T92" fmla="*/ 93 w 119"/>
                <a:gd name="T93" fmla="*/ 51 h 118"/>
                <a:gd name="T94" fmla="*/ 94 w 119"/>
                <a:gd name="T95" fmla="*/ 54 h 118"/>
                <a:gd name="T96" fmla="*/ 94 w 119"/>
                <a:gd name="T97" fmla="*/ 57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19" h="118">
                  <a:moveTo>
                    <a:pt x="119" y="69"/>
                  </a:moveTo>
                  <a:cubicBezTo>
                    <a:pt x="119" y="49"/>
                    <a:pt x="119" y="49"/>
                    <a:pt x="119" y="49"/>
                  </a:cubicBezTo>
                  <a:cubicBezTo>
                    <a:pt x="107" y="49"/>
                    <a:pt x="107" y="49"/>
                    <a:pt x="107" y="49"/>
                  </a:cubicBezTo>
                  <a:cubicBezTo>
                    <a:pt x="105" y="43"/>
                    <a:pt x="103" y="38"/>
                    <a:pt x="100" y="33"/>
                  </a:cubicBezTo>
                  <a:cubicBezTo>
                    <a:pt x="109" y="24"/>
                    <a:pt x="109" y="24"/>
                    <a:pt x="109" y="24"/>
                  </a:cubicBezTo>
                  <a:cubicBezTo>
                    <a:pt x="94" y="10"/>
                    <a:pt x="94" y="10"/>
                    <a:pt x="94" y="10"/>
                  </a:cubicBezTo>
                  <a:cubicBezTo>
                    <a:pt x="85" y="18"/>
                    <a:pt x="85" y="18"/>
                    <a:pt x="85" y="18"/>
                  </a:cubicBezTo>
                  <a:cubicBezTo>
                    <a:pt x="81" y="15"/>
                    <a:pt x="75" y="13"/>
                    <a:pt x="70" y="12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3" y="13"/>
                    <a:pt x="38" y="15"/>
                    <a:pt x="33" y="18"/>
                  </a:cubicBezTo>
                  <a:cubicBezTo>
                    <a:pt x="25" y="10"/>
                    <a:pt x="25" y="10"/>
                    <a:pt x="25" y="10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6" y="38"/>
                    <a:pt x="13" y="43"/>
                    <a:pt x="12" y="49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12" y="69"/>
                    <a:pt x="12" y="69"/>
                    <a:pt x="12" y="69"/>
                  </a:cubicBezTo>
                  <a:cubicBezTo>
                    <a:pt x="13" y="75"/>
                    <a:pt x="16" y="80"/>
                    <a:pt x="19" y="85"/>
                  </a:cubicBezTo>
                  <a:cubicBezTo>
                    <a:pt x="10" y="94"/>
                    <a:pt x="10" y="94"/>
                    <a:pt x="10" y="94"/>
                  </a:cubicBezTo>
                  <a:cubicBezTo>
                    <a:pt x="25" y="108"/>
                    <a:pt x="25" y="108"/>
                    <a:pt x="25" y="108"/>
                  </a:cubicBezTo>
                  <a:cubicBezTo>
                    <a:pt x="33" y="100"/>
                    <a:pt x="33" y="100"/>
                    <a:pt x="33" y="100"/>
                  </a:cubicBezTo>
                  <a:cubicBezTo>
                    <a:pt x="38" y="103"/>
                    <a:pt x="43" y="105"/>
                    <a:pt x="49" y="106"/>
                  </a:cubicBezTo>
                  <a:cubicBezTo>
                    <a:pt x="49" y="118"/>
                    <a:pt x="49" y="118"/>
                    <a:pt x="49" y="118"/>
                  </a:cubicBezTo>
                  <a:cubicBezTo>
                    <a:pt x="70" y="118"/>
                    <a:pt x="70" y="118"/>
                    <a:pt x="70" y="118"/>
                  </a:cubicBezTo>
                  <a:cubicBezTo>
                    <a:pt x="70" y="106"/>
                    <a:pt x="70" y="106"/>
                    <a:pt x="70" y="106"/>
                  </a:cubicBezTo>
                  <a:cubicBezTo>
                    <a:pt x="75" y="105"/>
                    <a:pt x="81" y="103"/>
                    <a:pt x="85" y="100"/>
                  </a:cubicBezTo>
                  <a:cubicBezTo>
                    <a:pt x="94" y="108"/>
                    <a:pt x="94" y="108"/>
                    <a:pt x="94" y="108"/>
                  </a:cubicBezTo>
                  <a:cubicBezTo>
                    <a:pt x="109" y="94"/>
                    <a:pt x="109" y="94"/>
                    <a:pt x="109" y="94"/>
                  </a:cubicBezTo>
                  <a:cubicBezTo>
                    <a:pt x="100" y="85"/>
                    <a:pt x="100" y="85"/>
                    <a:pt x="100" y="85"/>
                  </a:cubicBezTo>
                  <a:cubicBezTo>
                    <a:pt x="103" y="80"/>
                    <a:pt x="105" y="75"/>
                    <a:pt x="107" y="69"/>
                  </a:cubicBezTo>
                  <a:lnTo>
                    <a:pt x="119" y="69"/>
                  </a:lnTo>
                  <a:close/>
                  <a:moveTo>
                    <a:pt x="94" y="61"/>
                  </a:moveTo>
                  <a:cubicBezTo>
                    <a:pt x="94" y="61"/>
                    <a:pt x="94" y="61"/>
                    <a:pt x="94" y="61"/>
                  </a:cubicBezTo>
                  <a:cubicBezTo>
                    <a:pt x="94" y="61"/>
                    <a:pt x="94" y="62"/>
                    <a:pt x="94" y="62"/>
                  </a:cubicBezTo>
                  <a:cubicBezTo>
                    <a:pt x="94" y="62"/>
                    <a:pt x="94" y="63"/>
                    <a:pt x="94" y="63"/>
                  </a:cubicBezTo>
                  <a:cubicBezTo>
                    <a:pt x="94" y="63"/>
                    <a:pt x="94" y="64"/>
                    <a:pt x="94" y="64"/>
                  </a:cubicBezTo>
                  <a:cubicBezTo>
                    <a:pt x="94" y="64"/>
                    <a:pt x="94" y="64"/>
                    <a:pt x="94" y="64"/>
                  </a:cubicBezTo>
                  <a:cubicBezTo>
                    <a:pt x="94" y="65"/>
                    <a:pt x="94" y="65"/>
                    <a:pt x="93" y="66"/>
                  </a:cubicBezTo>
                  <a:cubicBezTo>
                    <a:pt x="93" y="66"/>
                    <a:pt x="93" y="66"/>
                    <a:pt x="93" y="66"/>
                  </a:cubicBezTo>
                  <a:cubicBezTo>
                    <a:pt x="93" y="67"/>
                    <a:pt x="93" y="67"/>
                    <a:pt x="93" y="67"/>
                  </a:cubicBezTo>
                  <a:cubicBezTo>
                    <a:pt x="93" y="67"/>
                    <a:pt x="93" y="68"/>
                    <a:pt x="93" y="68"/>
                  </a:cubicBezTo>
                  <a:cubicBezTo>
                    <a:pt x="92" y="70"/>
                    <a:pt x="91" y="73"/>
                    <a:pt x="90" y="75"/>
                  </a:cubicBezTo>
                  <a:cubicBezTo>
                    <a:pt x="90" y="75"/>
                    <a:pt x="90" y="76"/>
                    <a:pt x="90" y="76"/>
                  </a:cubicBezTo>
                  <a:cubicBezTo>
                    <a:pt x="90" y="76"/>
                    <a:pt x="90" y="76"/>
                    <a:pt x="89" y="76"/>
                  </a:cubicBezTo>
                  <a:cubicBezTo>
                    <a:pt x="89" y="77"/>
                    <a:pt x="89" y="77"/>
                    <a:pt x="89" y="77"/>
                  </a:cubicBezTo>
                  <a:cubicBezTo>
                    <a:pt x="89" y="77"/>
                    <a:pt x="89" y="77"/>
                    <a:pt x="89" y="77"/>
                  </a:cubicBezTo>
                  <a:cubicBezTo>
                    <a:pt x="88" y="79"/>
                    <a:pt x="87" y="80"/>
                    <a:pt x="87" y="81"/>
                  </a:cubicBezTo>
                  <a:cubicBezTo>
                    <a:pt x="87" y="81"/>
                    <a:pt x="87" y="81"/>
                    <a:pt x="87" y="81"/>
                  </a:cubicBezTo>
                  <a:cubicBezTo>
                    <a:pt x="86" y="81"/>
                    <a:pt x="86" y="81"/>
                    <a:pt x="86" y="82"/>
                  </a:cubicBezTo>
                  <a:cubicBezTo>
                    <a:pt x="86" y="82"/>
                    <a:pt x="86" y="82"/>
                    <a:pt x="86" y="82"/>
                  </a:cubicBezTo>
                  <a:cubicBezTo>
                    <a:pt x="85" y="83"/>
                    <a:pt x="83" y="84"/>
                    <a:pt x="82" y="85"/>
                  </a:cubicBezTo>
                  <a:cubicBezTo>
                    <a:pt x="82" y="85"/>
                    <a:pt x="82" y="85"/>
                    <a:pt x="82" y="85"/>
                  </a:cubicBezTo>
                  <a:cubicBezTo>
                    <a:pt x="82" y="86"/>
                    <a:pt x="81" y="86"/>
                    <a:pt x="81" y="86"/>
                  </a:cubicBezTo>
                  <a:cubicBezTo>
                    <a:pt x="81" y="86"/>
                    <a:pt x="81" y="86"/>
                    <a:pt x="81" y="86"/>
                  </a:cubicBezTo>
                  <a:cubicBezTo>
                    <a:pt x="80" y="87"/>
                    <a:pt x="79" y="88"/>
                    <a:pt x="78" y="88"/>
                  </a:cubicBezTo>
                  <a:cubicBezTo>
                    <a:pt x="78" y="88"/>
                    <a:pt x="78" y="88"/>
                    <a:pt x="78" y="88"/>
                  </a:cubicBezTo>
                  <a:cubicBezTo>
                    <a:pt x="77" y="89"/>
                    <a:pt x="77" y="89"/>
                    <a:pt x="77" y="89"/>
                  </a:cubicBezTo>
                  <a:cubicBezTo>
                    <a:pt x="77" y="89"/>
                    <a:pt x="77" y="89"/>
                    <a:pt x="77" y="89"/>
                  </a:cubicBezTo>
                  <a:cubicBezTo>
                    <a:pt x="76" y="89"/>
                    <a:pt x="76" y="90"/>
                    <a:pt x="76" y="90"/>
                  </a:cubicBezTo>
                  <a:cubicBezTo>
                    <a:pt x="74" y="91"/>
                    <a:pt x="72" y="91"/>
                    <a:pt x="70" y="92"/>
                  </a:cubicBezTo>
                  <a:cubicBezTo>
                    <a:pt x="70" y="92"/>
                    <a:pt x="70" y="92"/>
                    <a:pt x="70" y="92"/>
                  </a:cubicBezTo>
                  <a:cubicBezTo>
                    <a:pt x="69" y="92"/>
                    <a:pt x="69" y="92"/>
                    <a:pt x="68" y="93"/>
                  </a:cubicBezTo>
                  <a:cubicBezTo>
                    <a:pt x="68" y="93"/>
                    <a:pt x="68" y="93"/>
                    <a:pt x="68" y="93"/>
                  </a:cubicBezTo>
                  <a:cubicBezTo>
                    <a:pt x="67" y="93"/>
                    <a:pt x="67" y="93"/>
                    <a:pt x="67" y="93"/>
                  </a:cubicBezTo>
                  <a:cubicBezTo>
                    <a:pt x="66" y="93"/>
                    <a:pt x="66" y="93"/>
                    <a:pt x="66" y="93"/>
                  </a:cubicBezTo>
                  <a:cubicBezTo>
                    <a:pt x="66" y="93"/>
                    <a:pt x="65" y="93"/>
                    <a:pt x="65" y="93"/>
                  </a:cubicBezTo>
                  <a:cubicBezTo>
                    <a:pt x="65" y="93"/>
                    <a:pt x="65" y="93"/>
                    <a:pt x="65" y="93"/>
                  </a:cubicBezTo>
                  <a:cubicBezTo>
                    <a:pt x="64" y="93"/>
                    <a:pt x="64" y="93"/>
                    <a:pt x="63" y="94"/>
                  </a:cubicBezTo>
                  <a:cubicBezTo>
                    <a:pt x="63" y="94"/>
                    <a:pt x="63" y="94"/>
                    <a:pt x="63" y="94"/>
                  </a:cubicBezTo>
                  <a:cubicBezTo>
                    <a:pt x="62" y="94"/>
                    <a:pt x="62" y="94"/>
                    <a:pt x="61" y="94"/>
                  </a:cubicBezTo>
                  <a:cubicBezTo>
                    <a:pt x="61" y="94"/>
                    <a:pt x="61" y="94"/>
                    <a:pt x="61" y="94"/>
                  </a:cubicBezTo>
                  <a:cubicBezTo>
                    <a:pt x="60" y="94"/>
                    <a:pt x="60" y="94"/>
                    <a:pt x="59" y="94"/>
                  </a:cubicBezTo>
                  <a:cubicBezTo>
                    <a:pt x="59" y="94"/>
                    <a:pt x="58" y="94"/>
                    <a:pt x="58" y="94"/>
                  </a:cubicBezTo>
                  <a:cubicBezTo>
                    <a:pt x="58" y="94"/>
                    <a:pt x="57" y="94"/>
                    <a:pt x="57" y="94"/>
                  </a:cubicBezTo>
                  <a:cubicBezTo>
                    <a:pt x="57" y="94"/>
                    <a:pt x="57" y="94"/>
                    <a:pt x="56" y="94"/>
                  </a:cubicBezTo>
                  <a:cubicBezTo>
                    <a:pt x="56" y="94"/>
                    <a:pt x="56" y="94"/>
                    <a:pt x="56" y="94"/>
                  </a:cubicBezTo>
                  <a:cubicBezTo>
                    <a:pt x="55" y="93"/>
                    <a:pt x="55" y="93"/>
                    <a:pt x="54" y="93"/>
                  </a:cubicBezTo>
                  <a:cubicBezTo>
                    <a:pt x="54" y="93"/>
                    <a:pt x="54" y="93"/>
                    <a:pt x="54" y="93"/>
                  </a:cubicBezTo>
                  <a:cubicBezTo>
                    <a:pt x="53" y="93"/>
                    <a:pt x="53" y="93"/>
                    <a:pt x="53" y="93"/>
                  </a:cubicBezTo>
                  <a:cubicBezTo>
                    <a:pt x="52" y="93"/>
                    <a:pt x="52" y="93"/>
                    <a:pt x="52" y="93"/>
                  </a:cubicBezTo>
                  <a:cubicBezTo>
                    <a:pt x="52" y="93"/>
                    <a:pt x="51" y="93"/>
                    <a:pt x="51" y="93"/>
                  </a:cubicBezTo>
                  <a:cubicBezTo>
                    <a:pt x="51" y="93"/>
                    <a:pt x="51" y="93"/>
                    <a:pt x="51" y="93"/>
                  </a:cubicBezTo>
                  <a:cubicBezTo>
                    <a:pt x="50" y="92"/>
                    <a:pt x="50" y="92"/>
                    <a:pt x="49" y="92"/>
                  </a:cubicBezTo>
                  <a:cubicBezTo>
                    <a:pt x="47" y="91"/>
                    <a:pt x="45" y="91"/>
                    <a:pt x="43" y="90"/>
                  </a:cubicBezTo>
                  <a:cubicBezTo>
                    <a:pt x="43" y="90"/>
                    <a:pt x="42" y="89"/>
                    <a:pt x="42" y="89"/>
                  </a:cubicBezTo>
                  <a:cubicBezTo>
                    <a:pt x="42" y="89"/>
                    <a:pt x="42" y="89"/>
                    <a:pt x="42" y="89"/>
                  </a:cubicBezTo>
                  <a:cubicBezTo>
                    <a:pt x="42" y="89"/>
                    <a:pt x="41" y="89"/>
                    <a:pt x="41" y="88"/>
                  </a:cubicBezTo>
                  <a:cubicBezTo>
                    <a:pt x="41" y="88"/>
                    <a:pt x="41" y="88"/>
                    <a:pt x="41" y="88"/>
                  </a:cubicBezTo>
                  <a:cubicBezTo>
                    <a:pt x="40" y="88"/>
                    <a:pt x="39" y="87"/>
                    <a:pt x="38" y="86"/>
                  </a:cubicBezTo>
                  <a:cubicBezTo>
                    <a:pt x="38" y="86"/>
                    <a:pt x="38" y="86"/>
                    <a:pt x="38" y="86"/>
                  </a:cubicBezTo>
                  <a:cubicBezTo>
                    <a:pt x="37" y="86"/>
                    <a:pt x="37" y="86"/>
                    <a:pt x="37" y="85"/>
                  </a:cubicBezTo>
                  <a:cubicBezTo>
                    <a:pt x="37" y="85"/>
                    <a:pt x="37" y="85"/>
                    <a:pt x="37" y="85"/>
                  </a:cubicBezTo>
                  <a:cubicBezTo>
                    <a:pt x="35" y="84"/>
                    <a:pt x="34" y="83"/>
                    <a:pt x="33" y="82"/>
                  </a:cubicBezTo>
                  <a:cubicBezTo>
                    <a:pt x="33" y="82"/>
                    <a:pt x="33" y="82"/>
                    <a:pt x="33" y="82"/>
                  </a:cubicBezTo>
                  <a:cubicBezTo>
                    <a:pt x="33" y="81"/>
                    <a:pt x="32" y="81"/>
                    <a:pt x="32" y="81"/>
                  </a:cubicBezTo>
                  <a:cubicBezTo>
                    <a:pt x="32" y="81"/>
                    <a:pt x="32" y="81"/>
                    <a:pt x="32" y="81"/>
                  </a:cubicBezTo>
                  <a:cubicBezTo>
                    <a:pt x="31" y="80"/>
                    <a:pt x="31" y="79"/>
                    <a:pt x="30" y="77"/>
                  </a:cubicBezTo>
                  <a:cubicBezTo>
                    <a:pt x="30" y="77"/>
                    <a:pt x="30" y="77"/>
                    <a:pt x="30" y="77"/>
                  </a:cubicBezTo>
                  <a:cubicBezTo>
                    <a:pt x="30" y="77"/>
                    <a:pt x="30" y="77"/>
                    <a:pt x="29" y="76"/>
                  </a:cubicBezTo>
                  <a:cubicBezTo>
                    <a:pt x="29" y="76"/>
                    <a:pt x="29" y="76"/>
                    <a:pt x="29" y="76"/>
                  </a:cubicBezTo>
                  <a:cubicBezTo>
                    <a:pt x="29" y="76"/>
                    <a:pt x="29" y="75"/>
                    <a:pt x="29" y="75"/>
                  </a:cubicBezTo>
                  <a:cubicBezTo>
                    <a:pt x="27" y="73"/>
                    <a:pt x="26" y="70"/>
                    <a:pt x="26" y="68"/>
                  </a:cubicBezTo>
                  <a:cubicBezTo>
                    <a:pt x="26" y="68"/>
                    <a:pt x="26" y="67"/>
                    <a:pt x="26" y="67"/>
                  </a:cubicBezTo>
                  <a:cubicBezTo>
                    <a:pt x="26" y="67"/>
                    <a:pt x="25" y="67"/>
                    <a:pt x="25" y="66"/>
                  </a:cubicBezTo>
                  <a:cubicBezTo>
                    <a:pt x="25" y="66"/>
                    <a:pt x="25" y="66"/>
                    <a:pt x="25" y="66"/>
                  </a:cubicBezTo>
                  <a:cubicBezTo>
                    <a:pt x="25" y="65"/>
                    <a:pt x="25" y="65"/>
                    <a:pt x="25" y="64"/>
                  </a:cubicBezTo>
                  <a:cubicBezTo>
                    <a:pt x="25" y="64"/>
                    <a:pt x="25" y="64"/>
                    <a:pt x="25" y="64"/>
                  </a:cubicBezTo>
                  <a:cubicBezTo>
                    <a:pt x="25" y="64"/>
                    <a:pt x="25" y="63"/>
                    <a:pt x="25" y="63"/>
                  </a:cubicBezTo>
                  <a:cubicBezTo>
                    <a:pt x="25" y="63"/>
                    <a:pt x="25" y="62"/>
                    <a:pt x="25" y="62"/>
                  </a:cubicBezTo>
                  <a:cubicBezTo>
                    <a:pt x="25" y="62"/>
                    <a:pt x="25" y="61"/>
                    <a:pt x="25" y="61"/>
                  </a:cubicBezTo>
                  <a:cubicBezTo>
                    <a:pt x="25" y="61"/>
                    <a:pt x="25" y="61"/>
                    <a:pt x="25" y="61"/>
                  </a:cubicBezTo>
                  <a:cubicBezTo>
                    <a:pt x="25" y="60"/>
                    <a:pt x="25" y="59"/>
                    <a:pt x="25" y="59"/>
                  </a:cubicBezTo>
                  <a:cubicBezTo>
                    <a:pt x="25" y="58"/>
                    <a:pt x="25" y="58"/>
                    <a:pt x="25" y="57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5" y="56"/>
                    <a:pt x="25" y="55"/>
                    <a:pt x="25" y="55"/>
                  </a:cubicBezTo>
                  <a:cubicBezTo>
                    <a:pt x="25" y="55"/>
                    <a:pt x="25" y="54"/>
                    <a:pt x="25" y="54"/>
                  </a:cubicBezTo>
                  <a:cubicBezTo>
                    <a:pt x="25" y="54"/>
                    <a:pt x="25" y="54"/>
                    <a:pt x="25" y="53"/>
                  </a:cubicBezTo>
                  <a:cubicBezTo>
                    <a:pt x="25" y="53"/>
                    <a:pt x="25" y="53"/>
                    <a:pt x="25" y="52"/>
                  </a:cubicBezTo>
                  <a:cubicBezTo>
                    <a:pt x="25" y="52"/>
                    <a:pt x="25" y="52"/>
                    <a:pt x="25" y="52"/>
                  </a:cubicBezTo>
                  <a:cubicBezTo>
                    <a:pt x="25" y="51"/>
                    <a:pt x="26" y="51"/>
                    <a:pt x="26" y="51"/>
                  </a:cubicBezTo>
                  <a:cubicBezTo>
                    <a:pt x="26" y="50"/>
                    <a:pt x="26" y="50"/>
                    <a:pt x="26" y="50"/>
                  </a:cubicBezTo>
                  <a:cubicBezTo>
                    <a:pt x="26" y="50"/>
                    <a:pt x="26" y="49"/>
                    <a:pt x="26" y="49"/>
                  </a:cubicBezTo>
                  <a:cubicBezTo>
                    <a:pt x="27" y="47"/>
                    <a:pt x="28" y="45"/>
                    <a:pt x="29" y="43"/>
                  </a:cubicBezTo>
                  <a:cubicBezTo>
                    <a:pt x="29" y="42"/>
                    <a:pt x="29" y="42"/>
                    <a:pt x="29" y="42"/>
                  </a:cubicBezTo>
                  <a:cubicBezTo>
                    <a:pt x="29" y="42"/>
                    <a:pt x="29" y="42"/>
                    <a:pt x="29" y="41"/>
                  </a:cubicBezTo>
                  <a:cubicBezTo>
                    <a:pt x="30" y="41"/>
                    <a:pt x="30" y="41"/>
                    <a:pt x="30" y="41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1" y="39"/>
                    <a:pt x="31" y="38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2" y="37"/>
                    <a:pt x="33" y="37"/>
                    <a:pt x="33" y="36"/>
                  </a:cubicBezTo>
                  <a:cubicBezTo>
                    <a:pt x="33" y="36"/>
                    <a:pt x="33" y="36"/>
                    <a:pt x="33" y="36"/>
                  </a:cubicBezTo>
                  <a:cubicBezTo>
                    <a:pt x="34" y="35"/>
                    <a:pt x="35" y="34"/>
                    <a:pt x="37" y="33"/>
                  </a:cubicBezTo>
                  <a:cubicBezTo>
                    <a:pt x="37" y="33"/>
                    <a:pt x="37" y="33"/>
                    <a:pt x="37" y="33"/>
                  </a:cubicBezTo>
                  <a:cubicBezTo>
                    <a:pt x="37" y="32"/>
                    <a:pt x="37" y="32"/>
                    <a:pt x="38" y="32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9" y="31"/>
                    <a:pt x="40" y="30"/>
                    <a:pt x="41" y="30"/>
                  </a:cubicBezTo>
                  <a:cubicBezTo>
                    <a:pt x="41" y="30"/>
                    <a:pt x="41" y="29"/>
                    <a:pt x="41" y="29"/>
                  </a:cubicBezTo>
                  <a:cubicBezTo>
                    <a:pt x="41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3" y="28"/>
                    <a:pt x="43" y="28"/>
                  </a:cubicBezTo>
                  <a:cubicBezTo>
                    <a:pt x="45" y="27"/>
                    <a:pt x="47" y="26"/>
                    <a:pt x="49" y="26"/>
                  </a:cubicBezTo>
                  <a:cubicBezTo>
                    <a:pt x="50" y="26"/>
                    <a:pt x="50" y="25"/>
                    <a:pt x="51" y="25"/>
                  </a:cubicBezTo>
                  <a:cubicBezTo>
                    <a:pt x="51" y="25"/>
                    <a:pt x="51" y="25"/>
                    <a:pt x="51" y="25"/>
                  </a:cubicBezTo>
                  <a:cubicBezTo>
                    <a:pt x="51" y="25"/>
                    <a:pt x="52" y="25"/>
                    <a:pt x="52" y="25"/>
                  </a:cubicBezTo>
                  <a:cubicBezTo>
                    <a:pt x="52" y="25"/>
                    <a:pt x="52" y="25"/>
                    <a:pt x="53" y="25"/>
                  </a:cubicBezTo>
                  <a:cubicBezTo>
                    <a:pt x="53" y="25"/>
                    <a:pt x="53" y="25"/>
                    <a:pt x="54" y="25"/>
                  </a:cubicBezTo>
                  <a:cubicBezTo>
                    <a:pt x="54" y="25"/>
                    <a:pt x="54" y="25"/>
                    <a:pt x="54" y="25"/>
                  </a:cubicBezTo>
                  <a:cubicBezTo>
                    <a:pt x="55" y="24"/>
                    <a:pt x="55" y="24"/>
                    <a:pt x="56" y="24"/>
                  </a:cubicBezTo>
                  <a:cubicBezTo>
                    <a:pt x="56" y="24"/>
                    <a:pt x="56" y="24"/>
                    <a:pt x="56" y="24"/>
                  </a:cubicBezTo>
                  <a:cubicBezTo>
                    <a:pt x="57" y="24"/>
                    <a:pt x="57" y="24"/>
                    <a:pt x="57" y="24"/>
                  </a:cubicBezTo>
                  <a:cubicBezTo>
                    <a:pt x="57" y="24"/>
                    <a:pt x="58" y="24"/>
                    <a:pt x="58" y="24"/>
                  </a:cubicBezTo>
                  <a:cubicBezTo>
                    <a:pt x="58" y="24"/>
                    <a:pt x="59" y="24"/>
                    <a:pt x="59" y="24"/>
                  </a:cubicBezTo>
                  <a:cubicBezTo>
                    <a:pt x="60" y="24"/>
                    <a:pt x="60" y="24"/>
                    <a:pt x="61" y="24"/>
                  </a:cubicBezTo>
                  <a:cubicBezTo>
                    <a:pt x="61" y="24"/>
                    <a:pt x="61" y="24"/>
                    <a:pt x="61" y="24"/>
                  </a:cubicBezTo>
                  <a:cubicBezTo>
                    <a:pt x="62" y="24"/>
                    <a:pt x="62" y="24"/>
                    <a:pt x="63" y="24"/>
                  </a:cubicBezTo>
                  <a:cubicBezTo>
                    <a:pt x="63" y="24"/>
                    <a:pt x="63" y="24"/>
                    <a:pt x="63" y="24"/>
                  </a:cubicBezTo>
                  <a:cubicBezTo>
                    <a:pt x="64" y="24"/>
                    <a:pt x="64" y="24"/>
                    <a:pt x="65" y="25"/>
                  </a:cubicBezTo>
                  <a:cubicBezTo>
                    <a:pt x="65" y="25"/>
                    <a:pt x="65" y="25"/>
                    <a:pt x="65" y="25"/>
                  </a:cubicBezTo>
                  <a:cubicBezTo>
                    <a:pt x="65" y="25"/>
                    <a:pt x="66" y="25"/>
                    <a:pt x="66" y="25"/>
                  </a:cubicBezTo>
                  <a:cubicBezTo>
                    <a:pt x="66" y="25"/>
                    <a:pt x="66" y="25"/>
                    <a:pt x="67" y="25"/>
                  </a:cubicBezTo>
                  <a:cubicBezTo>
                    <a:pt x="67" y="25"/>
                    <a:pt x="67" y="25"/>
                    <a:pt x="68" y="25"/>
                  </a:cubicBezTo>
                  <a:cubicBezTo>
                    <a:pt x="68" y="25"/>
                    <a:pt x="68" y="25"/>
                    <a:pt x="68" y="25"/>
                  </a:cubicBezTo>
                  <a:cubicBezTo>
                    <a:pt x="69" y="25"/>
                    <a:pt x="69" y="26"/>
                    <a:pt x="70" y="26"/>
                  </a:cubicBezTo>
                  <a:cubicBezTo>
                    <a:pt x="70" y="26"/>
                    <a:pt x="70" y="26"/>
                    <a:pt x="70" y="26"/>
                  </a:cubicBezTo>
                  <a:cubicBezTo>
                    <a:pt x="72" y="26"/>
                    <a:pt x="74" y="27"/>
                    <a:pt x="76" y="28"/>
                  </a:cubicBezTo>
                  <a:cubicBezTo>
                    <a:pt x="76" y="28"/>
                    <a:pt x="76" y="29"/>
                    <a:pt x="77" y="29"/>
                  </a:cubicBezTo>
                  <a:cubicBezTo>
                    <a:pt x="77" y="29"/>
                    <a:pt x="77" y="29"/>
                    <a:pt x="77" y="29"/>
                  </a:cubicBezTo>
                  <a:cubicBezTo>
                    <a:pt x="77" y="29"/>
                    <a:pt x="77" y="29"/>
                    <a:pt x="78" y="29"/>
                  </a:cubicBezTo>
                  <a:cubicBezTo>
                    <a:pt x="78" y="29"/>
                    <a:pt x="78" y="30"/>
                    <a:pt x="78" y="30"/>
                  </a:cubicBezTo>
                  <a:cubicBezTo>
                    <a:pt x="79" y="30"/>
                    <a:pt x="80" y="31"/>
                    <a:pt x="81" y="32"/>
                  </a:cubicBezTo>
                  <a:cubicBezTo>
                    <a:pt x="81" y="32"/>
                    <a:pt x="81" y="32"/>
                    <a:pt x="81" y="32"/>
                  </a:cubicBezTo>
                  <a:cubicBezTo>
                    <a:pt x="81" y="32"/>
                    <a:pt x="82" y="32"/>
                    <a:pt x="82" y="33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3" y="34"/>
                    <a:pt x="85" y="35"/>
                    <a:pt x="86" y="36"/>
                  </a:cubicBezTo>
                  <a:cubicBezTo>
                    <a:pt x="86" y="36"/>
                    <a:pt x="86" y="36"/>
                    <a:pt x="86" y="36"/>
                  </a:cubicBezTo>
                  <a:cubicBezTo>
                    <a:pt x="86" y="37"/>
                    <a:pt x="86" y="37"/>
                    <a:pt x="87" y="37"/>
                  </a:cubicBezTo>
                  <a:cubicBezTo>
                    <a:pt x="87" y="37"/>
                    <a:pt x="87" y="37"/>
                    <a:pt x="87" y="37"/>
                  </a:cubicBezTo>
                  <a:cubicBezTo>
                    <a:pt x="87" y="38"/>
                    <a:pt x="88" y="39"/>
                    <a:pt x="89" y="40"/>
                  </a:cubicBezTo>
                  <a:cubicBezTo>
                    <a:pt x="89" y="40"/>
                    <a:pt x="89" y="40"/>
                    <a:pt x="89" y="41"/>
                  </a:cubicBezTo>
                  <a:cubicBezTo>
                    <a:pt x="89" y="41"/>
                    <a:pt x="89" y="41"/>
                    <a:pt x="89" y="41"/>
                  </a:cubicBezTo>
                  <a:cubicBezTo>
                    <a:pt x="90" y="42"/>
                    <a:pt x="90" y="42"/>
                    <a:pt x="90" y="42"/>
                  </a:cubicBezTo>
                  <a:cubicBezTo>
                    <a:pt x="90" y="42"/>
                    <a:pt x="90" y="42"/>
                    <a:pt x="90" y="43"/>
                  </a:cubicBezTo>
                  <a:cubicBezTo>
                    <a:pt x="91" y="45"/>
                    <a:pt x="92" y="47"/>
                    <a:pt x="93" y="49"/>
                  </a:cubicBezTo>
                  <a:cubicBezTo>
                    <a:pt x="93" y="49"/>
                    <a:pt x="93" y="50"/>
                    <a:pt x="93" y="50"/>
                  </a:cubicBezTo>
                  <a:cubicBezTo>
                    <a:pt x="93" y="50"/>
                    <a:pt x="93" y="50"/>
                    <a:pt x="93" y="51"/>
                  </a:cubicBezTo>
                  <a:cubicBezTo>
                    <a:pt x="93" y="51"/>
                    <a:pt x="93" y="51"/>
                    <a:pt x="93" y="52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4" y="53"/>
                    <a:pt x="94" y="53"/>
                    <a:pt x="94" y="53"/>
                  </a:cubicBezTo>
                  <a:cubicBezTo>
                    <a:pt x="94" y="54"/>
                    <a:pt x="94" y="54"/>
                    <a:pt x="94" y="54"/>
                  </a:cubicBezTo>
                  <a:cubicBezTo>
                    <a:pt x="94" y="54"/>
                    <a:pt x="94" y="55"/>
                    <a:pt x="94" y="55"/>
                  </a:cubicBezTo>
                  <a:cubicBezTo>
                    <a:pt x="94" y="55"/>
                    <a:pt x="94" y="56"/>
                    <a:pt x="94" y="56"/>
                  </a:cubicBezTo>
                  <a:cubicBezTo>
                    <a:pt x="94" y="56"/>
                    <a:pt x="94" y="56"/>
                    <a:pt x="94" y="57"/>
                  </a:cubicBezTo>
                  <a:cubicBezTo>
                    <a:pt x="94" y="57"/>
                    <a:pt x="94" y="57"/>
                    <a:pt x="94" y="57"/>
                  </a:cubicBezTo>
                  <a:cubicBezTo>
                    <a:pt x="94" y="58"/>
                    <a:pt x="94" y="58"/>
                    <a:pt x="94" y="59"/>
                  </a:cubicBezTo>
                  <a:cubicBezTo>
                    <a:pt x="94" y="59"/>
                    <a:pt x="94" y="60"/>
                    <a:pt x="94" y="6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233"/>
            <p:cNvSpPr/>
            <p:nvPr/>
          </p:nvSpPr>
          <p:spPr bwMode="auto">
            <a:xfrm>
              <a:off x="10977230" y="3758192"/>
              <a:ext cx="59017" cy="60300"/>
            </a:xfrm>
            <a:custGeom>
              <a:avLst/>
              <a:gdLst>
                <a:gd name="T0" fmla="*/ 59 w 92"/>
                <a:gd name="T1" fmla="*/ 0 h 94"/>
                <a:gd name="T2" fmla="*/ 31 w 92"/>
                <a:gd name="T3" fmla="*/ 0 h 94"/>
                <a:gd name="T4" fmla="*/ 31 w 92"/>
                <a:gd name="T5" fmla="*/ 33 h 94"/>
                <a:gd name="T6" fmla="*/ 0 w 92"/>
                <a:gd name="T7" fmla="*/ 33 h 94"/>
                <a:gd name="T8" fmla="*/ 0 w 92"/>
                <a:gd name="T9" fmla="*/ 61 h 94"/>
                <a:gd name="T10" fmla="*/ 31 w 92"/>
                <a:gd name="T11" fmla="*/ 61 h 94"/>
                <a:gd name="T12" fmla="*/ 31 w 92"/>
                <a:gd name="T13" fmla="*/ 94 h 94"/>
                <a:gd name="T14" fmla="*/ 59 w 92"/>
                <a:gd name="T15" fmla="*/ 94 h 94"/>
                <a:gd name="T16" fmla="*/ 59 w 92"/>
                <a:gd name="T17" fmla="*/ 61 h 94"/>
                <a:gd name="T18" fmla="*/ 92 w 92"/>
                <a:gd name="T19" fmla="*/ 61 h 94"/>
                <a:gd name="T20" fmla="*/ 92 w 92"/>
                <a:gd name="T21" fmla="*/ 33 h 94"/>
                <a:gd name="T22" fmla="*/ 59 w 92"/>
                <a:gd name="T23" fmla="*/ 33 h 94"/>
                <a:gd name="T24" fmla="*/ 59 w 92"/>
                <a:gd name="T25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" h="94">
                  <a:moveTo>
                    <a:pt x="59" y="0"/>
                  </a:moveTo>
                  <a:lnTo>
                    <a:pt x="31" y="0"/>
                  </a:lnTo>
                  <a:lnTo>
                    <a:pt x="31" y="33"/>
                  </a:lnTo>
                  <a:lnTo>
                    <a:pt x="0" y="33"/>
                  </a:lnTo>
                  <a:lnTo>
                    <a:pt x="0" y="61"/>
                  </a:lnTo>
                  <a:lnTo>
                    <a:pt x="31" y="61"/>
                  </a:lnTo>
                  <a:lnTo>
                    <a:pt x="31" y="94"/>
                  </a:lnTo>
                  <a:lnTo>
                    <a:pt x="59" y="94"/>
                  </a:lnTo>
                  <a:lnTo>
                    <a:pt x="59" y="61"/>
                  </a:lnTo>
                  <a:lnTo>
                    <a:pt x="92" y="61"/>
                  </a:lnTo>
                  <a:lnTo>
                    <a:pt x="92" y="33"/>
                  </a:lnTo>
                  <a:lnTo>
                    <a:pt x="59" y="33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234"/>
            <p:cNvSpPr>
              <a:spLocks noEditPoints="1"/>
            </p:cNvSpPr>
            <p:nvPr/>
          </p:nvSpPr>
          <p:spPr bwMode="auto">
            <a:xfrm>
              <a:off x="9302943" y="3357903"/>
              <a:ext cx="382969" cy="298292"/>
            </a:xfrm>
            <a:custGeom>
              <a:avLst/>
              <a:gdLst>
                <a:gd name="T0" fmla="*/ 232 w 252"/>
                <a:gd name="T1" fmla="*/ 0 h 197"/>
                <a:gd name="T2" fmla="*/ 20 w 252"/>
                <a:gd name="T3" fmla="*/ 0 h 197"/>
                <a:gd name="T4" fmla="*/ 0 w 252"/>
                <a:gd name="T5" fmla="*/ 20 h 197"/>
                <a:gd name="T6" fmla="*/ 0 w 252"/>
                <a:gd name="T7" fmla="*/ 146 h 197"/>
                <a:gd name="T8" fmla="*/ 20 w 252"/>
                <a:gd name="T9" fmla="*/ 166 h 197"/>
                <a:gd name="T10" fmla="*/ 95 w 252"/>
                <a:gd name="T11" fmla="*/ 166 h 197"/>
                <a:gd name="T12" fmla="*/ 97 w 252"/>
                <a:gd name="T13" fmla="*/ 169 h 197"/>
                <a:gd name="T14" fmla="*/ 105 w 252"/>
                <a:gd name="T15" fmla="*/ 177 h 197"/>
                <a:gd name="T16" fmla="*/ 105 w 252"/>
                <a:gd name="T17" fmla="*/ 197 h 197"/>
                <a:gd name="T18" fmla="*/ 171 w 252"/>
                <a:gd name="T19" fmla="*/ 197 h 197"/>
                <a:gd name="T20" fmla="*/ 171 w 252"/>
                <a:gd name="T21" fmla="*/ 179 h 197"/>
                <a:gd name="T22" fmla="*/ 181 w 252"/>
                <a:gd name="T23" fmla="*/ 166 h 197"/>
                <a:gd name="T24" fmla="*/ 232 w 252"/>
                <a:gd name="T25" fmla="*/ 166 h 197"/>
                <a:gd name="T26" fmla="*/ 252 w 252"/>
                <a:gd name="T27" fmla="*/ 146 h 197"/>
                <a:gd name="T28" fmla="*/ 252 w 252"/>
                <a:gd name="T29" fmla="*/ 20 h 197"/>
                <a:gd name="T30" fmla="*/ 232 w 252"/>
                <a:gd name="T31" fmla="*/ 0 h 197"/>
                <a:gd name="T32" fmla="*/ 237 w 252"/>
                <a:gd name="T33" fmla="*/ 146 h 197"/>
                <a:gd name="T34" fmla="*/ 232 w 252"/>
                <a:gd name="T35" fmla="*/ 151 h 197"/>
                <a:gd name="T36" fmla="*/ 185 w 252"/>
                <a:gd name="T37" fmla="*/ 151 h 197"/>
                <a:gd name="T38" fmla="*/ 185 w 252"/>
                <a:gd name="T39" fmla="*/ 146 h 197"/>
                <a:gd name="T40" fmla="*/ 185 w 252"/>
                <a:gd name="T41" fmla="*/ 144 h 197"/>
                <a:gd name="T42" fmla="*/ 185 w 252"/>
                <a:gd name="T43" fmla="*/ 114 h 197"/>
                <a:gd name="T44" fmla="*/ 173 w 252"/>
                <a:gd name="T45" fmla="*/ 103 h 197"/>
                <a:gd name="T46" fmla="*/ 164 w 252"/>
                <a:gd name="T47" fmla="*/ 108 h 197"/>
                <a:gd name="T48" fmla="*/ 163 w 252"/>
                <a:gd name="T49" fmla="*/ 108 h 197"/>
                <a:gd name="T50" fmla="*/ 163 w 252"/>
                <a:gd name="T51" fmla="*/ 107 h 197"/>
                <a:gd name="T52" fmla="*/ 152 w 252"/>
                <a:gd name="T53" fmla="*/ 96 h 197"/>
                <a:gd name="T54" fmla="*/ 141 w 252"/>
                <a:gd name="T55" fmla="*/ 102 h 197"/>
                <a:gd name="T56" fmla="*/ 141 w 252"/>
                <a:gd name="T57" fmla="*/ 101 h 197"/>
                <a:gd name="T58" fmla="*/ 130 w 252"/>
                <a:gd name="T59" fmla="*/ 90 h 197"/>
                <a:gd name="T60" fmla="*/ 120 w 252"/>
                <a:gd name="T61" fmla="*/ 97 h 197"/>
                <a:gd name="T62" fmla="*/ 120 w 252"/>
                <a:gd name="T63" fmla="*/ 41 h 197"/>
                <a:gd name="T64" fmla="*/ 108 w 252"/>
                <a:gd name="T65" fmla="*/ 30 h 197"/>
                <a:gd name="T66" fmla="*/ 97 w 252"/>
                <a:gd name="T67" fmla="*/ 41 h 197"/>
                <a:gd name="T68" fmla="*/ 97 w 252"/>
                <a:gd name="T69" fmla="*/ 109 h 197"/>
                <a:gd name="T70" fmla="*/ 97 w 252"/>
                <a:gd name="T71" fmla="*/ 111 h 197"/>
                <a:gd name="T72" fmla="*/ 97 w 252"/>
                <a:gd name="T73" fmla="*/ 124 h 197"/>
                <a:gd name="T74" fmla="*/ 84 w 252"/>
                <a:gd name="T75" fmla="*/ 101 h 197"/>
                <a:gd name="T76" fmla="*/ 66 w 252"/>
                <a:gd name="T77" fmla="*/ 92 h 197"/>
                <a:gd name="T78" fmla="*/ 64 w 252"/>
                <a:gd name="T79" fmla="*/ 112 h 197"/>
                <a:gd name="T80" fmla="*/ 86 w 252"/>
                <a:gd name="T81" fmla="*/ 151 h 197"/>
                <a:gd name="T82" fmla="*/ 20 w 252"/>
                <a:gd name="T83" fmla="*/ 151 h 197"/>
                <a:gd name="T84" fmla="*/ 15 w 252"/>
                <a:gd name="T85" fmla="*/ 146 h 197"/>
                <a:gd name="T86" fmla="*/ 15 w 252"/>
                <a:gd name="T87" fmla="*/ 20 h 197"/>
                <a:gd name="T88" fmla="*/ 20 w 252"/>
                <a:gd name="T89" fmla="*/ 15 h 197"/>
                <a:gd name="T90" fmla="*/ 232 w 252"/>
                <a:gd name="T91" fmla="*/ 15 h 197"/>
                <a:gd name="T92" fmla="*/ 237 w 252"/>
                <a:gd name="T93" fmla="*/ 20 h 197"/>
                <a:gd name="T94" fmla="*/ 237 w 252"/>
                <a:gd name="T95" fmla="*/ 146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52" h="197">
                  <a:moveTo>
                    <a:pt x="232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9" y="0"/>
                    <a:pt x="0" y="9"/>
                    <a:pt x="0" y="2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0" y="157"/>
                    <a:pt x="9" y="166"/>
                    <a:pt x="20" y="166"/>
                  </a:cubicBezTo>
                  <a:cubicBezTo>
                    <a:pt x="95" y="166"/>
                    <a:pt x="95" y="166"/>
                    <a:pt x="95" y="166"/>
                  </a:cubicBezTo>
                  <a:cubicBezTo>
                    <a:pt x="97" y="169"/>
                    <a:pt x="97" y="169"/>
                    <a:pt x="97" y="169"/>
                  </a:cubicBezTo>
                  <a:cubicBezTo>
                    <a:pt x="99" y="173"/>
                    <a:pt x="102" y="175"/>
                    <a:pt x="105" y="177"/>
                  </a:cubicBezTo>
                  <a:cubicBezTo>
                    <a:pt x="105" y="197"/>
                    <a:pt x="105" y="197"/>
                    <a:pt x="105" y="197"/>
                  </a:cubicBezTo>
                  <a:cubicBezTo>
                    <a:pt x="171" y="197"/>
                    <a:pt x="171" y="197"/>
                    <a:pt x="171" y="197"/>
                  </a:cubicBezTo>
                  <a:cubicBezTo>
                    <a:pt x="171" y="179"/>
                    <a:pt x="171" y="179"/>
                    <a:pt x="171" y="179"/>
                  </a:cubicBezTo>
                  <a:cubicBezTo>
                    <a:pt x="176" y="177"/>
                    <a:pt x="179" y="172"/>
                    <a:pt x="181" y="166"/>
                  </a:cubicBezTo>
                  <a:cubicBezTo>
                    <a:pt x="232" y="166"/>
                    <a:pt x="232" y="166"/>
                    <a:pt x="232" y="166"/>
                  </a:cubicBezTo>
                  <a:cubicBezTo>
                    <a:pt x="243" y="166"/>
                    <a:pt x="252" y="157"/>
                    <a:pt x="252" y="146"/>
                  </a:cubicBezTo>
                  <a:cubicBezTo>
                    <a:pt x="252" y="20"/>
                    <a:pt x="252" y="20"/>
                    <a:pt x="252" y="20"/>
                  </a:cubicBezTo>
                  <a:cubicBezTo>
                    <a:pt x="252" y="9"/>
                    <a:pt x="243" y="0"/>
                    <a:pt x="232" y="0"/>
                  </a:cubicBezTo>
                  <a:close/>
                  <a:moveTo>
                    <a:pt x="237" y="146"/>
                  </a:moveTo>
                  <a:cubicBezTo>
                    <a:pt x="237" y="149"/>
                    <a:pt x="234" y="151"/>
                    <a:pt x="232" y="151"/>
                  </a:cubicBezTo>
                  <a:cubicBezTo>
                    <a:pt x="185" y="151"/>
                    <a:pt x="185" y="151"/>
                    <a:pt x="185" y="151"/>
                  </a:cubicBezTo>
                  <a:cubicBezTo>
                    <a:pt x="185" y="146"/>
                    <a:pt x="185" y="146"/>
                    <a:pt x="185" y="146"/>
                  </a:cubicBezTo>
                  <a:cubicBezTo>
                    <a:pt x="185" y="146"/>
                    <a:pt x="185" y="145"/>
                    <a:pt x="185" y="144"/>
                  </a:cubicBezTo>
                  <a:cubicBezTo>
                    <a:pt x="185" y="114"/>
                    <a:pt x="185" y="114"/>
                    <a:pt x="185" y="114"/>
                  </a:cubicBezTo>
                  <a:cubicBezTo>
                    <a:pt x="185" y="108"/>
                    <a:pt x="180" y="103"/>
                    <a:pt x="173" y="103"/>
                  </a:cubicBezTo>
                  <a:cubicBezTo>
                    <a:pt x="169" y="103"/>
                    <a:pt x="166" y="105"/>
                    <a:pt x="164" y="108"/>
                  </a:cubicBezTo>
                  <a:cubicBezTo>
                    <a:pt x="164" y="108"/>
                    <a:pt x="163" y="108"/>
                    <a:pt x="163" y="108"/>
                  </a:cubicBezTo>
                  <a:cubicBezTo>
                    <a:pt x="163" y="107"/>
                    <a:pt x="163" y="107"/>
                    <a:pt x="163" y="107"/>
                  </a:cubicBezTo>
                  <a:cubicBezTo>
                    <a:pt x="163" y="101"/>
                    <a:pt x="158" y="96"/>
                    <a:pt x="152" y="96"/>
                  </a:cubicBezTo>
                  <a:cubicBezTo>
                    <a:pt x="147" y="96"/>
                    <a:pt x="143" y="98"/>
                    <a:pt x="141" y="102"/>
                  </a:cubicBezTo>
                  <a:cubicBezTo>
                    <a:pt x="141" y="101"/>
                    <a:pt x="141" y="101"/>
                    <a:pt x="141" y="101"/>
                  </a:cubicBezTo>
                  <a:cubicBezTo>
                    <a:pt x="141" y="95"/>
                    <a:pt x="136" y="90"/>
                    <a:pt x="130" y="90"/>
                  </a:cubicBezTo>
                  <a:cubicBezTo>
                    <a:pt x="125" y="90"/>
                    <a:pt x="121" y="93"/>
                    <a:pt x="120" y="97"/>
                  </a:cubicBezTo>
                  <a:cubicBezTo>
                    <a:pt x="120" y="41"/>
                    <a:pt x="120" y="41"/>
                    <a:pt x="120" y="41"/>
                  </a:cubicBezTo>
                  <a:cubicBezTo>
                    <a:pt x="120" y="35"/>
                    <a:pt x="115" y="30"/>
                    <a:pt x="108" y="30"/>
                  </a:cubicBezTo>
                  <a:cubicBezTo>
                    <a:pt x="102" y="30"/>
                    <a:pt x="97" y="35"/>
                    <a:pt x="97" y="41"/>
                  </a:cubicBezTo>
                  <a:cubicBezTo>
                    <a:pt x="97" y="109"/>
                    <a:pt x="97" y="109"/>
                    <a:pt x="97" y="109"/>
                  </a:cubicBezTo>
                  <a:cubicBezTo>
                    <a:pt x="97" y="110"/>
                    <a:pt x="97" y="110"/>
                    <a:pt x="97" y="111"/>
                  </a:cubicBezTo>
                  <a:cubicBezTo>
                    <a:pt x="97" y="124"/>
                    <a:pt x="97" y="124"/>
                    <a:pt x="97" y="124"/>
                  </a:cubicBezTo>
                  <a:cubicBezTo>
                    <a:pt x="84" y="101"/>
                    <a:pt x="84" y="101"/>
                    <a:pt x="84" y="101"/>
                  </a:cubicBezTo>
                  <a:cubicBezTo>
                    <a:pt x="79" y="93"/>
                    <a:pt x="71" y="89"/>
                    <a:pt x="66" y="92"/>
                  </a:cubicBezTo>
                  <a:cubicBezTo>
                    <a:pt x="60" y="96"/>
                    <a:pt x="59" y="104"/>
                    <a:pt x="64" y="112"/>
                  </a:cubicBezTo>
                  <a:cubicBezTo>
                    <a:pt x="86" y="151"/>
                    <a:pt x="86" y="151"/>
                    <a:pt x="86" y="151"/>
                  </a:cubicBezTo>
                  <a:cubicBezTo>
                    <a:pt x="20" y="151"/>
                    <a:pt x="20" y="151"/>
                    <a:pt x="20" y="151"/>
                  </a:cubicBezTo>
                  <a:cubicBezTo>
                    <a:pt x="17" y="151"/>
                    <a:pt x="15" y="149"/>
                    <a:pt x="15" y="146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18"/>
                    <a:pt x="17" y="15"/>
                    <a:pt x="20" y="15"/>
                  </a:cubicBezTo>
                  <a:cubicBezTo>
                    <a:pt x="232" y="15"/>
                    <a:pt x="232" y="15"/>
                    <a:pt x="232" y="15"/>
                  </a:cubicBezTo>
                  <a:cubicBezTo>
                    <a:pt x="234" y="15"/>
                    <a:pt x="237" y="18"/>
                    <a:pt x="237" y="20"/>
                  </a:cubicBezTo>
                  <a:lnTo>
                    <a:pt x="237" y="14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Rectangle 235"/>
            <p:cNvSpPr>
              <a:spLocks noChangeArrowheads="1"/>
            </p:cNvSpPr>
            <p:nvPr/>
          </p:nvSpPr>
          <p:spPr bwMode="auto">
            <a:xfrm>
              <a:off x="9462674" y="3676082"/>
              <a:ext cx="100072" cy="532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236"/>
            <p:cNvSpPr>
              <a:spLocks noEditPoints="1"/>
            </p:cNvSpPr>
            <p:nvPr/>
          </p:nvSpPr>
          <p:spPr bwMode="auto">
            <a:xfrm>
              <a:off x="11033039" y="3177003"/>
              <a:ext cx="65432" cy="68639"/>
            </a:xfrm>
            <a:custGeom>
              <a:avLst/>
              <a:gdLst>
                <a:gd name="T0" fmla="*/ 22 w 43"/>
                <a:gd name="T1" fmla="*/ 0 h 45"/>
                <a:gd name="T2" fmla="*/ 0 w 43"/>
                <a:gd name="T3" fmla="*/ 23 h 45"/>
                <a:gd name="T4" fmla="*/ 22 w 43"/>
                <a:gd name="T5" fmla="*/ 45 h 45"/>
                <a:gd name="T6" fmla="*/ 43 w 43"/>
                <a:gd name="T7" fmla="*/ 23 h 45"/>
                <a:gd name="T8" fmla="*/ 22 w 43"/>
                <a:gd name="T9" fmla="*/ 0 h 45"/>
                <a:gd name="T10" fmla="*/ 11 w 43"/>
                <a:gd name="T11" fmla="*/ 20 h 45"/>
                <a:gd name="T12" fmla="*/ 7 w 43"/>
                <a:gd name="T13" fmla="*/ 16 h 45"/>
                <a:gd name="T14" fmla="*/ 11 w 43"/>
                <a:gd name="T15" fmla="*/ 13 h 45"/>
                <a:gd name="T16" fmla="*/ 14 w 43"/>
                <a:gd name="T17" fmla="*/ 16 h 45"/>
                <a:gd name="T18" fmla="*/ 11 w 43"/>
                <a:gd name="T19" fmla="*/ 20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3" h="45">
                  <a:moveTo>
                    <a:pt x="22" y="0"/>
                  </a:moveTo>
                  <a:cubicBezTo>
                    <a:pt x="10" y="0"/>
                    <a:pt x="0" y="10"/>
                    <a:pt x="0" y="23"/>
                  </a:cubicBezTo>
                  <a:cubicBezTo>
                    <a:pt x="0" y="35"/>
                    <a:pt x="10" y="45"/>
                    <a:pt x="22" y="45"/>
                  </a:cubicBezTo>
                  <a:cubicBezTo>
                    <a:pt x="33" y="45"/>
                    <a:pt x="43" y="35"/>
                    <a:pt x="43" y="23"/>
                  </a:cubicBezTo>
                  <a:cubicBezTo>
                    <a:pt x="43" y="10"/>
                    <a:pt x="33" y="0"/>
                    <a:pt x="22" y="0"/>
                  </a:cubicBezTo>
                  <a:close/>
                  <a:moveTo>
                    <a:pt x="11" y="20"/>
                  </a:moveTo>
                  <a:cubicBezTo>
                    <a:pt x="9" y="20"/>
                    <a:pt x="7" y="19"/>
                    <a:pt x="7" y="16"/>
                  </a:cubicBezTo>
                  <a:cubicBezTo>
                    <a:pt x="7" y="14"/>
                    <a:pt x="9" y="13"/>
                    <a:pt x="11" y="13"/>
                  </a:cubicBezTo>
                  <a:cubicBezTo>
                    <a:pt x="12" y="13"/>
                    <a:pt x="14" y="14"/>
                    <a:pt x="14" y="16"/>
                  </a:cubicBezTo>
                  <a:cubicBezTo>
                    <a:pt x="14" y="19"/>
                    <a:pt x="12" y="20"/>
                    <a:pt x="11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237"/>
            <p:cNvSpPr>
              <a:spLocks noEditPoints="1"/>
            </p:cNvSpPr>
            <p:nvPr/>
          </p:nvSpPr>
          <p:spPr bwMode="auto">
            <a:xfrm>
              <a:off x="10986210" y="3145570"/>
              <a:ext cx="148825" cy="118034"/>
            </a:xfrm>
            <a:custGeom>
              <a:avLst/>
              <a:gdLst>
                <a:gd name="T0" fmla="*/ 94 w 98"/>
                <a:gd name="T1" fmla="*/ 9 h 78"/>
                <a:gd name="T2" fmla="*/ 84 w 98"/>
                <a:gd name="T3" fmla="*/ 9 h 78"/>
                <a:gd name="T4" fmla="*/ 83 w 98"/>
                <a:gd name="T5" fmla="*/ 3 h 78"/>
                <a:gd name="T6" fmla="*/ 80 w 98"/>
                <a:gd name="T7" fmla="*/ 0 h 78"/>
                <a:gd name="T8" fmla="*/ 63 w 98"/>
                <a:gd name="T9" fmla="*/ 0 h 78"/>
                <a:gd name="T10" fmla="*/ 60 w 98"/>
                <a:gd name="T11" fmla="*/ 3 h 78"/>
                <a:gd name="T12" fmla="*/ 58 w 98"/>
                <a:gd name="T13" fmla="*/ 9 h 78"/>
                <a:gd name="T14" fmla="*/ 4 w 98"/>
                <a:gd name="T15" fmla="*/ 9 h 78"/>
                <a:gd name="T16" fmla="*/ 0 w 98"/>
                <a:gd name="T17" fmla="*/ 14 h 78"/>
                <a:gd name="T18" fmla="*/ 0 w 98"/>
                <a:gd name="T19" fmla="*/ 74 h 78"/>
                <a:gd name="T20" fmla="*/ 4 w 98"/>
                <a:gd name="T21" fmla="*/ 78 h 78"/>
                <a:gd name="T22" fmla="*/ 94 w 98"/>
                <a:gd name="T23" fmla="*/ 78 h 78"/>
                <a:gd name="T24" fmla="*/ 98 w 98"/>
                <a:gd name="T25" fmla="*/ 74 h 78"/>
                <a:gd name="T26" fmla="*/ 98 w 98"/>
                <a:gd name="T27" fmla="*/ 14 h 78"/>
                <a:gd name="T28" fmla="*/ 94 w 98"/>
                <a:gd name="T29" fmla="*/ 9 h 78"/>
                <a:gd name="T30" fmla="*/ 53 w 98"/>
                <a:gd name="T31" fmla="*/ 71 h 78"/>
                <a:gd name="T32" fmla="*/ 26 w 98"/>
                <a:gd name="T33" fmla="*/ 44 h 78"/>
                <a:gd name="T34" fmla="*/ 53 w 98"/>
                <a:gd name="T35" fmla="*/ 16 h 78"/>
                <a:gd name="T36" fmla="*/ 79 w 98"/>
                <a:gd name="T37" fmla="*/ 44 h 78"/>
                <a:gd name="T38" fmla="*/ 53 w 98"/>
                <a:gd name="T39" fmla="*/ 71 h 78"/>
                <a:gd name="T40" fmla="*/ 79 w 98"/>
                <a:gd name="T41" fmla="*/ 13 h 78"/>
                <a:gd name="T42" fmla="*/ 63 w 98"/>
                <a:gd name="T43" fmla="*/ 13 h 78"/>
                <a:gd name="T44" fmla="*/ 63 w 98"/>
                <a:gd name="T45" fmla="*/ 3 h 78"/>
                <a:gd name="T46" fmla="*/ 79 w 98"/>
                <a:gd name="T47" fmla="*/ 3 h 78"/>
                <a:gd name="T48" fmla="*/ 79 w 98"/>
                <a:gd name="T49" fmla="*/ 13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98" h="78">
                  <a:moveTo>
                    <a:pt x="94" y="9"/>
                  </a:moveTo>
                  <a:cubicBezTo>
                    <a:pt x="84" y="9"/>
                    <a:pt x="84" y="9"/>
                    <a:pt x="84" y="9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83" y="1"/>
                    <a:pt x="81" y="0"/>
                    <a:pt x="80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61" y="0"/>
                    <a:pt x="60" y="1"/>
                    <a:pt x="60" y="3"/>
                  </a:cubicBezTo>
                  <a:cubicBezTo>
                    <a:pt x="58" y="9"/>
                    <a:pt x="58" y="9"/>
                    <a:pt x="58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2" y="9"/>
                    <a:pt x="0" y="11"/>
                    <a:pt x="0" y="1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77"/>
                    <a:pt x="2" y="78"/>
                    <a:pt x="4" y="78"/>
                  </a:cubicBezTo>
                  <a:cubicBezTo>
                    <a:pt x="94" y="78"/>
                    <a:pt x="94" y="78"/>
                    <a:pt x="94" y="78"/>
                  </a:cubicBezTo>
                  <a:cubicBezTo>
                    <a:pt x="96" y="78"/>
                    <a:pt x="98" y="77"/>
                    <a:pt x="98" y="74"/>
                  </a:cubicBezTo>
                  <a:cubicBezTo>
                    <a:pt x="98" y="14"/>
                    <a:pt x="98" y="14"/>
                    <a:pt x="98" y="14"/>
                  </a:cubicBezTo>
                  <a:cubicBezTo>
                    <a:pt x="98" y="11"/>
                    <a:pt x="96" y="9"/>
                    <a:pt x="94" y="9"/>
                  </a:cubicBezTo>
                  <a:close/>
                  <a:moveTo>
                    <a:pt x="53" y="71"/>
                  </a:moveTo>
                  <a:cubicBezTo>
                    <a:pt x="38" y="71"/>
                    <a:pt x="26" y="59"/>
                    <a:pt x="26" y="44"/>
                  </a:cubicBezTo>
                  <a:cubicBezTo>
                    <a:pt x="26" y="28"/>
                    <a:pt x="38" y="16"/>
                    <a:pt x="53" y="16"/>
                  </a:cubicBezTo>
                  <a:cubicBezTo>
                    <a:pt x="67" y="16"/>
                    <a:pt x="79" y="28"/>
                    <a:pt x="79" y="44"/>
                  </a:cubicBezTo>
                  <a:cubicBezTo>
                    <a:pt x="79" y="59"/>
                    <a:pt x="67" y="71"/>
                    <a:pt x="53" y="71"/>
                  </a:cubicBezTo>
                  <a:close/>
                  <a:moveTo>
                    <a:pt x="79" y="13"/>
                  </a:moveTo>
                  <a:cubicBezTo>
                    <a:pt x="63" y="13"/>
                    <a:pt x="63" y="13"/>
                    <a:pt x="63" y="13"/>
                  </a:cubicBezTo>
                  <a:cubicBezTo>
                    <a:pt x="63" y="3"/>
                    <a:pt x="63" y="3"/>
                    <a:pt x="63" y="3"/>
                  </a:cubicBezTo>
                  <a:cubicBezTo>
                    <a:pt x="79" y="3"/>
                    <a:pt x="79" y="3"/>
                    <a:pt x="79" y="3"/>
                  </a:cubicBezTo>
                  <a:lnTo>
                    <a:pt x="79" y="1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Rectangle 238"/>
            <p:cNvSpPr>
              <a:spLocks noChangeArrowheads="1"/>
            </p:cNvSpPr>
            <p:nvPr/>
          </p:nvSpPr>
          <p:spPr bwMode="auto">
            <a:xfrm>
              <a:off x="11007380" y="3146853"/>
              <a:ext cx="27584" cy="76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239"/>
            <p:cNvSpPr>
              <a:spLocks noEditPoints="1"/>
            </p:cNvSpPr>
            <p:nvPr/>
          </p:nvSpPr>
          <p:spPr bwMode="auto">
            <a:xfrm>
              <a:off x="8259241" y="2386689"/>
              <a:ext cx="100072" cy="78903"/>
            </a:xfrm>
            <a:custGeom>
              <a:avLst/>
              <a:gdLst>
                <a:gd name="T0" fmla="*/ 59 w 66"/>
                <a:gd name="T1" fmla="*/ 0 h 52"/>
                <a:gd name="T2" fmla="*/ 7 w 66"/>
                <a:gd name="T3" fmla="*/ 0 h 52"/>
                <a:gd name="T4" fmla="*/ 0 w 66"/>
                <a:gd name="T5" fmla="*/ 6 h 52"/>
                <a:gd name="T6" fmla="*/ 0 w 66"/>
                <a:gd name="T7" fmla="*/ 45 h 52"/>
                <a:gd name="T8" fmla="*/ 7 w 66"/>
                <a:gd name="T9" fmla="*/ 52 h 52"/>
                <a:gd name="T10" fmla="*/ 59 w 66"/>
                <a:gd name="T11" fmla="*/ 52 h 52"/>
                <a:gd name="T12" fmla="*/ 66 w 66"/>
                <a:gd name="T13" fmla="*/ 45 h 52"/>
                <a:gd name="T14" fmla="*/ 66 w 66"/>
                <a:gd name="T15" fmla="*/ 6 h 52"/>
                <a:gd name="T16" fmla="*/ 59 w 66"/>
                <a:gd name="T17" fmla="*/ 0 h 52"/>
                <a:gd name="T18" fmla="*/ 61 w 66"/>
                <a:gd name="T19" fmla="*/ 45 h 52"/>
                <a:gd name="T20" fmla="*/ 59 w 66"/>
                <a:gd name="T21" fmla="*/ 47 h 52"/>
                <a:gd name="T22" fmla="*/ 7 w 66"/>
                <a:gd name="T23" fmla="*/ 47 h 52"/>
                <a:gd name="T24" fmla="*/ 5 w 66"/>
                <a:gd name="T25" fmla="*/ 45 h 52"/>
                <a:gd name="T26" fmla="*/ 5 w 66"/>
                <a:gd name="T27" fmla="*/ 6 h 52"/>
                <a:gd name="T28" fmla="*/ 7 w 66"/>
                <a:gd name="T29" fmla="*/ 4 h 52"/>
                <a:gd name="T30" fmla="*/ 59 w 66"/>
                <a:gd name="T31" fmla="*/ 4 h 52"/>
                <a:gd name="T32" fmla="*/ 61 w 66"/>
                <a:gd name="T33" fmla="*/ 6 h 52"/>
                <a:gd name="T34" fmla="*/ 61 w 66"/>
                <a:gd name="T35" fmla="*/ 45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52">
                  <a:moveTo>
                    <a:pt x="59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2"/>
                    <a:pt x="0" y="6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49"/>
                    <a:pt x="3" y="52"/>
                    <a:pt x="7" y="52"/>
                  </a:cubicBezTo>
                  <a:cubicBezTo>
                    <a:pt x="59" y="52"/>
                    <a:pt x="59" y="52"/>
                    <a:pt x="59" y="52"/>
                  </a:cubicBezTo>
                  <a:cubicBezTo>
                    <a:pt x="63" y="52"/>
                    <a:pt x="66" y="49"/>
                    <a:pt x="66" y="45"/>
                  </a:cubicBezTo>
                  <a:cubicBezTo>
                    <a:pt x="66" y="6"/>
                    <a:pt x="66" y="6"/>
                    <a:pt x="66" y="6"/>
                  </a:cubicBezTo>
                  <a:cubicBezTo>
                    <a:pt x="66" y="2"/>
                    <a:pt x="63" y="0"/>
                    <a:pt x="59" y="0"/>
                  </a:cubicBezTo>
                  <a:close/>
                  <a:moveTo>
                    <a:pt x="61" y="45"/>
                  </a:moveTo>
                  <a:cubicBezTo>
                    <a:pt x="61" y="46"/>
                    <a:pt x="60" y="47"/>
                    <a:pt x="59" y="47"/>
                  </a:cubicBezTo>
                  <a:cubicBezTo>
                    <a:pt x="7" y="47"/>
                    <a:pt x="7" y="47"/>
                    <a:pt x="7" y="47"/>
                  </a:cubicBezTo>
                  <a:cubicBezTo>
                    <a:pt x="6" y="47"/>
                    <a:pt x="5" y="46"/>
                    <a:pt x="5" y="45"/>
                  </a:cubicBezTo>
                  <a:cubicBezTo>
                    <a:pt x="5" y="6"/>
                    <a:pt x="5" y="6"/>
                    <a:pt x="5" y="6"/>
                  </a:cubicBezTo>
                  <a:cubicBezTo>
                    <a:pt x="5" y="5"/>
                    <a:pt x="6" y="4"/>
                    <a:pt x="7" y="4"/>
                  </a:cubicBezTo>
                  <a:cubicBezTo>
                    <a:pt x="59" y="4"/>
                    <a:pt x="59" y="4"/>
                    <a:pt x="59" y="4"/>
                  </a:cubicBezTo>
                  <a:cubicBezTo>
                    <a:pt x="60" y="4"/>
                    <a:pt x="61" y="5"/>
                    <a:pt x="61" y="6"/>
                  </a:cubicBezTo>
                  <a:lnTo>
                    <a:pt x="61" y="4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Freeform 240"/>
            <p:cNvSpPr>
              <a:spLocks noEditPoints="1"/>
            </p:cNvSpPr>
            <p:nvPr/>
          </p:nvSpPr>
          <p:spPr bwMode="auto">
            <a:xfrm>
              <a:off x="8197016" y="2393104"/>
              <a:ext cx="42338" cy="42338"/>
            </a:xfrm>
            <a:custGeom>
              <a:avLst/>
              <a:gdLst>
                <a:gd name="T0" fmla="*/ 14 w 28"/>
                <a:gd name="T1" fmla="*/ 0 h 28"/>
                <a:gd name="T2" fmla="*/ 0 w 28"/>
                <a:gd name="T3" fmla="*/ 14 h 28"/>
                <a:gd name="T4" fmla="*/ 14 w 28"/>
                <a:gd name="T5" fmla="*/ 28 h 28"/>
                <a:gd name="T6" fmla="*/ 28 w 28"/>
                <a:gd name="T7" fmla="*/ 14 h 28"/>
                <a:gd name="T8" fmla="*/ 14 w 28"/>
                <a:gd name="T9" fmla="*/ 0 h 28"/>
                <a:gd name="T10" fmla="*/ 9 w 28"/>
                <a:gd name="T11" fmla="*/ 15 h 28"/>
                <a:gd name="T12" fmla="*/ 5 w 28"/>
                <a:gd name="T13" fmla="*/ 11 h 28"/>
                <a:gd name="T14" fmla="*/ 9 w 28"/>
                <a:gd name="T15" fmla="*/ 7 h 28"/>
                <a:gd name="T16" fmla="*/ 13 w 28"/>
                <a:gd name="T17" fmla="*/ 11 h 28"/>
                <a:gd name="T18" fmla="*/ 9 w 28"/>
                <a:gd name="T19" fmla="*/ 15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28">
                  <a:moveTo>
                    <a:pt x="14" y="0"/>
                  </a:moveTo>
                  <a:cubicBezTo>
                    <a:pt x="7" y="0"/>
                    <a:pt x="0" y="6"/>
                    <a:pt x="0" y="14"/>
                  </a:cubicBezTo>
                  <a:cubicBezTo>
                    <a:pt x="0" y="21"/>
                    <a:pt x="7" y="28"/>
                    <a:pt x="14" y="28"/>
                  </a:cubicBezTo>
                  <a:cubicBezTo>
                    <a:pt x="22" y="28"/>
                    <a:pt x="28" y="21"/>
                    <a:pt x="28" y="14"/>
                  </a:cubicBezTo>
                  <a:cubicBezTo>
                    <a:pt x="28" y="6"/>
                    <a:pt x="22" y="0"/>
                    <a:pt x="14" y="0"/>
                  </a:cubicBezTo>
                  <a:close/>
                  <a:moveTo>
                    <a:pt x="9" y="15"/>
                  </a:moveTo>
                  <a:cubicBezTo>
                    <a:pt x="7" y="15"/>
                    <a:pt x="5" y="13"/>
                    <a:pt x="5" y="11"/>
                  </a:cubicBezTo>
                  <a:cubicBezTo>
                    <a:pt x="5" y="8"/>
                    <a:pt x="7" y="7"/>
                    <a:pt x="9" y="7"/>
                  </a:cubicBezTo>
                  <a:cubicBezTo>
                    <a:pt x="11" y="7"/>
                    <a:pt x="13" y="8"/>
                    <a:pt x="13" y="11"/>
                  </a:cubicBezTo>
                  <a:cubicBezTo>
                    <a:pt x="13" y="13"/>
                    <a:pt x="11" y="15"/>
                    <a:pt x="9" y="15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241"/>
            <p:cNvSpPr>
              <a:spLocks noEditPoints="1"/>
            </p:cNvSpPr>
            <p:nvPr/>
          </p:nvSpPr>
          <p:spPr bwMode="auto">
            <a:xfrm>
              <a:off x="8182904" y="2375142"/>
              <a:ext cx="71847" cy="152674"/>
            </a:xfrm>
            <a:custGeom>
              <a:avLst/>
              <a:gdLst>
                <a:gd name="T0" fmla="*/ 42 w 47"/>
                <a:gd name="T1" fmla="*/ 0 h 101"/>
                <a:gd name="T2" fmla="*/ 4 w 47"/>
                <a:gd name="T3" fmla="*/ 0 h 101"/>
                <a:gd name="T4" fmla="*/ 0 w 47"/>
                <a:gd name="T5" fmla="*/ 4 h 101"/>
                <a:gd name="T6" fmla="*/ 0 w 47"/>
                <a:gd name="T7" fmla="*/ 97 h 101"/>
                <a:gd name="T8" fmla="*/ 4 w 47"/>
                <a:gd name="T9" fmla="*/ 101 h 101"/>
                <a:gd name="T10" fmla="*/ 42 w 47"/>
                <a:gd name="T11" fmla="*/ 101 h 101"/>
                <a:gd name="T12" fmla="*/ 47 w 47"/>
                <a:gd name="T13" fmla="*/ 97 h 101"/>
                <a:gd name="T14" fmla="*/ 47 w 47"/>
                <a:gd name="T15" fmla="*/ 4 h 101"/>
                <a:gd name="T16" fmla="*/ 42 w 47"/>
                <a:gd name="T17" fmla="*/ 0 h 101"/>
                <a:gd name="T18" fmla="*/ 23 w 47"/>
                <a:gd name="T19" fmla="*/ 44 h 101"/>
                <a:gd name="T20" fmla="*/ 5 w 47"/>
                <a:gd name="T21" fmla="*/ 26 h 101"/>
                <a:gd name="T22" fmla="*/ 23 w 47"/>
                <a:gd name="T23" fmla="*/ 8 h 101"/>
                <a:gd name="T24" fmla="*/ 41 w 47"/>
                <a:gd name="T25" fmla="*/ 26 h 101"/>
                <a:gd name="T26" fmla="*/ 23 w 47"/>
                <a:gd name="T27" fmla="*/ 44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7" h="101">
                  <a:moveTo>
                    <a:pt x="42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1" y="0"/>
                    <a:pt x="0" y="2"/>
                    <a:pt x="0" y="4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0"/>
                    <a:pt x="1" y="101"/>
                    <a:pt x="4" y="101"/>
                  </a:cubicBezTo>
                  <a:cubicBezTo>
                    <a:pt x="42" y="101"/>
                    <a:pt x="42" y="101"/>
                    <a:pt x="42" y="101"/>
                  </a:cubicBezTo>
                  <a:cubicBezTo>
                    <a:pt x="45" y="101"/>
                    <a:pt x="47" y="100"/>
                    <a:pt x="47" y="97"/>
                  </a:cubicBezTo>
                  <a:cubicBezTo>
                    <a:pt x="47" y="4"/>
                    <a:pt x="47" y="4"/>
                    <a:pt x="47" y="4"/>
                  </a:cubicBezTo>
                  <a:cubicBezTo>
                    <a:pt x="47" y="2"/>
                    <a:pt x="45" y="0"/>
                    <a:pt x="42" y="0"/>
                  </a:cubicBezTo>
                  <a:close/>
                  <a:moveTo>
                    <a:pt x="23" y="44"/>
                  </a:moveTo>
                  <a:cubicBezTo>
                    <a:pt x="13" y="44"/>
                    <a:pt x="5" y="36"/>
                    <a:pt x="5" y="26"/>
                  </a:cubicBezTo>
                  <a:cubicBezTo>
                    <a:pt x="5" y="16"/>
                    <a:pt x="13" y="8"/>
                    <a:pt x="23" y="8"/>
                  </a:cubicBezTo>
                  <a:cubicBezTo>
                    <a:pt x="33" y="8"/>
                    <a:pt x="41" y="16"/>
                    <a:pt x="41" y="26"/>
                  </a:cubicBezTo>
                  <a:cubicBezTo>
                    <a:pt x="41" y="36"/>
                    <a:pt x="33" y="44"/>
                    <a:pt x="23" y="4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242"/>
            <p:cNvSpPr/>
            <p:nvPr/>
          </p:nvSpPr>
          <p:spPr bwMode="auto">
            <a:xfrm>
              <a:off x="9279208" y="2613135"/>
              <a:ext cx="83394" cy="128939"/>
            </a:xfrm>
            <a:custGeom>
              <a:avLst/>
              <a:gdLst>
                <a:gd name="T0" fmla="*/ 54 w 55"/>
                <a:gd name="T1" fmla="*/ 62 h 85"/>
                <a:gd name="T2" fmla="*/ 29 w 55"/>
                <a:gd name="T3" fmla="*/ 84 h 85"/>
                <a:gd name="T4" fmla="*/ 26 w 55"/>
                <a:gd name="T5" fmla="*/ 84 h 85"/>
                <a:gd name="T6" fmla="*/ 1 w 55"/>
                <a:gd name="T7" fmla="*/ 62 h 85"/>
                <a:gd name="T8" fmla="*/ 1 w 55"/>
                <a:gd name="T9" fmla="*/ 59 h 85"/>
                <a:gd name="T10" fmla="*/ 3 w 55"/>
                <a:gd name="T11" fmla="*/ 58 h 85"/>
                <a:gd name="T12" fmla="*/ 11 w 55"/>
                <a:gd name="T13" fmla="*/ 58 h 85"/>
                <a:gd name="T14" fmla="*/ 11 w 55"/>
                <a:gd name="T15" fmla="*/ 2 h 85"/>
                <a:gd name="T16" fmla="*/ 13 w 55"/>
                <a:gd name="T17" fmla="*/ 0 h 85"/>
                <a:gd name="T18" fmla="*/ 42 w 55"/>
                <a:gd name="T19" fmla="*/ 0 h 85"/>
                <a:gd name="T20" fmla="*/ 45 w 55"/>
                <a:gd name="T21" fmla="*/ 2 h 85"/>
                <a:gd name="T22" fmla="*/ 45 w 55"/>
                <a:gd name="T23" fmla="*/ 58 h 85"/>
                <a:gd name="T24" fmla="*/ 53 w 55"/>
                <a:gd name="T25" fmla="*/ 58 h 85"/>
                <a:gd name="T26" fmla="*/ 53 w 55"/>
                <a:gd name="T27" fmla="*/ 58 h 85"/>
                <a:gd name="T28" fmla="*/ 55 w 55"/>
                <a:gd name="T29" fmla="*/ 60 h 85"/>
                <a:gd name="T30" fmla="*/ 54 w 55"/>
                <a:gd name="T31" fmla="*/ 62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5" h="85">
                  <a:moveTo>
                    <a:pt x="54" y="62"/>
                  </a:moveTo>
                  <a:cubicBezTo>
                    <a:pt x="29" y="84"/>
                    <a:pt x="29" y="84"/>
                    <a:pt x="29" y="84"/>
                  </a:cubicBezTo>
                  <a:cubicBezTo>
                    <a:pt x="28" y="85"/>
                    <a:pt x="27" y="85"/>
                    <a:pt x="26" y="84"/>
                  </a:cubicBezTo>
                  <a:cubicBezTo>
                    <a:pt x="1" y="62"/>
                    <a:pt x="1" y="62"/>
                    <a:pt x="1" y="62"/>
                  </a:cubicBezTo>
                  <a:cubicBezTo>
                    <a:pt x="0" y="61"/>
                    <a:pt x="0" y="60"/>
                    <a:pt x="1" y="59"/>
                  </a:cubicBezTo>
                  <a:cubicBezTo>
                    <a:pt x="1" y="59"/>
                    <a:pt x="2" y="58"/>
                    <a:pt x="3" y="58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11" y="2"/>
                    <a:pt x="11" y="2"/>
                    <a:pt x="11" y="2"/>
                  </a:cubicBezTo>
                  <a:cubicBezTo>
                    <a:pt x="11" y="1"/>
                    <a:pt x="12" y="0"/>
                    <a:pt x="13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4" y="0"/>
                    <a:pt x="45" y="1"/>
                    <a:pt x="45" y="2"/>
                  </a:cubicBezTo>
                  <a:cubicBezTo>
                    <a:pt x="45" y="58"/>
                    <a:pt x="45" y="58"/>
                    <a:pt x="45" y="58"/>
                  </a:cubicBezTo>
                  <a:cubicBezTo>
                    <a:pt x="53" y="58"/>
                    <a:pt x="53" y="58"/>
                    <a:pt x="53" y="58"/>
                  </a:cubicBezTo>
                  <a:cubicBezTo>
                    <a:pt x="53" y="58"/>
                    <a:pt x="53" y="58"/>
                    <a:pt x="53" y="58"/>
                  </a:cubicBezTo>
                  <a:cubicBezTo>
                    <a:pt x="54" y="58"/>
                    <a:pt x="55" y="59"/>
                    <a:pt x="55" y="60"/>
                  </a:cubicBezTo>
                  <a:cubicBezTo>
                    <a:pt x="55" y="61"/>
                    <a:pt x="55" y="62"/>
                    <a:pt x="54" y="6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243"/>
            <p:cNvSpPr/>
            <p:nvPr/>
          </p:nvSpPr>
          <p:spPr bwMode="auto">
            <a:xfrm>
              <a:off x="9201588" y="2515628"/>
              <a:ext cx="233502" cy="157806"/>
            </a:xfrm>
            <a:custGeom>
              <a:avLst/>
              <a:gdLst>
                <a:gd name="T0" fmla="*/ 114 w 154"/>
                <a:gd name="T1" fmla="*/ 25 h 104"/>
                <a:gd name="T2" fmla="*/ 114 w 154"/>
                <a:gd name="T3" fmla="*/ 25 h 104"/>
                <a:gd name="T4" fmla="*/ 76 w 154"/>
                <a:gd name="T5" fmla="*/ 0 h 104"/>
                <a:gd name="T6" fmla="*/ 35 w 154"/>
                <a:gd name="T7" fmla="*/ 36 h 104"/>
                <a:gd name="T8" fmla="*/ 34 w 154"/>
                <a:gd name="T9" fmla="*/ 36 h 104"/>
                <a:gd name="T10" fmla="*/ 0 w 154"/>
                <a:gd name="T11" fmla="*/ 70 h 104"/>
                <a:gd name="T12" fmla="*/ 34 w 154"/>
                <a:gd name="T13" fmla="*/ 104 h 104"/>
                <a:gd name="T14" fmla="*/ 54 w 154"/>
                <a:gd name="T15" fmla="*/ 104 h 104"/>
                <a:gd name="T16" fmla="*/ 54 w 154"/>
                <a:gd name="T17" fmla="*/ 96 h 104"/>
                <a:gd name="T18" fmla="*/ 34 w 154"/>
                <a:gd name="T19" fmla="*/ 96 h 104"/>
                <a:gd name="T20" fmla="*/ 8 w 154"/>
                <a:gd name="T21" fmla="*/ 70 h 104"/>
                <a:gd name="T22" fmla="*/ 34 w 154"/>
                <a:gd name="T23" fmla="*/ 44 h 104"/>
                <a:gd name="T24" fmla="*/ 38 w 154"/>
                <a:gd name="T25" fmla="*/ 44 h 104"/>
                <a:gd name="T26" fmla="*/ 41 w 154"/>
                <a:gd name="T27" fmla="*/ 43 h 104"/>
                <a:gd name="T28" fmla="*/ 43 w 154"/>
                <a:gd name="T29" fmla="*/ 40 h 104"/>
                <a:gd name="T30" fmla="*/ 76 w 154"/>
                <a:gd name="T31" fmla="*/ 8 h 104"/>
                <a:gd name="T32" fmla="*/ 108 w 154"/>
                <a:gd name="T33" fmla="*/ 30 h 104"/>
                <a:gd name="T34" fmla="*/ 112 w 154"/>
                <a:gd name="T35" fmla="*/ 33 h 104"/>
                <a:gd name="T36" fmla="*/ 114 w 154"/>
                <a:gd name="T37" fmla="*/ 32 h 104"/>
                <a:gd name="T38" fmla="*/ 146 w 154"/>
                <a:gd name="T39" fmla="*/ 64 h 104"/>
                <a:gd name="T40" fmla="*/ 114 w 154"/>
                <a:gd name="T41" fmla="*/ 96 h 104"/>
                <a:gd name="T42" fmla="*/ 103 w 154"/>
                <a:gd name="T43" fmla="*/ 96 h 104"/>
                <a:gd name="T44" fmla="*/ 103 w 154"/>
                <a:gd name="T45" fmla="*/ 104 h 104"/>
                <a:gd name="T46" fmla="*/ 114 w 154"/>
                <a:gd name="T47" fmla="*/ 104 h 104"/>
                <a:gd name="T48" fmla="*/ 154 w 154"/>
                <a:gd name="T49" fmla="*/ 64 h 104"/>
                <a:gd name="T50" fmla="*/ 114 w 154"/>
                <a:gd name="T51" fmla="*/ 25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54" h="104">
                  <a:moveTo>
                    <a:pt x="114" y="25"/>
                  </a:moveTo>
                  <a:cubicBezTo>
                    <a:pt x="114" y="25"/>
                    <a:pt x="114" y="25"/>
                    <a:pt x="114" y="25"/>
                  </a:cubicBezTo>
                  <a:cubicBezTo>
                    <a:pt x="107" y="10"/>
                    <a:pt x="92" y="0"/>
                    <a:pt x="76" y="0"/>
                  </a:cubicBezTo>
                  <a:cubicBezTo>
                    <a:pt x="55" y="0"/>
                    <a:pt x="38" y="16"/>
                    <a:pt x="35" y="36"/>
                  </a:cubicBezTo>
                  <a:cubicBezTo>
                    <a:pt x="35" y="36"/>
                    <a:pt x="35" y="36"/>
                    <a:pt x="34" y="36"/>
                  </a:cubicBezTo>
                  <a:cubicBezTo>
                    <a:pt x="16" y="36"/>
                    <a:pt x="0" y="51"/>
                    <a:pt x="0" y="70"/>
                  </a:cubicBezTo>
                  <a:cubicBezTo>
                    <a:pt x="0" y="89"/>
                    <a:pt x="16" y="104"/>
                    <a:pt x="34" y="104"/>
                  </a:cubicBezTo>
                  <a:cubicBezTo>
                    <a:pt x="54" y="104"/>
                    <a:pt x="54" y="104"/>
                    <a:pt x="54" y="104"/>
                  </a:cubicBezTo>
                  <a:cubicBezTo>
                    <a:pt x="54" y="96"/>
                    <a:pt x="54" y="96"/>
                    <a:pt x="54" y="96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20" y="96"/>
                    <a:pt x="8" y="84"/>
                    <a:pt x="8" y="70"/>
                  </a:cubicBezTo>
                  <a:cubicBezTo>
                    <a:pt x="8" y="55"/>
                    <a:pt x="20" y="44"/>
                    <a:pt x="34" y="44"/>
                  </a:cubicBezTo>
                  <a:cubicBezTo>
                    <a:pt x="36" y="44"/>
                    <a:pt x="37" y="44"/>
                    <a:pt x="38" y="44"/>
                  </a:cubicBezTo>
                  <a:cubicBezTo>
                    <a:pt x="39" y="44"/>
                    <a:pt x="40" y="44"/>
                    <a:pt x="41" y="43"/>
                  </a:cubicBezTo>
                  <a:cubicBezTo>
                    <a:pt x="42" y="42"/>
                    <a:pt x="43" y="41"/>
                    <a:pt x="43" y="40"/>
                  </a:cubicBezTo>
                  <a:cubicBezTo>
                    <a:pt x="43" y="22"/>
                    <a:pt x="58" y="8"/>
                    <a:pt x="76" y="8"/>
                  </a:cubicBezTo>
                  <a:cubicBezTo>
                    <a:pt x="90" y="8"/>
                    <a:pt x="103" y="17"/>
                    <a:pt x="108" y="30"/>
                  </a:cubicBezTo>
                  <a:cubicBezTo>
                    <a:pt x="108" y="32"/>
                    <a:pt x="110" y="33"/>
                    <a:pt x="112" y="33"/>
                  </a:cubicBezTo>
                  <a:cubicBezTo>
                    <a:pt x="112" y="32"/>
                    <a:pt x="113" y="32"/>
                    <a:pt x="114" y="32"/>
                  </a:cubicBezTo>
                  <a:cubicBezTo>
                    <a:pt x="132" y="32"/>
                    <a:pt x="146" y="47"/>
                    <a:pt x="146" y="64"/>
                  </a:cubicBezTo>
                  <a:cubicBezTo>
                    <a:pt x="146" y="82"/>
                    <a:pt x="132" y="96"/>
                    <a:pt x="114" y="96"/>
                  </a:cubicBezTo>
                  <a:cubicBezTo>
                    <a:pt x="103" y="96"/>
                    <a:pt x="103" y="96"/>
                    <a:pt x="103" y="96"/>
                  </a:cubicBezTo>
                  <a:cubicBezTo>
                    <a:pt x="103" y="104"/>
                    <a:pt x="103" y="104"/>
                    <a:pt x="103" y="104"/>
                  </a:cubicBezTo>
                  <a:cubicBezTo>
                    <a:pt x="114" y="104"/>
                    <a:pt x="114" y="104"/>
                    <a:pt x="114" y="104"/>
                  </a:cubicBezTo>
                  <a:cubicBezTo>
                    <a:pt x="136" y="104"/>
                    <a:pt x="154" y="86"/>
                    <a:pt x="154" y="64"/>
                  </a:cubicBezTo>
                  <a:cubicBezTo>
                    <a:pt x="154" y="42"/>
                    <a:pt x="136" y="25"/>
                    <a:pt x="114" y="2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244"/>
            <p:cNvSpPr>
              <a:spLocks noEditPoints="1"/>
            </p:cNvSpPr>
            <p:nvPr/>
          </p:nvSpPr>
          <p:spPr bwMode="auto">
            <a:xfrm>
              <a:off x="7870499" y="3052554"/>
              <a:ext cx="176409" cy="115468"/>
            </a:xfrm>
            <a:custGeom>
              <a:avLst/>
              <a:gdLst>
                <a:gd name="T0" fmla="*/ 106 w 116"/>
                <a:gd name="T1" fmla="*/ 0 h 76"/>
                <a:gd name="T2" fmla="*/ 9 w 116"/>
                <a:gd name="T3" fmla="*/ 0 h 76"/>
                <a:gd name="T4" fmla="*/ 0 w 116"/>
                <a:gd name="T5" fmla="*/ 9 h 76"/>
                <a:gd name="T6" fmla="*/ 0 w 116"/>
                <a:gd name="T7" fmla="*/ 67 h 76"/>
                <a:gd name="T8" fmla="*/ 9 w 116"/>
                <a:gd name="T9" fmla="*/ 76 h 76"/>
                <a:gd name="T10" fmla="*/ 106 w 116"/>
                <a:gd name="T11" fmla="*/ 76 h 76"/>
                <a:gd name="T12" fmla="*/ 116 w 116"/>
                <a:gd name="T13" fmla="*/ 67 h 76"/>
                <a:gd name="T14" fmla="*/ 116 w 116"/>
                <a:gd name="T15" fmla="*/ 9 h 76"/>
                <a:gd name="T16" fmla="*/ 106 w 116"/>
                <a:gd name="T17" fmla="*/ 0 h 76"/>
                <a:gd name="T18" fmla="*/ 109 w 116"/>
                <a:gd name="T19" fmla="*/ 67 h 76"/>
                <a:gd name="T20" fmla="*/ 106 w 116"/>
                <a:gd name="T21" fmla="*/ 69 h 76"/>
                <a:gd name="T22" fmla="*/ 9 w 116"/>
                <a:gd name="T23" fmla="*/ 69 h 76"/>
                <a:gd name="T24" fmla="*/ 7 w 116"/>
                <a:gd name="T25" fmla="*/ 67 h 76"/>
                <a:gd name="T26" fmla="*/ 7 w 116"/>
                <a:gd name="T27" fmla="*/ 9 h 76"/>
                <a:gd name="T28" fmla="*/ 9 w 116"/>
                <a:gd name="T29" fmla="*/ 7 h 76"/>
                <a:gd name="T30" fmla="*/ 106 w 116"/>
                <a:gd name="T31" fmla="*/ 7 h 76"/>
                <a:gd name="T32" fmla="*/ 109 w 116"/>
                <a:gd name="T33" fmla="*/ 9 h 76"/>
                <a:gd name="T34" fmla="*/ 109 w 116"/>
                <a:gd name="T35" fmla="*/ 67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6" h="76">
                  <a:moveTo>
                    <a:pt x="106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0" y="72"/>
                    <a:pt x="4" y="76"/>
                    <a:pt x="9" y="76"/>
                  </a:cubicBezTo>
                  <a:cubicBezTo>
                    <a:pt x="106" y="76"/>
                    <a:pt x="106" y="76"/>
                    <a:pt x="106" y="76"/>
                  </a:cubicBezTo>
                  <a:cubicBezTo>
                    <a:pt x="111" y="76"/>
                    <a:pt x="116" y="72"/>
                    <a:pt x="116" y="67"/>
                  </a:cubicBezTo>
                  <a:cubicBezTo>
                    <a:pt x="116" y="9"/>
                    <a:pt x="116" y="9"/>
                    <a:pt x="116" y="9"/>
                  </a:cubicBezTo>
                  <a:cubicBezTo>
                    <a:pt x="116" y="4"/>
                    <a:pt x="111" y="0"/>
                    <a:pt x="106" y="0"/>
                  </a:cubicBezTo>
                  <a:close/>
                  <a:moveTo>
                    <a:pt x="109" y="67"/>
                  </a:moveTo>
                  <a:cubicBezTo>
                    <a:pt x="109" y="68"/>
                    <a:pt x="108" y="69"/>
                    <a:pt x="106" y="69"/>
                  </a:cubicBezTo>
                  <a:cubicBezTo>
                    <a:pt x="9" y="69"/>
                    <a:pt x="9" y="69"/>
                    <a:pt x="9" y="69"/>
                  </a:cubicBezTo>
                  <a:cubicBezTo>
                    <a:pt x="8" y="69"/>
                    <a:pt x="7" y="68"/>
                    <a:pt x="7" y="67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7" y="8"/>
                    <a:pt x="8" y="7"/>
                    <a:pt x="9" y="7"/>
                  </a:cubicBezTo>
                  <a:cubicBezTo>
                    <a:pt x="106" y="7"/>
                    <a:pt x="106" y="7"/>
                    <a:pt x="106" y="7"/>
                  </a:cubicBezTo>
                  <a:cubicBezTo>
                    <a:pt x="108" y="7"/>
                    <a:pt x="109" y="8"/>
                    <a:pt x="109" y="9"/>
                  </a:cubicBezTo>
                  <a:lnTo>
                    <a:pt x="109" y="67"/>
                  </a:ln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245"/>
            <p:cNvSpPr>
              <a:spLocks noEditPoints="1"/>
            </p:cNvSpPr>
            <p:nvPr/>
          </p:nvSpPr>
          <p:spPr bwMode="auto">
            <a:xfrm>
              <a:off x="7920535" y="3073724"/>
              <a:ext cx="74413" cy="74413"/>
            </a:xfrm>
            <a:custGeom>
              <a:avLst/>
              <a:gdLst>
                <a:gd name="T0" fmla="*/ 25 w 49"/>
                <a:gd name="T1" fmla="*/ 0 h 49"/>
                <a:gd name="T2" fmla="*/ 0 w 49"/>
                <a:gd name="T3" fmla="*/ 24 h 49"/>
                <a:gd name="T4" fmla="*/ 25 w 49"/>
                <a:gd name="T5" fmla="*/ 49 h 49"/>
                <a:gd name="T6" fmla="*/ 49 w 49"/>
                <a:gd name="T7" fmla="*/ 24 h 49"/>
                <a:gd name="T8" fmla="*/ 25 w 49"/>
                <a:gd name="T9" fmla="*/ 0 h 49"/>
                <a:gd name="T10" fmla="*/ 41 w 49"/>
                <a:gd name="T11" fmla="*/ 25 h 49"/>
                <a:gd name="T12" fmla="*/ 16 w 49"/>
                <a:gd name="T13" fmla="*/ 40 h 49"/>
                <a:gd name="T14" fmla="*/ 16 w 49"/>
                <a:gd name="T15" fmla="*/ 40 h 49"/>
                <a:gd name="T16" fmla="*/ 15 w 49"/>
                <a:gd name="T17" fmla="*/ 40 h 49"/>
                <a:gd name="T18" fmla="*/ 14 w 49"/>
                <a:gd name="T19" fmla="*/ 39 h 49"/>
                <a:gd name="T20" fmla="*/ 14 w 49"/>
                <a:gd name="T21" fmla="*/ 10 h 49"/>
                <a:gd name="T22" fmla="*/ 15 w 49"/>
                <a:gd name="T23" fmla="*/ 9 h 49"/>
                <a:gd name="T24" fmla="*/ 16 w 49"/>
                <a:gd name="T25" fmla="*/ 9 h 49"/>
                <a:gd name="T26" fmla="*/ 41 w 49"/>
                <a:gd name="T27" fmla="*/ 23 h 49"/>
                <a:gd name="T28" fmla="*/ 41 w 49"/>
                <a:gd name="T29" fmla="*/ 24 h 49"/>
                <a:gd name="T30" fmla="*/ 41 w 49"/>
                <a:gd name="T31" fmla="*/ 25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9" h="49">
                  <a:moveTo>
                    <a:pt x="25" y="0"/>
                  </a:move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9"/>
                    <a:pt x="25" y="49"/>
                  </a:cubicBezTo>
                  <a:cubicBezTo>
                    <a:pt x="38" y="49"/>
                    <a:pt x="49" y="38"/>
                    <a:pt x="49" y="24"/>
                  </a:cubicBezTo>
                  <a:cubicBezTo>
                    <a:pt x="49" y="11"/>
                    <a:pt x="38" y="0"/>
                    <a:pt x="25" y="0"/>
                  </a:cubicBezTo>
                  <a:close/>
                  <a:moveTo>
                    <a:pt x="41" y="25"/>
                  </a:moveTo>
                  <a:cubicBezTo>
                    <a:pt x="16" y="40"/>
                    <a:pt x="16" y="40"/>
                    <a:pt x="16" y="40"/>
                  </a:cubicBezTo>
                  <a:cubicBezTo>
                    <a:pt x="16" y="40"/>
                    <a:pt x="16" y="40"/>
                    <a:pt x="16" y="40"/>
                  </a:cubicBezTo>
                  <a:cubicBezTo>
                    <a:pt x="15" y="40"/>
                    <a:pt x="15" y="40"/>
                    <a:pt x="15" y="40"/>
                  </a:cubicBezTo>
                  <a:cubicBezTo>
                    <a:pt x="15" y="39"/>
                    <a:pt x="14" y="39"/>
                    <a:pt x="14" y="39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10"/>
                    <a:pt x="15" y="9"/>
                    <a:pt x="15" y="9"/>
                  </a:cubicBezTo>
                  <a:cubicBezTo>
                    <a:pt x="15" y="9"/>
                    <a:pt x="16" y="9"/>
                    <a:pt x="16" y="9"/>
                  </a:cubicBezTo>
                  <a:cubicBezTo>
                    <a:pt x="41" y="23"/>
                    <a:pt x="41" y="23"/>
                    <a:pt x="41" y="23"/>
                  </a:cubicBezTo>
                  <a:cubicBezTo>
                    <a:pt x="41" y="23"/>
                    <a:pt x="41" y="24"/>
                    <a:pt x="41" y="24"/>
                  </a:cubicBezTo>
                  <a:cubicBezTo>
                    <a:pt x="41" y="25"/>
                    <a:pt x="41" y="25"/>
                    <a:pt x="41" y="25"/>
                  </a:cubicBezTo>
                  <a:close/>
                </a:path>
              </a:pathLst>
            </a:custGeom>
            <a:solidFill>
              <a:srgbClr val="005CA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246"/>
            <p:cNvSpPr/>
            <p:nvPr/>
          </p:nvSpPr>
          <p:spPr bwMode="auto">
            <a:xfrm>
              <a:off x="10272875" y="3445787"/>
              <a:ext cx="69922" cy="137920"/>
            </a:xfrm>
            <a:custGeom>
              <a:avLst/>
              <a:gdLst>
                <a:gd name="T0" fmla="*/ 26 w 46"/>
                <a:gd name="T1" fmla="*/ 1 h 91"/>
                <a:gd name="T2" fmla="*/ 21 w 46"/>
                <a:gd name="T3" fmla="*/ 0 h 91"/>
                <a:gd name="T4" fmla="*/ 4 w 46"/>
                <a:gd name="T5" fmla="*/ 41 h 91"/>
                <a:gd name="T6" fmla="*/ 8 w 46"/>
                <a:gd name="T7" fmla="*/ 60 h 91"/>
                <a:gd name="T8" fmla="*/ 40 w 46"/>
                <a:gd name="T9" fmla="*/ 90 h 91"/>
                <a:gd name="T10" fmla="*/ 41 w 46"/>
                <a:gd name="T11" fmla="*/ 90 h 91"/>
                <a:gd name="T12" fmla="*/ 45 w 46"/>
                <a:gd name="T13" fmla="*/ 87 h 91"/>
                <a:gd name="T14" fmla="*/ 46 w 46"/>
                <a:gd name="T15" fmla="*/ 82 h 91"/>
                <a:gd name="T16" fmla="*/ 30 w 46"/>
                <a:gd name="T17" fmla="*/ 5 h 91"/>
                <a:gd name="T18" fmla="*/ 26 w 46"/>
                <a:gd name="T19" fmla="*/ 1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6" h="91">
                  <a:moveTo>
                    <a:pt x="26" y="1"/>
                  </a:moveTo>
                  <a:cubicBezTo>
                    <a:pt x="25" y="0"/>
                    <a:pt x="23" y="0"/>
                    <a:pt x="21" y="0"/>
                  </a:cubicBezTo>
                  <a:cubicBezTo>
                    <a:pt x="7" y="6"/>
                    <a:pt x="0" y="23"/>
                    <a:pt x="4" y="41"/>
                  </a:cubicBezTo>
                  <a:cubicBezTo>
                    <a:pt x="8" y="60"/>
                    <a:pt x="8" y="60"/>
                    <a:pt x="8" y="60"/>
                  </a:cubicBezTo>
                  <a:cubicBezTo>
                    <a:pt x="12" y="78"/>
                    <a:pt x="26" y="91"/>
                    <a:pt x="40" y="90"/>
                  </a:cubicBezTo>
                  <a:cubicBezTo>
                    <a:pt x="40" y="90"/>
                    <a:pt x="41" y="90"/>
                    <a:pt x="41" y="90"/>
                  </a:cubicBezTo>
                  <a:cubicBezTo>
                    <a:pt x="43" y="89"/>
                    <a:pt x="44" y="88"/>
                    <a:pt x="45" y="87"/>
                  </a:cubicBezTo>
                  <a:cubicBezTo>
                    <a:pt x="46" y="86"/>
                    <a:pt x="46" y="84"/>
                    <a:pt x="46" y="82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29" y="3"/>
                    <a:pt x="28" y="1"/>
                    <a:pt x="26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247"/>
            <p:cNvSpPr/>
            <p:nvPr/>
          </p:nvSpPr>
          <p:spPr bwMode="auto">
            <a:xfrm>
              <a:off x="10444152" y="3445787"/>
              <a:ext cx="69922" cy="137920"/>
            </a:xfrm>
            <a:custGeom>
              <a:avLst/>
              <a:gdLst>
                <a:gd name="T0" fmla="*/ 20 w 46"/>
                <a:gd name="T1" fmla="*/ 1 h 91"/>
                <a:gd name="T2" fmla="*/ 25 w 46"/>
                <a:gd name="T3" fmla="*/ 0 h 91"/>
                <a:gd name="T4" fmla="*/ 42 w 46"/>
                <a:gd name="T5" fmla="*/ 41 h 91"/>
                <a:gd name="T6" fmla="*/ 38 w 46"/>
                <a:gd name="T7" fmla="*/ 60 h 91"/>
                <a:gd name="T8" fmla="*/ 6 w 46"/>
                <a:gd name="T9" fmla="*/ 90 h 91"/>
                <a:gd name="T10" fmla="*/ 5 w 46"/>
                <a:gd name="T11" fmla="*/ 90 h 91"/>
                <a:gd name="T12" fmla="*/ 1 w 46"/>
                <a:gd name="T13" fmla="*/ 87 h 91"/>
                <a:gd name="T14" fmla="*/ 0 w 46"/>
                <a:gd name="T15" fmla="*/ 82 h 91"/>
                <a:gd name="T16" fmla="*/ 16 w 46"/>
                <a:gd name="T17" fmla="*/ 5 h 91"/>
                <a:gd name="T18" fmla="*/ 20 w 46"/>
                <a:gd name="T19" fmla="*/ 1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6" h="91">
                  <a:moveTo>
                    <a:pt x="20" y="1"/>
                  </a:moveTo>
                  <a:cubicBezTo>
                    <a:pt x="21" y="0"/>
                    <a:pt x="23" y="0"/>
                    <a:pt x="25" y="0"/>
                  </a:cubicBezTo>
                  <a:cubicBezTo>
                    <a:pt x="39" y="6"/>
                    <a:pt x="46" y="23"/>
                    <a:pt x="42" y="41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4" y="78"/>
                    <a:pt x="20" y="91"/>
                    <a:pt x="6" y="90"/>
                  </a:cubicBezTo>
                  <a:cubicBezTo>
                    <a:pt x="6" y="90"/>
                    <a:pt x="5" y="90"/>
                    <a:pt x="5" y="90"/>
                  </a:cubicBezTo>
                  <a:cubicBezTo>
                    <a:pt x="3" y="89"/>
                    <a:pt x="2" y="88"/>
                    <a:pt x="1" y="87"/>
                  </a:cubicBezTo>
                  <a:cubicBezTo>
                    <a:pt x="0" y="86"/>
                    <a:pt x="0" y="84"/>
                    <a:pt x="0" y="82"/>
                  </a:cubicBezTo>
                  <a:cubicBezTo>
                    <a:pt x="16" y="5"/>
                    <a:pt x="16" y="5"/>
                    <a:pt x="16" y="5"/>
                  </a:cubicBezTo>
                  <a:cubicBezTo>
                    <a:pt x="17" y="3"/>
                    <a:pt x="18" y="1"/>
                    <a:pt x="20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248"/>
            <p:cNvSpPr/>
            <p:nvPr/>
          </p:nvSpPr>
          <p:spPr bwMode="auto">
            <a:xfrm>
              <a:off x="10252989" y="3329036"/>
              <a:ext cx="280972" cy="198220"/>
            </a:xfrm>
            <a:custGeom>
              <a:avLst/>
              <a:gdLst>
                <a:gd name="T0" fmla="*/ 174 w 185"/>
                <a:gd name="T1" fmla="*/ 131 h 131"/>
                <a:gd name="T2" fmla="*/ 172 w 185"/>
                <a:gd name="T3" fmla="*/ 130 h 131"/>
                <a:gd name="T4" fmla="*/ 170 w 185"/>
                <a:gd name="T5" fmla="*/ 125 h 131"/>
                <a:gd name="T6" fmla="*/ 177 w 185"/>
                <a:gd name="T7" fmla="*/ 92 h 131"/>
                <a:gd name="T8" fmla="*/ 93 w 185"/>
                <a:gd name="T9" fmla="*/ 8 h 131"/>
                <a:gd name="T10" fmla="*/ 8 w 185"/>
                <a:gd name="T11" fmla="*/ 92 h 131"/>
                <a:gd name="T12" fmla="*/ 15 w 185"/>
                <a:gd name="T13" fmla="*/ 125 h 131"/>
                <a:gd name="T14" fmla="*/ 13 w 185"/>
                <a:gd name="T15" fmla="*/ 130 h 131"/>
                <a:gd name="T16" fmla="*/ 7 w 185"/>
                <a:gd name="T17" fmla="*/ 128 h 131"/>
                <a:gd name="T18" fmla="*/ 0 w 185"/>
                <a:gd name="T19" fmla="*/ 92 h 131"/>
                <a:gd name="T20" fmla="*/ 93 w 185"/>
                <a:gd name="T21" fmla="*/ 0 h 131"/>
                <a:gd name="T22" fmla="*/ 185 w 185"/>
                <a:gd name="T23" fmla="*/ 92 h 131"/>
                <a:gd name="T24" fmla="*/ 178 w 185"/>
                <a:gd name="T25" fmla="*/ 128 h 131"/>
                <a:gd name="T26" fmla="*/ 174 w 185"/>
                <a:gd name="T27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5" h="131">
                  <a:moveTo>
                    <a:pt x="174" y="131"/>
                  </a:moveTo>
                  <a:cubicBezTo>
                    <a:pt x="173" y="131"/>
                    <a:pt x="173" y="130"/>
                    <a:pt x="172" y="130"/>
                  </a:cubicBezTo>
                  <a:cubicBezTo>
                    <a:pt x="170" y="129"/>
                    <a:pt x="169" y="127"/>
                    <a:pt x="170" y="125"/>
                  </a:cubicBezTo>
                  <a:cubicBezTo>
                    <a:pt x="174" y="114"/>
                    <a:pt x="177" y="103"/>
                    <a:pt x="177" y="92"/>
                  </a:cubicBezTo>
                  <a:cubicBezTo>
                    <a:pt x="177" y="46"/>
                    <a:pt x="139" y="8"/>
                    <a:pt x="93" y="8"/>
                  </a:cubicBezTo>
                  <a:cubicBezTo>
                    <a:pt x="46" y="8"/>
                    <a:pt x="8" y="46"/>
                    <a:pt x="8" y="92"/>
                  </a:cubicBezTo>
                  <a:cubicBezTo>
                    <a:pt x="8" y="103"/>
                    <a:pt x="11" y="114"/>
                    <a:pt x="15" y="125"/>
                  </a:cubicBezTo>
                  <a:cubicBezTo>
                    <a:pt x="16" y="127"/>
                    <a:pt x="15" y="129"/>
                    <a:pt x="13" y="130"/>
                  </a:cubicBezTo>
                  <a:cubicBezTo>
                    <a:pt x="10" y="131"/>
                    <a:pt x="8" y="130"/>
                    <a:pt x="7" y="128"/>
                  </a:cubicBezTo>
                  <a:cubicBezTo>
                    <a:pt x="2" y="117"/>
                    <a:pt x="0" y="105"/>
                    <a:pt x="0" y="92"/>
                  </a:cubicBezTo>
                  <a:cubicBezTo>
                    <a:pt x="0" y="41"/>
                    <a:pt x="41" y="0"/>
                    <a:pt x="93" y="0"/>
                  </a:cubicBezTo>
                  <a:cubicBezTo>
                    <a:pt x="144" y="0"/>
                    <a:pt x="185" y="41"/>
                    <a:pt x="185" y="92"/>
                  </a:cubicBezTo>
                  <a:cubicBezTo>
                    <a:pt x="185" y="105"/>
                    <a:pt x="183" y="117"/>
                    <a:pt x="178" y="128"/>
                  </a:cubicBezTo>
                  <a:cubicBezTo>
                    <a:pt x="177" y="130"/>
                    <a:pt x="176" y="131"/>
                    <a:pt x="174" y="131"/>
                  </a:cubicBezTo>
                  <a:close/>
                </a:path>
              </a:pathLst>
            </a:custGeom>
            <a:solidFill>
              <a:srgbClr val="5D5D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249"/>
            <p:cNvSpPr/>
            <p:nvPr/>
          </p:nvSpPr>
          <p:spPr bwMode="auto">
            <a:xfrm>
              <a:off x="10252989" y="3329036"/>
              <a:ext cx="280972" cy="198220"/>
            </a:xfrm>
            <a:custGeom>
              <a:avLst/>
              <a:gdLst>
                <a:gd name="T0" fmla="*/ 174 w 185"/>
                <a:gd name="T1" fmla="*/ 131 h 131"/>
                <a:gd name="T2" fmla="*/ 172 w 185"/>
                <a:gd name="T3" fmla="*/ 130 h 131"/>
                <a:gd name="T4" fmla="*/ 170 w 185"/>
                <a:gd name="T5" fmla="*/ 125 h 131"/>
                <a:gd name="T6" fmla="*/ 177 w 185"/>
                <a:gd name="T7" fmla="*/ 92 h 131"/>
                <a:gd name="T8" fmla="*/ 93 w 185"/>
                <a:gd name="T9" fmla="*/ 8 h 131"/>
                <a:gd name="T10" fmla="*/ 8 w 185"/>
                <a:gd name="T11" fmla="*/ 92 h 131"/>
                <a:gd name="T12" fmla="*/ 15 w 185"/>
                <a:gd name="T13" fmla="*/ 125 h 131"/>
                <a:gd name="T14" fmla="*/ 13 w 185"/>
                <a:gd name="T15" fmla="*/ 130 h 131"/>
                <a:gd name="T16" fmla="*/ 7 w 185"/>
                <a:gd name="T17" fmla="*/ 128 h 131"/>
                <a:gd name="T18" fmla="*/ 0 w 185"/>
                <a:gd name="T19" fmla="*/ 92 h 131"/>
                <a:gd name="T20" fmla="*/ 93 w 185"/>
                <a:gd name="T21" fmla="*/ 0 h 131"/>
                <a:gd name="T22" fmla="*/ 185 w 185"/>
                <a:gd name="T23" fmla="*/ 92 h 131"/>
                <a:gd name="T24" fmla="*/ 178 w 185"/>
                <a:gd name="T25" fmla="*/ 128 h 131"/>
                <a:gd name="T26" fmla="*/ 174 w 185"/>
                <a:gd name="T27" fmla="*/ 131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5" h="131">
                  <a:moveTo>
                    <a:pt x="174" y="131"/>
                  </a:moveTo>
                  <a:cubicBezTo>
                    <a:pt x="173" y="131"/>
                    <a:pt x="173" y="130"/>
                    <a:pt x="172" y="130"/>
                  </a:cubicBezTo>
                  <a:cubicBezTo>
                    <a:pt x="170" y="129"/>
                    <a:pt x="169" y="127"/>
                    <a:pt x="170" y="125"/>
                  </a:cubicBezTo>
                  <a:cubicBezTo>
                    <a:pt x="174" y="114"/>
                    <a:pt x="177" y="103"/>
                    <a:pt x="177" y="92"/>
                  </a:cubicBezTo>
                  <a:cubicBezTo>
                    <a:pt x="177" y="46"/>
                    <a:pt x="139" y="8"/>
                    <a:pt x="93" y="8"/>
                  </a:cubicBezTo>
                  <a:cubicBezTo>
                    <a:pt x="46" y="8"/>
                    <a:pt x="8" y="46"/>
                    <a:pt x="8" y="92"/>
                  </a:cubicBezTo>
                  <a:cubicBezTo>
                    <a:pt x="8" y="103"/>
                    <a:pt x="11" y="114"/>
                    <a:pt x="15" y="125"/>
                  </a:cubicBezTo>
                  <a:cubicBezTo>
                    <a:pt x="16" y="127"/>
                    <a:pt x="15" y="129"/>
                    <a:pt x="13" y="130"/>
                  </a:cubicBezTo>
                  <a:cubicBezTo>
                    <a:pt x="10" y="131"/>
                    <a:pt x="8" y="130"/>
                    <a:pt x="7" y="128"/>
                  </a:cubicBezTo>
                  <a:cubicBezTo>
                    <a:pt x="2" y="117"/>
                    <a:pt x="0" y="105"/>
                    <a:pt x="0" y="92"/>
                  </a:cubicBezTo>
                  <a:cubicBezTo>
                    <a:pt x="0" y="41"/>
                    <a:pt x="41" y="0"/>
                    <a:pt x="93" y="0"/>
                  </a:cubicBezTo>
                  <a:cubicBezTo>
                    <a:pt x="144" y="0"/>
                    <a:pt x="185" y="41"/>
                    <a:pt x="185" y="92"/>
                  </a:cubicBezTo>
                  <a:cubicBezTo>
                    <a:pt x="185" y="105"/>
                    <a:pt x="183" y="117"/>
                    <a:pt x="178" y="128"/>
                  </a:cubicBezTo>
                  <a:cubicBezTo>
                    <a:pt x="177" y="130"/>
                    <a:pt x="176" y="131"/>
                    <a:pt x="174" y="13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250"/>
            <p:cNvSpPr/>
            <p:nvPr/>
          </p:nvSpPr>
          <p:spPr bwMode="auto">
            <a:xfrm>
              <a:off x="10257479" y="3329036"/>
              <a:ext cx="271991" cy="102638"/>
            </a:xfrm>
            <a:custGeom>
              <a:avLst/>
              <a:gdLst>
                <a:gd name="T0" fmla="*/ 169 w 179"/>
                <a:gd name="T1" fmla="*/ 67 h 68"/>
                <a:gd name="T2" fmla="*/ 161 w 179"/>
                <a:gd name="T3" fmla="*/ 62 h 68"/>
                <a:gd name="T4" fmla="*/ 90 w 179"/>
                <a:gd name="T5" fmla="*/ 17 h 68"/>
                <a:gd name="T6" fmla="*/ 18 w 179"/>
                <a:gd name="T7" fmla="*/ 62 h 68"/>
                <a:gd name="T8" fmla="*/ 6 w 179"/>
                <a:gd name="T9" fmla="*/ 66 h 68"/>
                <a:gd name="T10" fmla="*/ 2 w 179"/>
                <a:gd name="T11" fmla="*/ 54 h 68"/>
                <a:gd name="T12" fmla="*/ 90 w 179"/>
                <a:gd name="T13" fmla="*/ 0 h 68"/>
                <a:gd name="T14" fmla="*/ 177 w 179"/>
                <a:gd name="T15" fmla="*/ 54 h 68"/>
                <a:gd name="T16" fmla="*/ 173 w 179"/>
                <a:gd name="T17" fmla="*/ 66 h 68"/>
                <a:gd name="T18" fmla="*/ 169 w 179"/>
                <a:gd name="T19" fmla="*/ 67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9" h="68">
                  <a:moveTo>
                    <a:pt x="169" y="67"/>
                  </a:moveTo>
                  <a:cubicBezTo>
                    <a:pt x="166" y="67"/>
                    <a:pt x="163" y="65"/>
                    <a:pt x="161" y="62"/>
                  </a:cubicBezTo>
                  <a:cubicBezTo>
                    <a:pt x="148" y="34"/>
                    <a:pt x="120" y="17"/>
                    <a:pt x="90" y="17"/>
                  </a:cubicBezTo>
                  <a:cubicBezTo>
                    <a:pt x="59" y="17"/>
                    <a:pt x="31" y="34"/>
                    <a:pt x="18" y="62"/>
                  </a:cubicBezTo>
                  <a:cubicBezTo>
                    <a:pt x="16" y="66"/>
                    <a:pt x="10" y="68"/>
                    <a:pt x="6" y="66"/>
                  </a:cubicBezTo>
                  <a:cubicBezTo>
                    <a:pt x="2" y="64"/>
                    <a:pt x="0" y="59"/>
                    <a:pt x="2" y="54"/>
                  </a:cubicBezTo>
                  <a:cubicBezTo>
                    <a:pt x="18" y="21"/>
                    <a:pt x="52" y="0"/>
                    <a:pt x="90" y="0"/>
                  </a:cubicBezTo>
                  <a:cubicBezTo>
                    <a:pt x="127" y="0"/>
                    <a:pt x="161" y="21"/>
                    <a:pt x="177" y="54"/>
                  </a:cubicBezTo>
                  <a:cubicBezTo>
                    <a:pt x="179" y="59"/>
                    <a:pt x="177" y="64"/>
                    <a:pt x="173" y="66"/>
                  </a:cubicBezTo>
                  <a:cubicBezTo>
                    <a:pt x="172" y="67"/>
                    <a:pt x="170" y="67"/>
                    <a:pt x="169" y="6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Freeform 251"/>
            <p:cNvSpPr>
              <a:spLocks noEditPoints="1"/>
            </p:cNvSpPr>
            <p:nvPr/>
          </p:nvSpPr>
          <p:spPr bwMode="auto">
            <a:xfrm>
              <a:off x="10201669" y="2055039"/>
              <a:ext cx="166787" cy="89167"/>
            </a:xfrm>
            <a:custGeom>
              <a:avLst/>
              <a:gdLst>
                <a:gd name="T0" fmla="*/ 55 w 110"/>
                <a:gd name="T1" fmla="*/ 0 h 59"/>
                <a:gd name="T2" fmla="*/ 0 w 110"/>
                <a:gd name="T3" fmla="*/ 29 h 59"/>
                <a:gd name="T4" fmla="*/ 0 w 110"/>
                <a:gd name="T5" fmla="*/ 29 h 59"/>
                <a:gd name="T6" fmla="*/ 55 w 110"/>
                <a:gd name="T7" fmla="*/ 59 h 59"/>
                <a:gd name="T8" fmla="*/ 110 w 110"/>
                <a:gd name="T9" fmla="*/ 29 h 59"/>
                <a:gd name="T10" fmla="*/ 110 w 110"/>
                <a:gd name="T11" fmla="*/ 29 h 59"/>
                <a:gd name="T12" fmla="*/ 55 w 110"/>
                <a:gd name="T13" fmla="*/ 0 h 59"/>
                <a:gd name="T14" fmla="*/ 57 w 110"/>
                <a:gd name="T15" fmla="*/ 24 h 59"/>
                <a:gd name="T16" fmla="*/ 64 w 110"/>
                <a:gd name="T17" fmla="*/ 17 h 59"/>
                <a:gd name="T18" fmla="*/ 71 w 110"/>
                <a:gd name="T19" fmla="*/ 24 h 59"/>
                <a:gd name="T20" fmla="*/ 64 w 110"/>
                <a:gd name="T21" fmla="*/ 31 h 59"/>
                <a:gd name="T22" fmla="*/ 57 w 110"/>
                <a:gd name="T23" fmla="*/ 24 h 59"/>
                <a:gd name="T24" fmla="*/ 7 w 110"/>
                <a:gd name="T25" fmla="*/ 29 h 59"/>
                <a:gd name="T26" fmla="*/ 43 w 110"/>
                <a:gd name="T27" fmla="*/ 8 h 59"/>
                <a:gd name="T28" fmla="*/ 30 w 110"/>
                <a:gd name="T29" fmla="*/ 30 h 59"/>
                <a:gd name="T30" fmla="*/ 42 w 110"/>
                <a:gd name="T31" fmla="*/ 51 h 59"/>
                <a:gd name="T32" fmla="*/ 23 w 110"/>
                <a:gd name="T33" fmla="*/ 44 h 59"/>
                <a:gd name="T34" fmla="*/ 7 w 110"/>
                <a:gd name="T35" fmla="*/ 29 h 59"/>
                <a:gd name="T36" fmla="*/ 67 w 110"/>
                <a:gd name="T37" fmla="*/ 51 h 59"/>
                <a:gd name="T38" fmla="*/ 79 w 110"/>
                <a:gd name="T39" fmla="*/ 30 h 59"/>
                <a:gd name="T40" fmla="*/ 66 w 110"/>
                <a:gd name="T41" fmla="*/ 8 h 59"/>
                <a:gd name="T42" fmla="*/ 102 w 110"/>
                <a:gd name="T43" fmla="*/ 29 h 59"/>
                <a:gd name="T44" fmla="*/ 67 w 110"/>
                <a:gd name="T45" fmla="*/ 51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10" h="59">
                  <a:moveTo>
                    <a:pt x="55" y="0"/>
                  </a:moveTo>
                  <a:cubicBezTo>
                    <a:pt x="28" y="0"/>
                    <a:pt x="6" y="13"/>
                    <a:pt x="0" y="29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6" y="46"/>
                    <a:pt x="28" y="59"/>
                    <a:pt x="55" y="59"/>
                  </a:cubicBezTo>
                  <a:cubicBezTo>
                    <a:pt x="81" y="59"/>
                    <a:pt x="103" y="46"/>
                    <a:pt x="110" y="29"/>
                  </a:cubicBezTo>
                  <a:cubicBezTo>
                    <a:pt x="110" y="29"/>
                    <a:pt x="110" y="29"/>
                    <a:pt x="110" y="29"/>
                  </a:cubicBezTo>
                  <a:cubicBezTo>
                    <a:pt x="103" y="13"/>
                    <a:pt x="81" y="0"/>
                    <a:pt x="55" y="0"/>
                  </a:cubicBezTo>
                  <a:close/>
                  <a:moveTo>
                    <a:pt x="57" y="24"/>
                  </a:moveTo>
                  <a:cubicBezTo>
                    <a:pt x="57" y="20"/>
                    <a:pt x="60" y="17"/>
                    <a:pt x="64" y="17"/>
                  </a:cubicBezTo>
                  <a:cubicBezTo>
                    <a:pt x="68" y="17"/>
                    <a:pt x="71" y="20"/>
                    <a:pt x="71" y="24"/>
                  </a:cubicBezTo>
                  <a:cubicBezTo>
                    <a:pt x="71" y="28"/>
                    <a:pt x="68" y="31"/>
                    <a:pt x="64" y="31"/>
                  </a:cubicBezTo>
                  <a:cubicBezTo>
                    <a:pt x="60" y="31"/>
                    <a:pt x="57" y="28"/>
                    <a:pt x="57" y="24"/>
                  </a:cubicBezTo>
                  <a:close/>
                  <a:moveTo>
                    <a:pt x="7" y="29"/>
                  </a:moveTo>
                  <a:cubicBezTo>
                    <a:pt x="13" y="19"/>
                    <a:pt x="27" y="11"/>
                    <a:pt x="43" y="8"/>
                  </a:cubicBezTo>
                  <a:cubicBezTo>
                    <a:pt x="35" y="12"/>
                    <a:pt x="30" y="20"/>
                    <a:pt x="30" y="30"/>
                  </a:cubicBezTo>
                  <a:cubicBezTo>
                    <a:pt x="30" y="39"/>
                    <a:pt x="35" y="46"/>
                    <a:pt x="42" y="51"/>
                  </a:cubicBezTo>
                  <a:cubicBezTo>
                    <a:pt x="35" y="49"/>
                    <a:pt x="29" y="47"/>
                    <a:pt x="23" y="44"/>
                  </a:cubicBezTo>
                  <a:cubicBezTo>
                    <a:pt x="16" y="40"/>
                    <a:pt x="10" y="35"/>
                    <a:pt x="7" y="29"/>
                  </a:cubicBezTo>
                  <a:close/>
                  <a:moveTo>
                    <a:pt x="67" y="51"/>
                  </a:moveTo>
                  <a:cubicBezTo>
                    <a:pt x="74" y="46"/>
                    <a:pt x="79" y="39"/>
                    <a:pt x="79" y="30"/>
                  </a:cubicBezTo>
                  <a:cubicBezTo>
                    <a:pt x="79" y="20"/>
                    <a:pt x="74" y="12"/>
                    <a:pt x="66" y="8"/>
                  </a:cubicBezTo>
                  <a:cubicBezTo>
                    <a:pt x="83" y="11"/>
                    <a:pt x="96" y="19"/>
                    <a:pt x="102" y="29"/>
                  </a:cubicBezTo>
                  <a:cubicBezTo>
                    <a:pt x="96" y="40"/>
                    <a:pt x="83" y="48"/>
                    <a:pt x="67" y="5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290" name="组合 289"/>
          <p:cNvGrpSpPr/>
          <p:nvPr/>
        </p:nvGrpSpPr>
        <p:grpSpPr>
          <a:xfrm>
            <a:off x="473895" y="750604"/>
            <a:ext cx="6054035" cy="698500"/>
            <a:chOff x="911311" y="5129370"/>
            <a:chExt cx="6054035" cy="698500"/>
          </a:xfrm>
        </p:grpSpPr>
        <p:sp>
          <p:nvSpPr>
            <p:cNvPr id="274" name="矩形 273"/>
            <p:cNvSpPr/>
            <p:nvPr/>
          </p:nvSpPr>
          <p:spPr>
            <a:xfrm>
              <a:off x="1687695" y="5230299"/>
              <a:ext cx="5277651" cy="458904"/>
            </a:xfrm>
            <a:prstGeom prst="rect">
              <a:avLst/>
            </a:prstGeom>
          </p:spPr>
          <p:txBody>
            <a:bodyPr wrap="square" lIns="91436" tIns="45718" rIns="91436" bIns="45718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b="1">
                  <a:solidFill>
                    <a:schemeClr val="accent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代码复现的重要性不可忽视</a:t>
              </a:r>
              <a:endPara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86" name="组合 285"/>
            <p:cNvGrpSpPr/>
            <p:nvPr/>
          </p:nvGrpSpPr>
          <p:grpSpPr>
            <a:xfrm>
              <a:off x="911311" y="5129370"/>
              <a:ext cx="698500" cy="698500"/>
              <a:chOff x="911311" y="5129370"/>
              <a:chExt cx="698500" cy="698500"/>
            </a:xfrm>
          </p:grpSpPr>
          <p:sp>
            <p:nvSpPr>
              <p:cNvPr id="19" name="椭圆 18"/>
              <p:cNvSpPr/>
              <p:nvPr/>
            </p:nvSpPr>
            <p:spPr>
              <a:xfrm>
                <a:off x="911311" y="5129370"/>
                <a:ext cx="698500" cy="698500"/>
              </a:xfrm>
              <a:prstGeom prst="ellipse">
                <a:avLst/>
              </a:prstGeom>
              <a:solidFill>
                <a:srgbClr val="005CA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279" name="Group 18"/>
              <p:cNvGrpSpPr>
                <a:grpSpLocks noChangeAspect="1"/>
              </p:cNvGrpSpPr>
              <p:nvPr/>
            </p:nvGrpSpPr>
            <p:grpSpPr bwMode="auto">
              <a:xfrm>
                <a:off x="1092555" y="5343610"/>
                <a:ext cx="316856" cy="276721"/>
                <a:chOff x="3689" y="2029"/>
                <a:chExt cx="300" cy="262"/>
              </a:xfrm>
            </p:grpSpPr>
            <p:sp>
              <p:nvSpPr>
                <p:cNvPr id="281" name="Freeform 19"/>
                <p:cNvSpPr/>
                <p:nvPr/>
              </p:nvSpPr>
              <p:spPr bwMode="auto">
                <a:xfrm>
                  <a:off x="3689" y="2029"/>
                  <a:ext cx="174" cy="262"/>
                </a:xfrm>
                <a:custGeom>
                  <a:avLst/>
                  <a:gdLst>
                    <a:gd name="T0" fmla="*/ 174 w 174"/>
                    <a:gd name="T1" fmla="*/ 0 h 262"/>
                    <a:gd name="T2" fmla="*/ 65 w 174"/>
                    <a:gd name="T3" fmla="*/ 63 h 262"/>
                    <a:gd name="T4" fmla="*/ 0 w 174"/>
                    <a:gd name="T5" fmla="*/ 63 h 262"/>
                    <a:gd name="T6" fmla="*/ 0 w 174"/>
                    <a:gd name="T7" fmla="*/ 199 h 262"/>
                    <a:gd name="T8" fmla="*/ 65 w 174"/>
                    <a:gd name="T9" fmla="*/ 199 h 262"/>
                    <a:gd name="T10" fmla="*/ 174 w 174"/>
                    <a:gd name="T11" fmla="*/ 262 h 262"/>
                    <a:gd name="T12" fmla="*/ 174 w 174"/>
                    <a:gd name="T13" fmla="*/ 0 h 2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74" h="262">
                      <a:moveTo>
                        <a:pt x="174" y="0"/>
                      </a:moveTo>
                      <a:lnTo>
                        <a:pt x="65" y="63"/>
                      </a:lnTo>
                      <a:lnTo>
                        <a:pt x="0" y="63"/>
                      </a:lnTo>
                      <a:lnTo>
                        <a:pt x="0" y="199"/>
                      </a:lnTo>
                      <a:lnTo>
                        <a:pt x="65" y="199"/>
                      </a:lnTo>
                      <a:lnTo>
                        <a:pt x="174" y="262"/>
                      </a:lnTo>
                      <a:lnTo>
                        <a:pt x="174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2" name="Rectangle 20"/>
                <p:cNvSpPr>
                  <a:spLocks noChangeArrowheads="1"/>
                </p:cNvSpPr>
                <p:nvPr/>
              </p:nvSpPr>
              <p:spPr bwMode="auto">
                <a:xfrm>
                  <a:off x="3890" y="2095"/>
                  <a:ext cx="19" cy="131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3" name="Rectangle 21"/>
                <p:cNvSpPr>
                  <a:spLocks noChangeArrowheads="1"/>
                </p:cNvSpPr>
                <p:nvPr/>
              </p:nvSpPr>
              <p:spPr bwMode="auto">
                <a:xfrm>
                  <a:off x="3931" y="2078"/>
                  <a:ext cx="19" cy="16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284" name="Rectangle 22"/>
                <p:cNvSpPr>
                  <a:spLocks noChangeArrowheads="1"/>
                </p:cNvSpPr>
                <p:nvPr/>
              </p:nvSpPr>
              <p:spPr bwMode="auto">
                <a:xfrm>
                  <a:off x="3970" y="2061"/>
                  <a:ext cx="19" cy="19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55A02E8-CB9D-6FCD-03E3-B87B41000F8F}"/>
              </a:ext>
            </a:extLst>
          </p:cNvPr>
          <p:cNvSpPr txBox="1"/>
          <p:nvPr/>
        </p:nvSpPr>
        <p:spPr>
          <a:xfrm>
            <a:off x="1066800" y="1363502"/>
            <a:ext cx="5181600" cy="70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注意：在代码复现的过程中，需要大概理解模型的原理。遇到不会的模型，可前往知乎、</a:t>
            </a:r>
            <a:r>
              <a:rPr lang="en-US" altLang="zh-CN" sz="1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CSDN</a:t>
            </a:r>
            <a:r>
              <a:rPr lang="zh-CN" altLang="en-US" sz="1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SPSSPRO</a:t>
            </a:r>
            <a:r>
              <a:rPr lang="zh-CN" altLang="en-US" sz="1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等网站进行学习。</a:t>
            </a:r>
          </a:p>
        </p:txBody>
      </p:sp>
      <p:pic>
        <p:nvPicPr>
          <p:cNvPr id="294" name="图片 293">
            <a:extLst>
              <a:ext uri="{FF2B5EF4-FFF2-40B4-BE49-F238E27FC236}">
                <a16:creationId xmlns:a16="http://schemas.microsoft.com/office/drawing/2014/main" id="{89698E4B-122B-74F3-0617-14F51F0CFF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547" y="2248229"/>
            <a:ext cx="3238353" cy="4082722"/>
          </a:xfrm>
          <a:prstGeom prst="rect">
            <a:avLst/>
          </a:prstGeom>
        </p:spPr>
      </p:pic>
      <p:sp>
        <p:nvSpPr>
          <p:cNvPr id="296" name="文本框 295">
            <a:extLst>
              <a:ext uri="{FF2B5EF4-FFF2-40B4-BE49-F238E27FC236}">
                <a16:creationId xmlns:a16="http://schemas.microsoft.com/office/drawing/2014/main" id="{0ADCC278-0765-64D3-7B92-FBF8A059A397}"/>
              </a:ext>
            </a:extLst>
          </p:cNvPr>
          <p:cNvSpPr txBox="1"/>
          <p:nvPr/>
        </p:nvSpPr>
        <p:spPr>
          <a:xfrm>
            <a:off x="6096000" y="5504140"/>
            <a:ext cx="58947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sz="2000" b="1" u="sng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美国大学生数学建模竞赛</a:t>
            </a:r>
            <a:r>
              <a:rPr lang="en-US" altLang="zh-CN" sz="2000" b="1" u="sng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(MCM</a:t>
            </a:r>
            <a:r>
              <a:rPr lang="zh-CN" altLang="en-US" sz="2000" b="1" u="sng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、</a:t>
            </a:r>
            <a:r>
              <a:rPr lang="en-US" altLang="zh-CN" sz="2000" b="1" u="sng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ICM)</a:t>
            </a:r>
            <a:r>
              <a:rPr lang="zh-CN" altLang="en-US" sz="2000" b="1" u="sng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历年试题</a:t>
            </a:r>
            <a:endParaRPr lang="zh-CN" altLang="en-US" sz="2000" b="1" u="sng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97" name="组合 296">
            <a:extLst>
              <a:ext uri="{FF2B5EF4-FFF2-40B4-BE49-F238E27FC236}">
                <a16:creationId xmlns:a16="http://schemas.microsoft.com/office/drawing/2014/main" id="{F1EBF04B-B588-39C5-A8EE-057398C57366}"/>
              </a:ext>
            </a:extLst>
          </p:cNvPr>
          <p:cNvGrpSpPr/>
          <p:nvPr/>
        </p:nvGrpSpPr>
        <p:grpSpPr>
          <a:xfrm>
            <a:off x="6703692" y="2248229"/>
            <a:ext cx="3940819" cy="374513"/>
            <a:chOff x="7797588" y="2218417"/>
            <a:chExt cx="3480011" cy="374513"/>
          </a:xfrm>
        </p:grpSpPr>
        <p:sp>
          <p:nvSpPr>
            <p:cNvPr id="298" name="矩形 297">
              <a:extLst>
                <a:ext uri="{FF2B5EF4-FFF2-40B4-BE49-F238E27FC236}">
                  <a16:creationId xmlns:a16="http://schemas.microsoft.com/office/drawing/2014/main" id="{C2D26F27-8599-213E-3729-2506BC471124}"/>
                </a:ext>
              </a:extLst>
            </p:cNvPr>
            <p:cNvSpPr/>
            <p:nvPr/>
          </p:nvSpPr>
          <p:spPr>
            <a:xfrm>
              <a:off x="7797588" y="2232930"/>
              <a:ext cx="3480011" cy="360000"/>
            </a:xfrm>
            <a:prstGeom prst="rect">
              <a:avLst/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9" name="文本框 298">
              <a:extLst>
                <a:ext uri="{FF2B5EF4-FFF2-40B4-BE49-F238E27FC236}">
                  <a16:creationId xmlns:a16="http://schemas.microsoft.com/office/drawing/2014/main" id="{030DCE93-50E8-2050-F88E-00C57246761C}"/>
                </a:ext>
              </a:extLst>
            </p:cNvPr>
            <p:cNvSpPr txBox="1"/>
            <p:nvPr/>
          </p:nvSpPr>
          <p:spPr>
            <a:xfrm>
              <a:off x="7797588" y="2218417"/>
              <a:ext cx="1435655" cy="369328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复现参考视频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02" name="文本框 301">
            <a:extLst>
              <a:ext uri="{FF2B5EF4-FFF2-40B4-BE49-F238E27FC236}">
                <a16:creationId xmlns:a16="http://schemas.microsoft.com/office/drawing/2014/main" id="{9D13C94B-D695-4223-1DBC-9013F6281432}"/>
              </a:ext>
            </a:extLst>
          </p:cNvPr>
          <p:cNvSpPr txBox="1"/>
          <p:nvPr/>
        </p:nvSpPr>
        <p:spPr>
          <a:xfrm>
            <a:off x="6703692" y="3075040"/>
            <a:ext cx="4034158" cy="60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100"/>
              </a:lnSpc>
              <a:buNone/>
            </a:pPr>
            <a:r>
              <a:rPr lang="en-US" altLang="zh-CN" sz="14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【24</a:t>
            </a:r>
            <a:r>
              <a:rPr lang="zh-CN" altLang="en-US" sz="14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国赛</a:t>
            </a:r>
            <a:r>
              <a:rPr lang="en-US" altLang="zh-CN" sz="14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C</a:t>
            </a:r>
            <a:r>
              <a:rPr lang="zh-CN" altLang="en-US" sz="14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题</a:t>
            </a:r>
            <a:r>
              <a:rPr lang="en-US" altLang="zh-CN" sz="14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】</a:t>
            </a:r>
            <a:r>
              <a:rPr lang="zh-CN" altLang="en-US" sz="14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优秀论文复现 </a:t>
            </a:r>
            <a:r>
              <a:rPr lang="en-US" altLang="zh-CN" sz="14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| </a:t>
            </a:r>
            <a:r>
              <a:rPr lang="zh-CN" altLang="en-US" sz="14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数学建模论文</a:t>
            </a:r>
            <a:r>
              <a:rPr lang="en-US" altLang="zh-CN" sz="14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+</a:t>
            </a:r>
            <a:r>
              <a:rPr lang="zh-CN" altLang="en-US" sz="14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代码手把手复现优秀论文，看懂优秀论文底层逻辑</a:t>
            </a:r>
            <a:endParaRPr lang="zh-CN" altLang="en-US" sz="1400" b="1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4" name="文本框 303">
            <a:extLst>
              <a:ext uri="{FF2B5EF4-FFF2-40B4-BE49-F238E27FC236}">
                <a16:creationId xmlns:a16="http://schemas.microsoft.com/office/drawing/2014/main" id="{32F8523A-1F26-A2A8-3324-F8D01805D979}"/>
              </a:ext>
            </a:extLst>
          </p:cNvPr>
          <p:cNvSpPr txBox="1"/>
          <p:nvPr/>
        </p:nvSpPr>
        <p:spPr>
          <a:xfrm>
            <a:off x="6703692" y="4289590"/>
            <a:ext cx="4034158" cy="60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buNone/>
            </a:pPr>
            <a:r>
              <a:rPr lang="en-US" altLang="zh-CN" sz="14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6"/>
              </a:rPr>
              <a:t>【25</a:t>
            </a:r>
            <a:r>
              <a:rPr lang="zh-CN" altLang="en-US" sz="14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6"/>
              </a:rPr>
              <a:t>美赛</a:t>
            </a:r>
            <a:r>
              <a:rPr lang="en-US" altLang="zh-CN" sz="14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6"/>
              </a:rPr>
              <a:t>C</a:t>
            </a:r>
            <a:r>
              <a:rPr lang="zh-CN" altLang="en-US" sz="14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6"/>
              </a:rPr>
              <a:t>题</a:t>
            </a:r>
            <a:r>
              <a:rPr lang="en-US" altLang="zh-CN" sz="14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6"/>
              </a:rPr>
              <a:t>】</a:t>
            </a:r>
            <a:r>
              <a:rPr lang="zh-CN" altLang="en-US" sz="14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6"/>
              </a:rPr>
              <a:t>优秀论文复现 </a:t>
            </a:r>
            <a:r>
              <a:rPr lang="en-US" altLang="zh-CN" sz="14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6"/>
              </a:rPr>
              <a:t>| </a:t>
            </a:r>
            <a:r>
              <a:rPr lang="zh-CN" altLang="en-US" sz="14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6"/>
              </a:rPr>
              <a:t>数学建模论文</a:t>
            </a:r>
            <a:r>
              <a:rPr lang="en-US" altLang="zh-CN" sz="14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6"/>
              </a:rPr>
              <a:t>+</a:t>
            </a:r>
            <a:r>
              <a:rPr lang="zh-CN" altLang="en-US" sz="14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6"/>
              </a:rPr>
              <a:t>代码手把手复现优秀论文，看懂优秀论文底层逻辑</a:t>
            </a:r>
            <a:endParaRPr lang="zh-CN" altLang="en-US" sz="1400" b="1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54000" y="201683"/>
            <a:ext cx="898070" cy="523220"/>
            <a:chOff x="-254000" y="201683"/>
            <a:chExt cx="898070" cy="523220"/>
          </a:xfrm>
        </p:grpSpPr>
        <p:sp>
          <p:nvSpPr>
            <p:cNvPr id="14" name="圆角矩形 13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5" name="矩形 24"/>
          <p:cNvSpPr/>
          <p:nvPr/>
        </p:nvSpPr>
        <p:spPr>
          <a:xfrm>
            <a:off x="3390978" y="4139863"/>
            <a:ext cx="6950352" cy="1993234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1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先自己浏览一遍赛题，大概思考一下各问，然后直接看视频跟着复现，复现一遍可能会花不少时间，这部分就是要静下心来慢慢一步一步去模仿，不懂的代码用法直接跟着 </a:t>
            </a:r>
            <a:r>
              <a:rPr lang="en-US" altLang="zh-CN" sz="1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gpt </a:t>
            </a:r>
            <a:r>
              <a:rPr lang="zh-CN" altLang="en-US" sz="1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学，复现几题后你会感觉有很大提升，比赛时心里也有底不少。</a:t>
            </a:r>
            <a:endParaRPr lang="en-US" altLang="zh-CN" sz="140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sz="1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强烈建议小队自己模拟实战几次，实战不必把做到提交水平，能完整做完即可，然后去官网找找优秀论文对比对比，深度复盘几次会收益颇丰。最后一定要自己总结模拟过程中遇到了哪些问题，再针对性学习。</a:t>
            </a:r>
            <a:endParaRPr lang="en-US" altLang="zh-CN" sz="1400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8" name="组合 17"/>
          <p:cNvGrpSpPr>
            <a:grpSpLocks noChangeAspect="1"/>
          </p:cNvGrpSpPr>
          <p:nvPr/>
        </p:nvGrpSpPr>
        <p:grpSpPr>
          <a:xfrm>
            <a:off x="533400" y="2309700"/>
            <a:ext cx="2238599" cy="2238599"/>
            <a:chOff x="1883230" y="1412651"/>
            <a:chExt cx="3131187" cy="3131187"/>
          </a:xfrm>
        </p:grpSpPr>
        <p:sp>
          <p:nvSpPr>
            <p:cNvPr id="20" name="椭圆 19"/>
            <p:cNvSpPr>
              <a:spLocks noChangeAspect="1"/>
            </p:cNvSpPr>
            <p:nvPr/>
          </p:nvSpPr>
          <p:spPr>
            <a:xfrm>
              <a:off x="1883230" y="1412651"/>
              <a:ext cx="3131187" cy="3131187"/>
            </a:xfrm>
            <a:prstGeom prst="ellipse">
              <a:avLst/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" name="Group 4"/>
            <p:cNvGrpSpPr>
              <a:grpSpLocks noChangeAspect="1"/>
            </p:cNvGrpSpPr>
            <p:nvPr/>
          </p:nvGrpSpPr>
          <p:grpSpPr bwMode="auto">
            <a:xfrm>
              <a:off x="2749012" y="2434862"/>
              <a:ext cx="1399625" cy="955038"/>
              <a:chOff x="3585" y="1986"/>
              <a:chExt cx="510" cy="348"/>
            </a:xfrm>
          </p:grpSpPr>
          <p:sp>
            <p:nvSpPr>
              <p:cNvPr id="4" name="AutoShape 3"/>
              <p:cNvSpPr>
                <a:spLocks noChangeAspect="1" noChangeArrowheads="1" noTextEdit="1"/>
              </p:cNvSpPr>
              <p:nvPr/>
            </p:nvSpPr>
            <p:spPr bwMode="auto">
              <a:xfrm>
                <a:off x="3585" y="1986"/>
                <a:ext cx="510" cy="3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" name="Freeform 5"/>
              <p:cNvSpPr>
                <a:spLocks noEditPoints="1"/>
              </p:cNvSpPr>
              <p:nvPr/>
            </p:nvSpPr>
            <p:spPr bwMode="auto">
              <a:xfrm>
                <a:off x="3587" y="2056"/>
                <a:ext cx="508" cy="256"/>
              </a:xfrm>
              <a:custGeom>
                <a:avLst/>
                <a:gdLst>
                  <a:gd name="T0" fmla="*/ 71 w 212"/>
                  <a:gd name="T1" fmla="*/ 17 h 106"/>
                  <a:gd name="T2" fmla="*/ 70 w 212"/>
                  <a:gd name="T3" fmla="*/ 8 h 106"/>
                  <a:gd name="T4" fmla="*/ 65 w 212"/>
                  <a:gd name="T5" fmla="*/ 6 h 106"/>
                  <a:gd name="T6" fmla="*/ 34 w 212"/>
                  <a:gd name="T7" fmla="*/ 33 h 106"/>
                  <a:gd name="T8" fmla="*/ 36 w 212"/>
                  <a:gd name="T9" fmla="*/ 50 h 106"/>
                  <a:gd name="T10" fmla="*/ 39 w 212"/>
                  <a:gd name="T11" fmla="*/ 60 h 106"/>
                  <a:gd name="T12" fmla="*/ 39 w 212"/>
                  <a:gd name="T13" fmla="*/ 65 h 106"/>
                  <a:gd name="T14" fmla="*/ 30 w 212"/>
                  <a:gd name="T15" fmla="*/ 74 h 106"/>
                  <a:gd name="T16" fmla="*/ 1 w 212"/>
                  <a:gd name="T17" fmla="*/ 89 h 106"/>
                  <a:gd name="T18" fmla="*/ 25 w 212"/>
                  <a:gd name="T19" fmla="*/ 106 h 106"/>
                  <a:gd name="T20" fmla="*/ 25 w 212"/>
                  <a:gd name="T21" fmla="*/ 93 h 106"/>
                  <a:gd name="T22" fmla="*/ 25 w 212"/>
                  <a:gd name="T23" fmla="*/ 91 h 106"/>
                  <a:gd name="T24" fmla="*/ 46 w 212"/>
                  <a:gd name="T25" fmla="*/ 76 h 106"/>
                  <a:gd name="T26" fmla="*/ 69 w 212"/>
                  <a:gd name="T27" fmla="*/ 67 h 106"/>
                  <a:gd name="T28" fmla="*/ 66 w 212"/>
                  <a:gd name="T29" fmla="*/ 65 h 106"/>
                  <a:gd name="T30" fmla="*/ 70 w 212"/>
                  <a:gd name="T31" fmla="*/ 52 h 106"/>
                  <a:gd name="T32" fmla="*/ 75 w 212"/>
                  <a:gd name="T33" fmla="*/ 45 h 106"/>
                  <a:gd name="T34" fmla="*/ 70 w 212"/>
                  <a:gd name="T35" fmla="*/ 24 h 106"/>
                  <a:gd name="T36" fmla="*/ 211 w 212"/>
                  <a:gd name="T37" fmla="*/ 89 h 106"/>
                  <a:gd name="T38" fmla="*/ 182 w 212"/>
                  <a:gd name="T39" fmla="*/ 74 h 106"/>
                  <a:gd name="T40" fmla="*/ 173 w 212"/>
                  <a:gd name="T41" fmla="*/ 65 h 106"/>
                  <a:gd name="T42" fmla="*/ 173 w 212"/>
                  <a:gd name="T43" fmla="*/ 59 h 106"/>
                  <a:gd name="T44" fmla="*/ 177 w 212"/>
                  <a:gd name="T45" fmla="*/ 49 h 106"/>
                  <a:gd name="T46" fmla="*/ 178 w 212"/>
                  <a:gd name="T47" fmla="*/ 37 h 106"/>
                  <a:gd name="T48" fmla="*/ 178 w 212"/>
                  <a:gd name="T49" fmla="*/ 23 h 106"/>
                  <a:gd name="T50" fmla="*/ 174 w 212"/>
                  <a:gd name="T51" fmla="*/ 8 h 106"/>
                  <a:gd name="T52" fmla="*/ 168 w 212"/>
                  <a:gd name="T53" fmla="*/ 6 h 106"/>
                  <a:gd name="T54" fmla="*/ 139 w 212"/>
                  <a:gd name="T55" fmla="*/ 12 h 106"/>
                  <a:gd name="T56" fmla="*/ 139 w 212"/>
                  <a:gd name="T57" fmla="*/ 15 h 106"/>
                  <a:gd name="T58" fmla="*/ 140 w 212"/>
                  <a:gd name="T59" fmla="*/ 17 h 106"/>
                  <a:gd name="T60" fmla="*/ 138 w 212"/>
                  <a:gd name="T61" fmla="*/ 41 h 106"/>
                  <a:gd name="T62" fmla="*/ 139 w 212"/>
                  <a:gd name="T63" fmla="*/ 50 h 106"/>
                  <a:gd name="T64" fmla="*/ 142 w 212"/>
                  <a:gd name="T65" fmla="*/ 60 h 106"/>
                  <a:gd name="T66" fmla="*/ 143 w 212"/>
                  <a:gd name="T67" fmla="*/ 65 h 106"/>
                  <a:gd name="T68" fmla="*/ 156 w 212"/>
                  <a:gd name="T69" fmla="*/ 72 h 106"/>
                  <a:gd name="T70" fmla="*/ 170 w 212"/>
                  <a:gd name="T71" fmla="*/ 78 h 106"/>
                  <a:gd name="T72" fmla="*/ 187 w 212"/>
                  <a:gd name="T73" fmla="*/ 92 h 106"/>
                  <a:gd name="T74" fmla="*/ 187 w 212"/>
                  <a:gd name="T75" fmla="*/ 101 h 106"/>
                  <a:gd name="T76" fmla="*/ 212 w 212"/>
                  <a:gd name="T77" fmla="*/ 106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12" h="106">
                    <a:moveTo>
                      <a:pt x="69" y="22"/>
                    </a:moveTo>
                    <a:cubicBezTo>
                      <a:pt x="69" y="20"/>
                      <a:pt x="70" y="18"/>
                      <a:pt x="71" y="17"/>
                    </a:cubicBezTo>
                    <a:cubicBezTo>
                      <a:pt x="71" y="16"/>
                      <a:pt x="71" y="16"/>
                      <a:pt x="71" y="16"/>
                    </a:cubicBezTo>
                    <a:cubicBezTo>
                      <a:pt x="71" y="13"/>
                      <a:pt x="70" y="11"/>
                      <a:pt x="70" y="8"/>
                    </a:cubicBezTo>
                    <a:cubicBezTo>
                      <a:pt x="67" y="8"/>
                      <a:pt x="67" y="8"/>
                      <a:pt x="67" y="8"/>
                    </a:cubicBezTo>
                    <a:cubicBezTo>
                      <a:pt x="65" y="6"/>
                      <a:pt x="65" y="6"/>
                      <a:pt x="65" y="6"/>
                    </a:cubicBezTo>
                    <a:cubicBezTo>
                      <a:pt x="56" y="0"/>
                      <a:pt x="47" y="4"/>
                      <a:pt x="42" y="6"/>
                    </a:cubicBezTo>
                    <a:cubicBezTo>
                      <a:pt x="35" y="8"/>
                      <a:pt x="30" y="18"/>
                      <a:pt x="34" y="33"/>
                    </a:cubicBezTo>
                    <a:cubicBezTo>
                      <a:pt x="34" y="36"/>
                      <a:pt x="32" y="37"/>
                      <a:pt x="32" y="38"/>
                    </a:cubicBezTo>
                    <a:cubicBezTo>
                      <a:pt x="33" y="41"/>
                      <a:pt x="33" y="49"/>
                      <a:pt x="36" y="50"/>
                    </a:cubicBezTo>
                    <a:cubicBezTo>
                      <a:pt x="36" y="51"/>
                      <a:pt x="38" y="51"/>
                      <a:pt x="38" y="51"/>
                    </a:cubicBezTo>
                    <a:cubicBezTo>
                      <a:pt x="38" y="54"/>
                      <a:pt x="38" y="57"/>
                      <a:pt x="39" y="60"/>
                    </a:cubicBezTo>
                    <a:cubicBezTo>
                      <a:pt x="39" y="62"/>
                      <a:pt x="41" y="62"/>
                      <a:pt x="42" y="65"/>
                    </a:cubicBezTo>
                    <a:cubicBezTo>
                      <a:pt x="39" y="65"/>
                      <a:pt x="39" y="65"/>
                      <a:pt x="39" y="65"/>
                    </a:cubicBezTo>
                    <a:cubicBezTo>
                      <a:pt x="38" y="67"/>
                      <a:pt x="37" y="72"/>
                      <a:pt x="35" y="73"/>
                    </a:cubicBezTo>
                    <a:cubicBezTo>
                      <a:pt x="33" y="73"/>
                      <a:pt x="32" y="74"/>
                      <a:pt x="30" y="74"/>
                    </a:cubicBezTo>
                    <a:cubicBezTo>
                      <a:pt x="25" y="76"/>
                      <a:pt x="19" y="79"/>
                      <a:pt x="13" y="81"/>
                    </a:cubicBezTo>
                    <a:cubicBezTo>
                      <a:pt x="8" y="83"/>
                      <a:pt x="2" y="84"/>
                      <a:pt x="1" y="89"/>
                    </a:cubicBezTo>
                    <a:cubicBezTo>
                      <a:pt x="1" y="93"/>
                      <a:pt x="0" y="101"/>
                      <a:pt x="0" y="106"/>
                    </a:cubicBezTo>
                    <a:cubicBezTo>
                      <a:pt x="25" y="106"/>
                      <a:pt x="25" y="106"/>
                      <a:pt x="25" y="106"/>
                    </a:cubicBezTo>
                    <a:cubicBezTo>
                      <a:pt x="25" y="104"/>
                      <a:pt x="25" y="103"/>
                      <a:pt x="25" y="101"/>
                    </a:cubicBezTo>
                    <a:cubicBezTo>
                      <a:pt x="25" y="98"/>
                      <a:pt x="25" y="95"/>
                      <a:pt x="25" y="93"/>
                    </a:cubicBezTo>
                    <a:cubicBezTo>
                      <a:pt x="25" y="92"/>
                      <a:pt x="25" y="92"/>
                      <a:pt x="25" y="92"/>
                    </a:cubicBezTo>
                    <a:cubicBezTo>
                      <a:pt x="25" y="91"/>
                      <a:pt x="25" y="91"/>
                      <a:pt x="25" y="91"/>
                    </a:cubicBezTo>
                    <a:cubicBezTo>
                      <a:pt x="28" y="83"/>
                      <a:pt x="36" y="80"/>
                      <a:pt x="42" y="78"/>
                    </a:cubicBezTo>
                    <a:cubicBezTo>
                      <a:pt x="44" y="77"/>
                      <a:pt x="45" y="77"/>
                      <a:pt x="46" y="76"/>
                    </a:cubicBezTo>
                    <a:cubicBezTo>
                      <a:pt x="49" y="75"/>
                      <a:pt x="53" y="74"/>
                      <a:pt x="56" y="72"/>
                    </a:cubicBezTo>
                    <a:cubicBezTo>
                      <a:pt x="60" y="70"/>
                      <a:pt x="65" y="68"/>
                      <a:pt x="69" y="67"/>
                    </a:cubicBezTo>
                    <a:cubicBezTo>
                      <a:pt x="69" y="66"/>
                      <a:pt x="69" y="66"/>
                      <a:pt x="69" y="65"/>
                    </a:cubicBezTo>
                    <a:cubicBezTo>
                      <a:pt x="68" y="65"/>
                      <a:pt x="67" y="65"/>
                      <a:pt x="66" y="65"/>
                    </a:cubicBezTo>
                    <a:cubicBezTo>
                      <a:pt x="66" y="62"/>
                      <a:pt x="68" y="61"/>
                      <a:pt x="69" y="59"/>
                    </a:cubicBezTo>
                    <a:cubicBezTo>
                      <a:pt x="70" y="57"/>
                      <a:pt x="69" y="54"/>
                      <a:pt x="70" y="52"/>
                    </a:cubicBezTo>
                    <a:cubicBezTo>
                      <a:pt x="71" y="51"/>
                      <a:pt x="73" y="50"/>
                      <a:pt x="73" y="49"/>
                    </a:cubicBezTo>
                    <a:cubicBezTo>
                      <a:pt x="74" y="48"/>
                      <a:pt x="75" y="46"/>
                      <a:pt x="75" y="45"/>
                    </a:cubicBezTo>
                    <a:cubicBezTo>
                      <a:pt x="75" y="44"/>
                      <a:pt x="75" y="43"/>
                      <a:pt x="75" y="43"/>
                    </a:cubicBezTo>
                    <a:cubicBezTo>
                      <a:pt x="71" y="38"/>
                      <a:pt x="70" y="30"/>
                      <a:pt x="70" y="24"/>
                    </a:cubicBezTo>
                    <a:cubicBezTo>
                      <a:pt x="70" y="23"/>
                      <a:pt x="70" y="23"/>
                      <a:pt x="69" y="22"/>
                    </a:cubicBezTo>
                    <a:close/>
                    <a:moveTo>
                      <a:pt x="211" y="89"/>
                    </a:moveTo>
                    <a:cubicBezTo>
                      <a:pt x="210" y="84"/>
                      <a:pt x="204" y="83"/>
                      <a:pt x="199" y="81"/>
                    </a:cubicBezTo>
                    <a:cubicBezTo>
                      <a:pt x="193" y="79"/>
                      <a:pt x="187" y="76"/>
                      <a:pt x="182" y="74"/>
                    </a:cubicBezTo>
                    <a:cubicBezTo>
                      <a:pt x="180" y="74"/>
                      <a:pt x="179" y="73"/>
                      <a:pt x="177" y="73"/>
                    </a:cubicBezTo>
                    <a:cubicBezTo>
                      <a:pt x="175" y="72"/>
                      <a:pt x="174" y="67"/>
                      <a:pt x="173" y="65"/>
                    </a:cubicBezTo>
                    <a:cubicBezTo>
                      <a:pt x="172" y="65"/>
                      <a:pt x="171" y="65"/>
                      <a:pt x="170" y="65"/>
                    </a:cubicBezTo>
                    <a:cubicBezTo>
                      <a:pt x="170" y="62"/>
                      <a:pt x="172" y="61"/>
                      <a:pt x="173" y="59"/>
                    </a:cubicBezTo>
                    <a:cubicBezTo>
                      <a:pt x="173" y="57"/>
                      <a:pt x="173" y="54"/>
                      <a:pt x="174" y="52"/>
                    </a:cubicBezTo>
                    <a:cubicBezTo>
                      <a:pt x="175" y="51"/>
                      <a:pt x="176" y="50"/>
                      <a:pt x="177" y="49"/>
                    </a:cubicBezTo>
                    <a:cubicBezTo>
                      <a:pt x="178" y="48"/>
                      <a:pt x="178" y="46"/>
                      <a:pt x="179" y="45"/>
                    </a:cubicBezTo>
                    <a:cubicBezTo>
                      <a:pt x="179" y="43"/>
                      <a:pt x="180" y="39"/>
                      <a:pt x="178" y="37"/>
                    </a:cubicBezTo>
                    <a:cubicBezTo>
                      <a:pt x="178" y="35"/>
                      <a:pt x="177" y="35"/>
                      <a:pt x="177" y="34"/>
                    </a:cubicBezTo>
                    <a:cubicBezTo>
                      <a:pt x="177" y="31"/>
                      <a:pt x="178" y="25"/>
                      <a:pt x="178" y="23"/>
                    </a:cubicBezTo>
                    <a:cubicBezTo>
                      <a:pt x="178" y="20"/>
                      <a:pt x="178" y="16"/>
                      <a:pt x="177" y="13"/>
                    </a:cubicBezTo>
                    <a:cubicBezTo>
                      <a:pt x="177" y="13"/>
                      <a:pt x="176" y="9"/>
                      <a:pt x="174" y="8"/>
                    </a:cubicBezTo>
                    <a:cubicBezTo>
                      <a:pt x="171" y="8"/>
                      <a:pt x="171" y="8"/>
                      <a:pt x="171" y="8"/>
                    </a:cubicBezTo>
                    <a:cubicBezTo>
                      <a:pt x="168" y="6"/>
                      <a:pt x="168" y="6"/>
                      <a:pt x="168" y="6"/>
                    </a:cubicBezTo>
                    <a:cubicBezTo>
                      <a:pt x="160" y="0"/>
                      <a:pt x="151" y="4"/>
                      <a:pt x="146" y="6"/>
                    </a:cubicBezTo>
                    <a:cubicBezTo>
                      <a:pt x="143" y="7"/>
                      <a:pt x="141" y="9"/>
                      <a:pt x="139" y="12"/>
                    </a:cubicBezTo>
                    <a:cubicBezTo>
                      <a:pt x="139" y="13"/>
                      <a:pt x="139" y="14"/>
                      <a:pt x="139" y="14"/>
                    </a:cubicBezTo>
                    <a:cubicBezTo>
                      <a:pt x="139" y="15"/>
                      <a:pt x="139" y="15"/>
                      <a:pt x="139" y="15"/>
                    </a:cubicBezTo>
                    <a:cubicBezTo>
                      <a:pt x="139" y="15"/>
                      <a:pt x="139" y="15"/>
                      <a:pt x="139" y="15"/>
                    </a:cubicBezTo>
                    <a:cubicBezTo>
                      <a:pt x="140" y="16"/>
                      <a:pt x="140" y="16"/>
                      <a:pt x="140" y="17"/>
                    </a:cubicBezTo>
                    <a:cubicBezTo>
                      <a:pt x="143" y="22"/>
                      <a:pt x="142" y="28"/>
                      <a:pt x="141" y="32"/>
                    </a:cubicBezTo>
                    <a:cubicBezTo>
                      <a:pt x="141" y="34"/>
                      <a:pt x="140" y="38"/>
                      <a:pt x="138" y="41"/>
                    </a:cubicBezTo>
                    <a:cubicBezTo>
                      <a:pt x="137" y="41"/>
                      <a:pt x="137" y="42"/>
                      <a:pt x="136" y="42"/>
                    </a:cubicBezTo>
                    <a:cubicBezTo>
                      <a:pt x="137" y="46"/>
                      <a:pt x="137" y="49"/>
                      <a:pt x="139" y="50"/>
                    </a:cubicBezTo>
                    <a:cubicBezTo>
                      <a:pt x="140" y="51"/>
                      <a:pt x="142" y="51"/>
                      <a:pt x="142" y="51"/>
                    </a:cubicBezTo>
                    <a:cubicBezTo>
                      <a:pt x="142" y="54"/>
                      <a:pt x="142" y="57"/>
                      <a:pt x="142" y="60"/>
                    </a:cubicBezTo>
                    <a:cubicBezTo>
                      <a:pt x="143" y="62"/>
                      <a:pt x="145" y="62"/>
                      <a:pt x="145" y="65"/>
                    </a:cubicBezTo>
                    <a:cubicBezTo>
                      <a:pt x="143" y="65"/>
                      <a:pt x="143" y="65"/>
                      <a:pt x="143" y="65"/>
                    </a:cubicBezTo>
                    <a:cubicBezTo>
                      <a:pt x="143" y="66"/>
                      <a:pt x="143" y="66"/>
                      <a:pt x="143" y="67"/>
                    </a:cubicBezTo>
                    <a:cubicBezTo>
                      <a:pt x="147" y="68"/>
                      <a:pt x="152" y="70"/>
                      <a:pt x="156" y="72"/>
                    </a:cubicBezTo>
                    <a:cubicBezTo>
                      <a:pt x="160" y="74"/>
                      <a:pt x="163" y="75"/>
                      <a:pt x="166" y="76"/>
                    </a:cubicBezTo>
                    <a:cubicBezTo>
                      <a:pt x="167" y="77"/>
                      <a:pt x="168" y="77"/>
                      <a:pt x="170" y="78"/>
                    </a:cubicBezTo>
                    <a:cubicBezTo>
                      <a:pt x="176" y="80"/>
                      <a:pt x="184" y="83"/>
                      <a:pt x="187" y="91"/>
                    </a:cubicBezTo>
                    <a:cubicBezTo>
                      <a:pt x="187" y="92"/>
                      <a:pt x="187" y="92"/>
                      <a:pt x="187" y="92"/>
                    </a:cubicBezTo>
                    <a:cubicBezTo>
                      <a:pt x="187" y="93"/>
                      <a:pt x="187" y="93"/>
                      <a:pt x="187" y="93"/>
                    </a:cubicBezTo>
                    <a:cubicBezTo>
                      <a:pt x="187" y="95"/>
                      <a:pt x="187" y="98"/>
                      <a:pt x="187" y="101"/>
                    </a:cubicBezTo>
                    <a:cubicBezTo>
                      <a:pt x="187" y="103"/>
                      <a:pt x="187" y="104"/>
                      <a:pt x="187" y="106"/>
                    </a:cubicBezTo>
                    <a:cubicBezTo>
                      <a:pt x="212" y="106"/>
                      <a:pt x="212" y="106"/>
                      <a:pt x="212" y="106"/>
                    </a:cubicBezTo>
                    <a:cubicBezTo>
                      <a:pt x="212" y="101"/>
                      <a:pt x="211" y="93"/>
                      <a:pt x="211" y="8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" name="Freeform 6"/>
              <p:cNvSpPr/>
              <p:nvPr/>
            </p:nvSpPr>
            <p:spPr bwMode="auto">
              <a:xfrm>
                <a:off x="3662" y="1981"/>
                <a:ext cx="359" cy="355"/>
              </a:xfrm>
              <a:custGeom>
                <a:avLst/>
                <a:gdLst>
                  <a:gd name="T0" fmla="*/ 102 w 150"/>
                  <a:gd name="T1" fmla="*/ 17 h 147"/>
                  <a:gd name="T2" fmla="*/ 103 w 150"/>
                  <a:gd name="T3" fmla="*/ 32 h 147"/>
                  <a:gd name="T4" fmla="*/ 102 w 150"/>
                  <a:gd name="T5" fmla="*/ 46 h 147"/>
                  <a:gd name="T6" fmla="*/ 104 w 150"/>
                  <a:gd name="T7" fmla="*/ 50 h 147"/>
                  <a:gd name="T8" fmla="*/ 104 w 150"/>
                  <a:gd name="T9" fmla="*/ 62 h 147"/>
                  <a:gd name="T10" fmla="*/ 102 w 150"/>
                  <a:gd name="T11" fmla="*/ 68 h 147"/>
                  <a:gd name="T12" fmla="*/ 97 w 150"/>
                  <a:gd name="T13" fmla="*/ 72 h 147"/>
                  <a:gd name="T14" fmla="*/ 96 w 150"/>
                  <a:gd name="T15" fmla="*/ 82 h 147"/>
                  <a:gd name="T16" fmla="*/ 92 w 150"/>
                  <a:gd name="T17" fmla="*/ 90 h 147"/>
                  <a:gd name="T18" fmla="*/ 96 w 150"/>
                  <a:gd name="T19" fmla="*/ 90 h 147"/>
                  <a:gd name="T20" fmla="*/ 102 w 150"/>
                  <a:gd name="T21" fmla="*/ 101 h 147"/>
                  <a:gd name="T22" fmla="*/ 109 w 150"/>
                  <a:gd name="T23" fmla="*/ 103 h 147"/>
                  <a:gd name="T24" fmla="*/ 132 w 150"/>
                  <a:gd name="T25" fmla="*/ 113 h 147"/>
                  <a:gd name="T26" fmla="*/ 150 w 150"/>
                  <a:gd name="T27" fmla="*/ 124 h 147"/>
                  <a:gd name="T28" fmla="*/ 150 w 150"/>
                  <a:gd name="T29" fmla="*/ 147 h 147"/>
                  <a:gd name="T30" fmla="*/ 0 w 150"/>
                  <a:gd name="T31" fmla="*/ 147 h 147"/>
                  <a:gd name="T32" fmla="*/ 0 w 150"/>
                  <a:gd name="T33" fmla="*/ 124 h 147"/>
                  <a:gd name="T34" fmla="*/ 18 w 150"/>
                  <a:gd name="T35" fmla="*/ 113 h 147"/>
                  <a:gd name="T36" fmla="*/ 41 w 150"/>
                  <a:gd name="T37" fmla="*/ 103 h 147"/>
                  <a:gd name="T38" fmla="*/ 48 w 150"/>
                  <a:gd name="T39" fmla="*/ 101 h 147"/>
                  <a:gd name="T40" fmla="*/ 54 w 150"/>
                  <a:gd name="T41" fmla="*/ 90 h 147"/>
                  <a:gd name="T42" fmla="*/ 57 w 150"/>
                  <a:gd name="T43" fmla="*/ 90 h 147"/>
                  <a:gd name="T44" fmla="*/ 53 w 150"/>
                  <a:gd name="T45" fmla="*/ 83 h 147"/>
                  <a:gd name="T46" fmla="*/ 52 w 150"/>
                  <a:gd name="T47" fmla="*/ 70 h 147"/>
                  <a:gd name="T48" fmla="*/ 49 w 150"/>
                  <a:gd name="T49" fmla="*/ 70 h 147"/>
                  <a:gd name="T50" fmla="*/ 44 w 150"/>
                  <a:gd name="T51" fmla="*/ 53 h 147"/>
                  <a:gd name="T52" fmla="*/ 46 w 150"/>
                  <a:gd name="T53" fmla="*/ 46 h 147"/>
                  <a:gd name="T54" fmla="*/ 58 w 150"/>
                  <a:gd name="T55" fmla="*/ 7 h 147"/>
                  <a:gd name="T56" fmla="*/ 90 w 150"/>
                  <a:gd name="T57" fmla="*/ 7 h 147"/>
                  <a:gd name="T58" fmla="*/ 93 w 150"/>
                  <a:gd name="T59" fmla="*/ 10 h 147"/>
                  <a:gd name="T60" fmla="*/ 98 w 150"/>
                  <a:gd name="T61" fmla="*/ 10 h 147"/>
                  <a:gd name="T62" fmla="*/ 102 w 150"/>
                  <a:gd name="T63" fmla="*/ 17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50" h="147">
                    <a:moveTo>
                      <a:pt x="102" y="17"/>
                    </a:moveTo>
                    <a:cubicBezTo>
                      <a:pt x="103" y="22"/>
                      <a:pt x="103" y="26"/>
                      <a:pt x="103" y="32"/>
                    </a:cubicBezTo>
                    <a:cubicBezTo>
                      <a:pt x="103" y="34"/>
                      <a:pt x="102" y="43"/>
                      <a:pt x="102" y="46"/>
                    </a:cubicBezTo>
                    <a:cubicBezTo>
                      <a:pt x="102" y="48"/>
                      <a:pt x="103" y="48"/>
                      <a:pt x="104" y="50"/>
                    </a:cubicBezTo>
                    <a:cubicBezTo>
                      <a:pt x="105" y="54"/>
                      <a:pt x="105" y="59"/>
                      <a:pt x="104" y="62"/>
                    </a:cubicBezTo>
                    <a:cubicBezTo>
                      <a:pt x="104" y="64"/>
                      <a:pt x="103" y="66"/>
                      <a:pt x="102" y="68"/>
                    </a:cubicBezTo>
                    <a:cubicBezTo>
                      <a:pt x="101" y="70"/>
                      <a:pt x="98" y="70"/>
                      <a:pt x="97" y="72"/>
                    </a:cubicBezTo>
                    <a:cubicBezTo>
                      <a:pt x="96" y="75"/>
                      <a:pt x="97" y="78"/>
                      <a:pt x="96" y="82"/>
                    </a:cubicBezTo>
                    <a:cubicBezTo>
                      <a:pt x="95" y="85"/>
                      <a:pt x="92" y="85"/>
                      <a:pt x="92" y="90"/>
                    </a:cubicBezTo>
                    <a:cubicBezTo>
                      <a:pt x="93" y="90"/>
                      <a:pt x="94" y="90"/>
                      <a:pt x="96" y="90"/>
                    </a:cubicBezTo>
                    <a:cubicBezTo>
                      <a:pt x="97" y="93"/>
                      <a:pt x="100" y="99"/>
                      <a:pt x="102" y="101"/>
                    </a:cubicBezTo>
                    <a:cubicBezTo>
                      <a:pt x="104" y="102"/>
                      <a:pt x="107" y="102"/>
                      <a:pt x="109" y="103"/>
                    </a:cubicBezTo>
                    <a:cubicBezTo>
                      <a:pt x="116" y="106"/>
                      <a:pt x="125" y="110"/>
                      <a:pt x="132" y="113"/>
                    </a:cubicBezTo>
                    <a:cubicBezTo>
                      <a:pt x="139" y="116"/>
                      <a:pt x="148" y="117"/>
                      <a:pt x="150" y="124"/>
                    </a:cubicBezTo>
                    <a:cubicBezTo>
                      <a:pt x="150" y="129"/>
                      <a:pt x="150" y="141"/>
                      <a:pt x="150" y="147"/>
                    </a:cubicBezTo>
                    <a:cubicBezTo>
                      <a:pt x="0" y="147"/>
                      <a:pt x="0" y="147"/>
                      <a:pt x="0" y="147"/>
                    </a:cubicBezTo>
                    <a:cubicBezTo>
                      <a:pt x="0" y="141"/>
                      <a:pt x="0" y="129"/>
                      <a:pt x="0" y="124"/>
                    </a:cubicBezTo>
                    <a:cubicBezTo>
                      <a:pt x="3" y="117"/>
                      <a:pt x="11" y="116"/>
                      <a:pt x="18" y="113"/>
                    </a:cubicBezTo>
                    <a:cubicBezTo>
                      <a:pt x="25" y="110"/>
                      <a:pt x="34" y="106"/>
                      <a:pt x="41" y="103"/>
                    </a:cubicBezTo>
                    <a:cubicBezTo>
                      <a:pt x="44" y="102"/>
                      <a:pt x="46" y="102"/>
                      <a:pt x="48" y="101"/>
                    </a:cubicBezTo>
                    <a:cubicBezTo>
                      <a:pt x="50" y="99"/>
                      <a:pt x="53" y="93"/>
                      <a:pt x="54" y="90"/>
                    </a:cubicBezTo>
                    <a:cubicBezTo>
                      <a:pt x="57" y="90"/>
                      <a:pt x="57" y="90"/>
                      <a:pt x="57" y="90"/>
                    </a:cubicBezTo>
                    <a:cubicBezTo>
                      <a:pt x="57" y="86"/>
                      <a:pt x="54" y="85"/>
                      <a:pt x="53" y="83"/>
                    </a:cubicBezTo>
                    <a:cubicBezTo>
                      <a:pt x="53" y="79"/>
                      <a:pt x="53" y="74"/>
                      <a:pt x="52" y="70"/>
                    </a:cubicBezTo>
                    <a:cubicBezTo>
                      <a:pt x="52" y="71"/>
                      <a:pt x="49" y="70"/>
                      <a:pt x="49" y="70"/>
                    </a:cubicBezTo>
                    <a:cubicBezTo>
                      <a:pt x="45" y="67"/>
                      <a:pt x="45" y="57"/>
                      <a:pt x="44" y="53"/>
                    </a:cubicBezTo>
                    <a:cubicBezTo>
                      <a:pt x="44" y="51"/>
                      <a:pt x="47" y="49"/>
                      <a:pt x="46" y="46"/>
                    </a:cubicBezTo>
                    <a:cubicBezTo>
                      <a:pt x="42" y="25"/>
                      <a:pt x="48" y="11"/>
                      <a:pt x="58" y="7"/>
                    </a:cubicBezTo>
                    <a:cubicBezTo>
                      <a:pt x="65" y="5"/>
                      <a:pt x="78" y="0"/>
                      <a:pt x="90" y="7"/>
                    </a:cubicBezTo>
                    <a:cubicBezTo>
                      <a:pt x="93" y="10"/>
                      <a:pt x="93" y="10"/>
                      <a:pt x="93" y="10"/>
                    </a:cubicBezTo>
                    <a:cubicBezTo>
                      <a:pt x="98" y="10"/>
                      <a:pt x="98" y="10"/>
                      <a:pt x="98" y="10"/>
                    </a:cubicBezTo>
                    <a:cubicBezTo>
                      <a:pt x="100" y="12"/>
                      <a:pt x="102" y="17"/>
                      <a:pt x="102" y="1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37" name="文本框 36">
            <a:extLst>
              <a:ext uri="{FF2B5EF4-FFF2-40B4-BE49-F238E27FC236}">
                <a16:creationId xmlns:a16="http://schemas.microsoft.com/office/drawing/2014/main" id="{5FC6A4EA-ADDE-2067-C897-0B1C643F1737}"/>
              </a:ext>
            </a:extLst>
          </p:cNvPr>
          <p:cNvSpPr txBox="1"/>
          <p:nvPr/>
        </p:nvSpPr>
        <p:spPr>
          <a:xfrm>
            <a:off x="3390978" y="724903"/>
            <a:ext cx="6953172" cy="1346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zh-CN" altLang="en-US" sz="1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可以优先练习</a:t>
            </a:r>
            <a:r>
              <a:rPr lang="en-US" altLang="zh-CN" sz="1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数学建模算法与应用</a:t>
            </a:r>
            <a:r>
              <a:rPr lang="en-US" altLang="zh-CN" sz="1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1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案例题，这些案例题很经典，往往是某年真题的某一小问，书内答案也带有详细的写作过程和代码（问题分析、符号说明、模型假设、模型建立求解等），同时这里也提供了教材的习题答案，大家可以进行加强练习。 </a:t>
            </a:r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DA7F8152-6C56-46D1-6396-4FF5AE005F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5608" y="2280061"/>
            <a:ext cx="1270073" cy="1797205"/>
          </a:xfrm>
          <a:prstGeom prst="rect">
            <a:avLst/>
          </a:prstGeom>
        </p:spPr>
      </p:pic>
      <p:pic>
        <p:nvPicPr>
          <p:cNvPr id="41" name="图片 40">
            <a:extLst>
              <a:ext uri="{FF2B5EF4-FFF2-40B4-BE49-F238E27FC236}">
                <a16:creationId xmlns:a16="http://schemas.microsoft.com/office/drawing/2014/main" id="{F47C369A-DBBB-2D7F-AD7D-E93FE9D7B1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6476" y="2309700"/>
            <a:ext cx="1237800" cy="1796400"/>
          </a:xfrm>
          <a:prstGeom prst="rect">
            <a:avLst/>
          </a:prstGeom>
        </p:spPr>
      </p:pic>
      <p:sp>
        <p:nvSpPr>
          <p:cNvPr id="43" name="文本框 42">
            <a:extLst>
              <a:ext uri="{FF2B5EF4-FFF2-40B4-BE49-F238E27FC236}">
                <a16:creationId xmlns:a16="http://schemas.microsoft.com/office/drawing/2014/main" id="{D316F1BF-E798-BEFE-AB71-E53CBC8398B2}"/>
              </a:ext>
            </a:extLst>
          </p:cNvPr>
          <p:cNvSpPr txBox="1"/>
          <p:nvPr/>
        </p:nvSpPr>
        <p:spPr>
          <a:xfrm>
            <a:off x="7680121" y="2738318"/>
            <a:ext cx="26612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《</a:t>
            </a:r>
            <a:r>
              <a:rPr lang="zh-CN" altLang="en-US" sz="16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数学建模算法与应用</a:t>
            </a:r>
            <a:r>
              <a:rPr lang="en-US" altLang="zh-CN" sz="16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》</a:t>
            </a:r>
            <a:r>
              <a:rPr lang="zh-CN" altLang="en-US" sz="16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第三版教材与习题答案下载 </a:t>
            </a:r>
            <a:endParaRPr lang="zh-CN" altLang="en-US" sz="1600" b="1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2857500" y="2686050"/>
            <a:ext cx="9334500" cy="1295400"/>
          </a:xfrm>
          <a:prstGeom prst="rect">
            <a:avLst/>
          </a:prstGeom>
          <a:solidFill>
            <a:srgbClr val="005C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2857500" y="4133850"/>
            <a:ext cx="8210550" cy="95250"/>
          </a:xfrm>
          <a:prstGeom prst="rect">
            <a:avLst/>
          </a:prstGeom>
          <a:solidFill>
            <a:srgbClr val="005C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1123950" y="2686050"/>
            <a:ext cx="1543050" cy="1543050"/>
            <a:chOff x="1123950" y="2686050"/>
            <a:chExt cx="1543050" cy="1543050"/>
          </a:xfrm>
        </p:grpSpPr>
        <p:sp>
          <p:nvSpPr>
            <p:cNvPr id="7" name="矩形 6"/>
            <p:cNvSpPr/>
            <p:nvPr/>
          </p:nvSpPr>
          <p:spPr>
            <a:xfrm>
              <a:off x="1123950" y="2686050"/>
              <a:ext cx="1543050" cy="1543050"/>
            </a:xfrm>
            <a:prstGeom prst="rect">
              <a:avLst/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407285" y="2903577"/>
              <a:ext cx="976380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6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2950335" y="2918253"/>
            <a:ext cx="2646870" cy="83099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>
            <a:defPPr>
              <a:defRPr lang="zh-CN"/>
            </a:defPPr>
            <a:lvl1pPr>
              <a:defRPr sz="4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注意事项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0">
        <p14:prism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254000" y="201683"/>
            <a:ext cx="898070" cy="523220"/>
            <a:chOff x="-254000" y="201683"/>
            <a:chExt cx="898070" cy="523220"/>
          </a:xfrm>
        </p:grpSpPr>
        <p:sp>
          <p:nvSpPr>
            <p:cNvPr id="5" name="圆角矩形 4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8565" y="2337707"/>
            <a:ext cx="5876925" cy="6362700"/>
          </a:xfrm>
          <a:prstGeom prst="rect">
            <a:avLst/>
          </a:prstGeom>
        </p:spPr>
      </p:pic>
      <p:grpSp>
        <p:nvGrpSpPr>
          <p:cNvPr id="16" name="组合 15">
            <a:extLst>
              <a:ext uri="{FF2B5EF4-FFF2-40B4-BE49-F238E27FC236}">
                <a16:creationId xmlns:a16="http://schemas.microsoft.com/office/drawing/2014/main" id="{35896977-3D57-F5D9-97BA-BACC2DA76378}"/>
              </a:ext>
            </a:extLst>
          </p:cNvPr>
          <p:cNvGrpSpPr/>
          <p:nvPr/>
        </p:nvGrpSpPr>
        <p:grpSpPr>
          <a:xfrm>
            <a:off x="533400" y="750303"/>
            <a:ext cx="4404333" cy="420307"/>
            <a:chOff x="6670069" y="1741714"/>
            <a:chExt cx="4404333" cy="420307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A09E48B3-9FB1-ACED-3485-51351CB93870}"/>
                </a:ext>
              </a:extLst>
            </p:cNvPr>
            <p:cNvSpPr/>
            <p:nvPr/>
          </p:nvSpPr>
          <p:spPr>
            <a:xfrm>
              <a:off x="6670069" y="1741714"/>
              <a:ext cx="4404333" cy="420307"/>
            </a:xfrm>
            <a:prstGeom prst="rect">
              <a:avLst/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CFE2EBD2-69C1-F66D-FC90-2A51DF2256F3}"/>
                </a:ext>
              </a:extLst>
            </p:cNvPr>
            <p:cNvSpPr txBox="1"/>
            <p:nvPr/>
          </p:nvSpPr>
          <p:spPr>
            <a:xfrm>
              <a:off x="6707901" y="1756228"/>
              <a:ext cx="2491380" cy="369328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/>
            <a:p>
              <a:r>
                <a:rPr lang="en-US" altLang="zh-CN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AI</a:t>
              </a:r>
              <a:r>
                <a:rPr lang="zh-CN" altLang="en-US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在编程过程中的使用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8DA9214F-3E8A-39D2-4791-558069AFA872}"/>
                </a:ext>
              </a:extLst>
            </p:cNvPr>
            <p:cNvSpPr/>
            <p:nvPr/>
          </p:nvSpPr>
          <p:spPr>
            <a:xfrm>
              <a:off x="8547223" y="1824909"/>
              <a:ext cx="18473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endPara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4" name="文本框 43">
            <a:extLst>
              <a:ext uri="{FF2B5EF4-FFF2-40B4-BE49-F238E27FC236}">
                <a16:creationId xmlns:a16="http://schemas.microsoft.com/office/drawing/2014/main" id="{68372965-858C-8060-0EA5-45A353CD4BE5}"/>
              </a:ext>
            </a:extLst>
          </p:cNvPr>
          <p:cNvSpPr txBox="1"/>
          <p:nvPr/>
        </p:nvSpPr>
        <p:spPr>
          <a:xfrm>
            <a:off x="533400" y="1254162"/>
            <a:ext cx="7063683" cy="3043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fontAlgn="base">
              <a:lnSpc>
                <a:spcPct val="200000"/>
              </a:lnSpc>
            </a:pPr>
            <a:r>
              <a:rPr lang="zh-CN" altLang="en-US" sz="1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模型构建与求解</a:t>
            </a:r>
            <a:r>
              <a:rPr lang="zh-CN" altLang="en-US" sz="1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阶段是数学建模的核心环节，</a:t>
            </a:r>
            <a:r>
              <a:rPr lang="en-US" altLang="zh-CN" sz="1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工具可发挥重要作用但需谨慎使用：</a:t>
            </a:r>
          </a:p>
          <a:p>
            <a:pPr indent="457200" algn="l" fontAlgn="base">
              <a:lnSpc>
                <a:spcPct val="200000"/>
              </a:lnSpc>
              <a:buNone/>
            </a:pPr>
            <a:r>
              <a:rPr lang="zh-CN" altLang="en-US" sz="1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代码实现辅助：</a:t>
            </a:r>
            <a:r>
              <a:rPr lang="zh-CN" altLang="en-US" sz="1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1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工具（如</a:t>
            </a:r>
            <a:r>
              <a:rPr lang="en-US" altLang="zh-CN" sz="1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ChatGPT</a:t>
            </a:r>
            <a:r>
              <a:rPr lang="zh-CN" altLang="en-US" sz="1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CodeGeeX</a:t>
            </a:r>
            <a:r>
              <a:rPr lang="zh-CN" altLang="en-US" sz="1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）生成基础算法代码（如灰色预测模型、遗传算法等），但必须添加详细注释并进行人工测试验证。</a:t>
            </a:r>
          </a:p>
          <a:p>
            <a:pPr indent="457200" algn="l" fontAlgn="base">
              <a:lnSpc>
                <a:spcPct val="200000"/>
              </a:lnSpc>
              <a:buNone/>
            </a:pPr>
            <a:r>
              <a:rPr lang="zh-CN" altLang="en-US" sz="1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模型优化建议：</a:t>
            </a:r>
            <a:r>
              <a:rPr lang="zh-CN" altLang="en-US" sz="1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</a:t>
            </a:r>
            <a:r>
              <a:rPr lang="en-US" altLang="zh-CN" sz="1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工具描述模型框架和遇到的问题，获取改进建议，但核心建模思路必须来自团队成员。</a:t>
            </a:r>
          </a:p>
          <a:p>
            <a:pPr indent="457200" algn="l" fontAlgn="base">
              <a:lnSpc>
                <a:spcPct val="200000"/>
              </a:lnSpc>
              <a:buNone/>
            </a:pPr>
            <a:r>
              <a:rPr lang="zh-CN" altLang="en-US" sz="1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关键限制：</a:t>
            </a:r>
            <a:r>
              <a:rPr lang="zh-CN" altLang="en-US" sz="1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新规明确禁止使用</a:t>
            </a:r>
            <a:r>
              <a:rPr lang="en-US" altLang="zh-CN" sz="1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工具生成核心模型公式或完整分析结论而未做人工验证。团队应将</a:t>
            </a:r>
            <a:r>
              <a:rPr lang="en-US" altLang="zh-CN" sz="1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定位为</a:t>
            </a:r>
            <a:r>
              <a:rPr lang="en-US" altLang="zh-CN" sz="1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zh-CN" altLang="en-US" sz="1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助理研究员</a:t>
            </a:r>
            <a:r>
              <a:rPr lang="en-US" altLang="zh-CN" sz="1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zh-CN" altLang="en-US" sz="1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而非</a:t>
            </a:r>
            <a:r>
              <a:rPr lang="en-US" altLang="zh-CN" sz="1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zh-CN" altLang="en-US" sz="1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决策者</a:t>
            </a:r>
            <a:r>
              <a:rPr lang="en-US" altLang="zh-CN" sz="1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zh-CN" altLang="en-US" sz="140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32561092-8DD8-F677-E6DA-6CE04B0E270F}"/>
              </a:ext>
            </a:extLst>
          </p:cNvPr>
          <p:cNvSpPr txBox="1"/>
          <p:nvPr/>
        </p:nvSpPr>
        <p:spPr>
          <a:xfrm>
            <a:off x="1465763" y="5208716"/>
            <a:ext cx="6943940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spcAft>
                <a:spcPts val="450"/>
              </a:spcAft>
              <a:buNone/>
            </a:pPr>
            <a:r>
              <a:rPr lang="en-US" altLang="zh-CN" sz="16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ChatGPT</a:t>
            </a:r>
            <a:r>
              <a:rPr lang="zh-CN" altLang="en-US" sz="16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结合</a:t>
            </a:r>
            <a:r>
              <a:rPr lang="en-US" altLang="zh-CN" sz="16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Python</a:t>
            </a:r>
            <a:r>
              <a:rPr lang="zh-CN" altLang="en-US" sz="16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和</a:t>
            </a:r>
            <a:r>
              <a:rPr lang="en-US" altLang="zh-CN" sz="16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MATLAB</a:t>
            </a:r>
            <a:r>
              <a:rPr lang="zh-CN" altLang="en-US" sz="16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科研绘图，王炸。</a:t>
            </a:r>
            <a:endParaRPr lang="zh-CN" altLang="en-US" sz="1600" b="1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-254000" y="201683"/>
            <a:ext cx="898070" cy="523220"/>
            <a:chOff x="-254000" y="201683"/>
            <a:chExt cx="898070" cy="523220"/>
          </a:xfrm>
        </p:grpSpPr>
        <p:sp>
          <p:nvSpPr>
            <p:cNvPr id="5" name="圆角矩形 4"/>
            <p:cNvSpPr/>
            <p:nvPr/>
          </p:nvSpPr>
          <p:spPr>
            <a:xfrm>
              <a:off x="-254000" y="227083"/>
              <a:ext cx="898070" cy="439668"/>
            </a:xfrm>
            <a:prstGeom prst="roundRect">
              <a:avLst>
                <a:gd name="adj" fmla="val 50000"/>
              </a:avLst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5706" y="201683"/>
              <a:ext cx="4676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6661234" y="1663044"/>
            <a:ext cx="4404333" cy="420307"/>
            <a:chOff x="6670069" y="1741714"/>
            <a:chExt cx="4404333" cy="420307"/>
          </a:xfrm>
        </p:grpSpPr>
        <p:sp>
          <p:nvSpPr>
            <p:cNvPr id="15" name="矩形 14"/>
            <p:cNvSpPr/>
            <p:nvPr/>
          </p:nvSpPr>
          <p:spPr>
            <a:xfrm>
              <a:off x="6670069" y="1741714"/>
              <a:ext cx="4404333" cy="420307"/>
            </a:xfrm>
            <a:prstGeom prst="rect">
              <a:avLst/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6707901" y="1756228"/>
              <a:ext cx="1107988" cy="369328"/>
            </a:xfrm>
            <a:prstGeom prst="rect">
              <a:avLst/>
            </a:prstGeom>
            <a:noFill/>
          </p:spPr>
          <p:txBody>
            <a:bodyPr wrap="none" lIns="91436" tIns="45718" rIns="91436" bIns="45718" rtlCol="0"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经验总结</a:t>
              </a:r>
              <a:endPara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8547223" y="1824909"/>
              <a:ext cx="18473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endPara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3239132" y="1663044"/>
            <a:ext cx="1956983" cy="1969628"/>
            <a:chOff x="3239132" y="1663044"/>
            <a:chExt cx="1956983" cy="1969628"/>
          </a:xfrm>
        </p:grpSpPr>
        <p:sp>
          <p:nvSpPr>
            <p:cNvPr id="12" name="矩形 11"/>
            <p:cNvSpPr/>
            <p:nvPr/>
          </p:nvSpPr>
          <p:spPr>
            <a:xfrm>
              <a:off x="3239132" y="1663044"/>
              <a:ext cx="1956983" cy="1969628"/>
            </a:xfrm>
            <a:prstGeom prst="rect">
              <a:avLst/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" name="Group 4"/>
            <p:cNvGrpSpPr>
              <a:grpSpLocks noChangeAspect="1"/>
            </p:cNvGrpSpPr>
            <p:nvPr/>
          </p:nvGrpSpPr>
          <p:grpSpPr bwMode="auto">
            <a:xfrm>
              <a:off x="3734163" y="2250659"/>
              <a:ext cx="966918" cy="794397"/>
              <a:chOff x="3599" y="1962"/>
              <a:chExt cx="482" cy="396"/>
            </a:xfrm>
          </p:grpSpPr>
          <p:sp>
            <p:nvSpPr>
              <p:cNvPr id="20" name="AutoShape 3"/>
              <p:cNvSpPr>
                <a:spLocks noChangeAspect="1" noChangeArrowheads="1" noTextEdit="1"/>
              </p:cNvSpPr>
              <p:nvPr/>
            </p:nvSpPr>
            <p:spPr bwMode="auto">
              <a:xfrm>
                <a:off x="3599" y="1962"/>
                <a:ext cx="482" cy="3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" name="Freeform 5"/>
              <p:cNvSpPr>
                <a:spLocks noEditPoints="1"/>
              </p:cNvSpPr>
              <p:nvPr/>
            </p:nvSpPr>
            <p:spPr bwMode="auto">
              <a:xfrm>
                <a:off x="3810" y="2243"/>
                <a:ext cx="273" cy="108"/>
              </a:xfrm>
              <a:custGeom>
                <a:avLst/>
                <a:gdLst>
                  <a:gd name="T0" fmla="*/ 105 w 114"/>
                  <a:gd name="T1" fmla="*/ 4 h 45"/>
                  <a:gd name="T2" fmla="*/ 85 w 114"/>
                  <a:gd name="T3" fmla="*/ 4 h 45"/>
                  <a:gd name="T4" fmla="*/ 69 w 114"/>
                  <a:gd name="T5" fmla="*/ 11 h 45"/>
                  <a:gd name="T6" fmla="*/ 64 w 114"/>
                  <a:gd name="T7" fmla="*/ 12 h 45"/>
                  <a:gd name="T8" fmla="*/ 69 w 114"/>
                  <a:gd name="T9" fmla="*/ 20 h 45"/>
                  <a:gd name="T10" fmla="*/ 65 w 114"/>
                  <a:gd name="T11" fmla="*/ 27 h 45"/>
                  <a:gd name="T12" fmla="*/ 58 w 114"/>
                  <a:gd name="T13" fmla="*/ 8 h 45"/>
                  <a:gd name="T14" fmla="*/ 63 w 114"/>
                  <a:gd name="T15" fmla="*/ 15 h 45"/>
                  <a:gd name="T16" fmla="*/ 58 w 114"/>
                  <a:gd name="T17" fmla="*/ 16 h 45"/>
                  <a:gd name="T18" fmla="*/ 63 w 114"/>
                  <a:gd name="T19" fmla="*/ 24 h 45"/>
                  <a:gd name="T20" fmla="*/ 58 w 114"/>
                  <a:gd name="T21" fmla="*/ 30 h 45"/>
                  <a:gd name="T22" fmla="*/ 52 w 114"/>
                  <a:gd name="T23" fmla="*/ 12 h 45"/>
                  <a:gd name="T24" fmla="*/ 56 w 114"/>
                  <a:gd name="T25" fmla="*/ 19 h 45"/>
                  <a:gd name="T26" fmla="*/ 52 w 114"/>
                  <a:gd name="T27" fmla="*/ 20 h 45"/>
                  <a:gd name="T28" fmla="*/ 56 w 114"/>
                  <a:gd name="T29" fmla="*/ 28 h 45"/>
                  <a:gd name="T30" fmla="*/ 46 w 114"/>
                  <a:gd name="T31" fmla="*/ 11 h 45"/>
                  <a:gd name="T32" fmla="*/ 45 w 114"/>
                  <a:gd name="T33" fmla="*/ 16 h 45"/>
                  <a:gd name="T34" fmla="*/ 50 w 114"/>
                  <a:gd name="T35" fmla="*/ 23 h 45"/>
                  <a:gd name="T36" fmla="*/ 45 w 114"/>
                  <a:gd name="T37" fmla="*/ 24 h 45"/>
                  <a:gd name="T38" fmla="*/ 17 w 114"/>
                  <a:gd name="T39" fmla="*/ 30 h 45"/>
                  <a:gd name="T40" fmla="*/ 23 w 114"/>
                  <a:gd name="T41" fmla="*/ 24 h 45"/>
                  <a:gd name="T42" fmla="*/ 24 w 114"/>
                  <a:gd name="T43" fmla="*/ 19 h 45"/>
                  <a:gd name="T44" fmla="*/ 21 w 114"/>
                  <a:gd name="T45" fmla="*/ 12 h 45"/>
                  <a:gd name="T46" fmla="*/ 25 w 114"/>
                  <a:gd name="T47" fmla="*/ 11 h 45"/>
                  <a:gd name="T48" fmla="*/ 25 w 114"/>
                  <a:gd name="T49" fmla="*/ 26 h 45"/>
                  <a:gd name="T50" fmla="*/ 30 w 114"/>
                  <a:gd name="T51" fmla="*/ 20 h 45"/>
                  <a:gd name="T52" fmla="*/ 31 w 114"/>
                  <a:gd name="T53" fmla="*/ 15 h 45"/>
                  <a:gd name="T54" fmla="*/ 28 w 114"/>
                  <a:gd name="T55" fmla="*/ 8 h 45"/>
                  <a:gd name="T56" fmla="*/ 36 w 114"/>
                  <a:gd name="T57" fmla="*/ 30 h 45"/>
                  <a:gd name="T58" fmla="*/ 32 w 114"/>
                  <a:gd name="T59" fmla="*/ 22 h 45"/>
                  <a:gd name="T60" fmla="*/ 37 w 114"/>
                  <a:gd name="T61" fmla="*/ 16 h 45"/>
                  <a:gd name="T62" fmla="*/ 38 w 114"/>
                  <a:gd name="T63" fmla="*/ 11 h 45"/>
                  <a:gd name="T64" fmla="*/ 38 w 114"/>
                  <a:gd name="T65" fmla="*/ 28 h 45"/>
                  <a:gd name="T66" fmla="*/ 43 w 114"/>
                  <a:gd name="T67" fmla="*/ 26 h 45"/>
                  <a:gd name="T68" fmla="*/ 39 w 114"/>
                  <a:gd name="T69" fmla="*/ 19 h 45"/>
                  <a:gd name="T70" fmla="*/ 44 w 114"/>
                  <a:gd name="T71" fmla="*/ 12 h 45"/>
                  <a:gd name="T72" fmla="*/ 71 w 114"/>
                  <a:gd name="T73" fmla="*/ 43 h 45"/>
                  <a:gd name="T74" fmla="*/ 71 w 114"/>
                  <a:gd name="T75" fmla="*/ 33 h 45"/>
                  <a:gd name="T76" fmla="*/ 76 w 114"/>
                  <a:gd name="T77" fmla="*/ 27 h 45"/>
                  <a:gd name="T78" fmla="*/ 71 w 114"/>
                  <a:gd name="T79" fmla="*/ 20 h 45"/>
                  <a:gd name="T80" fmla="*/ 76 w 114"/>
                  <a:gd name="T81" fmla="*/ 19 h 45"/>
                  <a:gd name="T82" fmla="*/ 71 w 114"/>
                  <a:gd name="T83" fmla="*/ 11 h 45"/>
                  <a:gd name="T84" fmla="*/ 71 w 114"/>
                  <a:gd name="T85" fmla="*/ 3 h 45"/>
                  <a:gd name="T86" fmla="*/ 79 w 114"/>
                  <a:gd name="T87" fmla="*/ 31 h 45"/>
                  <a:gd name="T88" fmla="*/ 83 w 114"/>
                  <a:gd name="T89" fmla="*/ 24 h 45"/>
                  <a:gd name="T90" fmla="*/ 82 w 114"/>
                  <a:gd name="T91" fmla="*/ 19 h 45"/>
                  <a:gd name="T92" fmla="*/ 77 w 114"/>
                  <a:gd name="T93" fmla="*/ 12 h 45"/>
                  <a:gd name="T94" fmla="*/ 81 w 114"/>
                  <a:gd name="T95" fmla="*/ 11 h 45"/>
                  <a:gd name="T96" fmla="*/ 85 w 114"/>
                  <a:gd name="T97" fmla="*/ 27 h 45"/>
                  <a:gd name="T98" fmla="*/ 89 w 114"/>
                  <a:gd name="T99" fmla="*/ 20 h 45"/>
                  <a:gd name="T100" fmla="*/ 88 w 114"/>
                  <a:gd name="T101" fmla="*/ 15 h 45"/>
                  <a:gd name="T102" fmla="*/ 83 w 114"/>
                  <a:gd name="T103" fmla="*/ 8 h 45"/>
                  <a:gd name="T104" fmla="*/ 97 w 114"/>
                  <a:gd name="T105" fmla="*/ 31 h 45"/>
                  <a:gd name="T106" fmla="*/ 91 w 114"/>
                  <a:gd name="T107" fmla="*/ 23 h 45"/>
                  <a:gd name="T108" fmla="*/ 95 w 114"/>
                  <a:gd name="T109" fmla="*/ 16 h 45"/>
                  <a:gd name="T110" fmla="*/ 94 w 114"/>
                  <a:gd name="T111" fmla="*/ 11 h 45"/>
                  <a:gd name="T112" fmla="*/ 89 w 114"/>
                  <a:gd name="T113" fmla="*/ 5 h 45"/>
                  <a:gd name="T114" fmla="*/ 101 w 114"/>
                  <a:gd name="T115" fmla="*/ 4 h 45"/>
                  <a:gd name="T116" fmla="*/ 101 w 114"/>
                  <a:gd name="T117" fmla="*/ 3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14" h="45">
                    <a:moveTo>
                      <a:pt x="16" y="0"/>
                    </a:moveTo>
                    <a:cubicBezTo>
                      <a:pt x="13" y="0"/>
                      <a:pt x="11" y="2"/>
                      <a:pt x="10" y="4"/>
                    </a:cubicBezTo>
                    <a:cubicBezTo>
                      <a:pt x="1" y="41"/>
                      <a:pt x="1" y="41"/>
                      <a:pt x="1" y="41"/>
                    </a:cubicBezTo>
                    <a:cubicBezTo>
                      <a:pt x="0" y="43"/>
                      <a:pt x="3" y="45"/>
                      <a:pt x="6" y="45"/>
                    </a:cubicBezTo>
                    <a:cubicBezTo>
                      <a:pt x="108" y="45"/>
                      <a:pt x="108" y="45"/>
                      <a:pt x="108" y="45"/>
                    </a:cubicBezTo>
                    <a:cubicBezTo>
                      <a:pt x="112" y="45"/>
                      <a:pt x="114" y="43"/>
                      <a:pt x="113" y="41"/>
                    </a:cubicBezTo>
                    <a:cubicBezTo>
                      <a:pt x="105" y="4"/>
                      <a:pt x="105" y="4"/>
                      <a:pt x="105" y="4"/>
                    </a:cubicBezTo>
                    <a:cubicBezTo>
                      <a:pt x="104" y="2"/>
                      <a:pt x="101" y="0"/>
                      <a:pt x="99" y="0"/>
                    </a:cubicBezTo>
                    <a:lnTo>
                      <a:pt x="16" y="0"/>
                    </a:lnTo>
                    <a:close/>
                    <a:moveTo>
                      <a:pt x="79" y="3"/>
                    </a:moveTo>
                    <a:cubicBezTo>
                      <a:pt x="79" y="3"/>
                      <a:pt x="79" y="2"/>
                      <a:pt x="80" y="2"/>
                    </a:cubicBezTo>
                    <a:cubicBezTo>
                      <a:pt x="83" y="2"/>
                      <a:pt x="83" y="2"/>
                      <a:pt x="83" y="2"/>
                    </a:cubicBezTo>
                    <a:cubicBezTo>
                      <a:pt x="84" y="2"/>
                      <a:pt x="84" y="3"/>
                      <a:pt x="85" y="3"/>
                    </a:cubicBezTo>
                    <a:cubicBezTo>
                      <a:pt x="85" y="4"/>
                      <a:pt x="85" y="4"/>
                      <a:pt x="85" y="4"/>
                    </a:cubicBezTo>
                    <a:cubicBezTo>
                      <a:pt x="85" y="5"/>
                      <a:pt x="84" y="5"/>
                      <a:pt x="83" y="5"/>
                    </a:cubicBezTo>
                    <a:cubicBezTo>
                      <a:pt x="81" y="5"/>
                      <a:pt x="81" y="5"/>
                      <a:pt x="81" y="5"/>
                    </a:cubicBezTo>
                    <a:cubicBezTo>
                      <a:pt x="80" y="5"/>
                      <a:pt x="79" y="5"/>
                      <a:pt x="79" y="4"/>
                    </a:cubicBezTo>
                    <a:lnTo>
                      <a:pt x="79" y="3"/>
                    </a:lnTo>
                    <a:close/>
                    <a:moveTo>
                      <a:pt x="64" y="8"/>
                    </a:moveTo>
                    <a:cubicBezTo>
                      <a:pt x="69" y="8"/>
                      <a:pt x="69" y="8"/>
                      <a:pt x="69" y="8"/>
                    </a:cubicBezTo>
                    <a:cubicBezTo>
                      <a:pt x="69" y="11"/>
                      <a:pt x="69" y="11"/>
                      <a:pt x="69" y="11"/>
                    </a:cubicBezTo>
                    <a:cubicBezTo>
                      <a:pt x="64" y="11"/>
                      <a:pt x="64" y="11"/>
                      <a:pt x="64" y="11"/>
                    </a:cubicBezTo>
                    <a:lnTo>
                      <a:pt x="64" y="8"/>
                    </a:lnTo>
                    <a:close/>
                    <a:moveTo>
                      <a:pt x="64" y="12"/>
                    </a:moveTo>
                    <a:cubicBezTo>
                      <a:pt x="69" y="12"/>
                      <a:pt x="69" y="12"/>
                      <a:pt x="69" y="12"/>
                    </a:cubicBezTo>
                    <a:cubicBezTo>
                      <a:pt x="69" y="15"/>
                      <a:pt x="69" y="15"/>
                      <a:pt x="69" y="15"/>
                    </a:cubicBezTo>
                    <a:cubicBezTo>
                      <a:pt x="65" y="15"/>
                      <a:pt x="65" y="15"/>
                      <a:pt x="65" y="15"/>
                    </a:cubicBezTo>
                    <a:lnTo>
                      <a:pt x="64" y="12"/>
                    </a:lnTo>
                    <a:close/>
                    <a:moveTo>
                      <a:pt x="65" y="16"/>
                    </a:moveTo>
                    <a:cubicBezTo>
                      <a:pt x="69" y="16"/>
                      <a:pt x="69" y="16"/>
                      <a:pt x="69" y="16"/>
                    </a:cubicBezTo>
                    <a:cubicBezTo>
                      <a:pt x="69" y="19"/>
                      <a:pt x="69" y="19"/>
                      <a:pt x="69" y="19"/>
                    </a:cubicBezTo>
                    <a:cubicBezTo>
                      <a:pt x="65" y="19"/>
                      <a:pt x="65" y="19"/>
                      <a:pt x="65" y="19"/>
                    </a:cubicBezTo>
                    <a:lnTo>
                      <a:pt x="65" y="16"/>
                    </a:lnTo>
                    <a:close/>
                    <a:moveTo>
                      <a:pt x="65" y="20"/>
                    </a:moveTo>
                    <a:cubicBezTo>
                      <a:pt x="69" y="20"/>
                      <a:pt x="69" y="20"/>
                      <a:pt x="69" y="20"/>
                    </a:cubicBezTo>
                    <a:cubicBezTo>
                      <a:pt x="70" y="23"/>
                      <a:pt x="70" y="23"/>
                      <a:pt x="70" y="23"/>
                    </a:cubicBezTo>
                    <a:cubicBezTo>
                      <a:pt x="65" y="23"/>
                      <a:pt x="65" y="23"/>
                      <a:pt x="65" y="23"/>
                    </a:cubicBezTo>
                    <a:lnTo>
                      <a:pt x="65" y="20"/>
                    </a:lnTo>
                    <a:close/>
                    <a:moveTo>
                      <a:pt x="65" y="24"/>
                    </a:moveTo>
                    <a:cubicBezTo>
                      <a:pt x="70" y="24"/>
                      <a:pt x="70" y="24"/>
                      <a:pt x="70" y="24"/>
                    </a:cubicBezTo>
                    <a:cubicBezTo>
                      <a:pt x="70" y="27"/>
                      <a:pt x="70" y="27"/>
                      <a:pt x="70" y="27"/>
                    </a:cubicBezTo>
                    <a:cubicBezTo>
                      <a:pt x="65" y="27"/>
                      <a:pt x="65" y="27"/>
                      <a:pt x="65" y="27"/>
                    </a:cubicBezTo>
                    <a:lnTo>
                      <a:pt x="65" y="24"/>
                    </a:lnTo>
                    <a:close/>
                    <a:moveTo>
                      <a:pt x="65" y="28"/>
                    </a:moveTo>
                    <a:cubicBezTo>
                      <a:pt x="70" y="28"/>
                      <a:pt x="70" y="28"/>
                      <a:pt x="70" y="28"/>
                    </a:cubicBezTo>
                    <a:cubicBezTo>
                      <a:pt x="70" y="31"/>
                      <a:pt x="70" y="31"/>
                      <a:pt x="70" y="31"/>
                    </a:cubicBezTo>
                    <a:cubicBezTo>
                      <a:pt x="65" y="31"/>
                      <a:pt x="65" y="31"/>
                      <a:pt x="65" y="31"/>
                    </a:cubicBezTo>
                    <a:lnTo>
                      <a:pt x="65" y="28"/>
                    </a:lnTo>
                    <a:close/>
                    <a:moveTo>
                      <a:pt x="58" y="8"/>
                    </a:moveTo>
                    <a:cubicBezTo>
                      <a:pt x="63" y="8"/>
                      <a:pt x="63" y="8"/>
                      <a:pt x="63" y="8"/>
                    </a:cubicBezTo>
                    <a:cubicBezTo>
                      <a:pt x="63" y="11"/>
                      <a:pt x="63" y="11"/>
                      <a:pt x="63" y="11"/>
                    </a:cubicBezTo>
                    <a:cubicBezTo>
                      <a:pt x="58" y="11"/>
                      <a:pt x="58" y="11"/>
                      <a:pt x="58" y="11"/>
                    </a:cubicBezTo>
                    <a:lnTo>
                      <a:pt x="58" y="8"/>
                    </a:lnTo>
                    <a:close/>
                    <a:moveTo>
                      <a:pt x="58" y="12"/>
                    </a:moveTo>
                    <a:cubicBezTo>
                      <a:pt x="63" y="12"/>
                      <a:pt x="63" y="12"/>
                      <a:pt x="63" y="12"/>
                    </a:cubicBezTo>
                    <a:cubicBezTo>
                      <a:pt x="63" y="15"/>
                      <a:pt x="63" y="15"/>
                      <a:pt x="63" y="15"/>
                    </a:cubicBezTo>
                    <a:cubicBezTo>
                      <a:pt x="58" y="15"/>
                      <a:pt x="58" y="15"/>
                      <a:pt x="58" y="15"/>
                    </a:cubicBezTo>
                    <a:lnTo>
                      <a:pt x="58" y="12"/>
                    </a:lnTo>
                    <a:close/>
                    <a:moveTo>
                      <a:pt x="58" y="16"/>
                    </a:moveTo>
                    <a:cubicBezTo>
                      <a:pt x="63" y="16"/>
                      <a:pt x="63" y="16"/>
                      <a:pt x="63" y="16"/>
                    </a:cubicBezTo>
                    <a:cubicBezTo>
                      <a:pt x="63" y="19"/>
                      <a:pt x="63" y="19"/>
                      <a:pt x="63" y="19"/>
                    </a:cubicBezTo>
                    <a:cubicBezTo>
                      <a:pt x="58" y="19"/>
                      <a:pt x="58" y="19"/>
                      <a:pt x="58" y="19"/>
                    </a:cubicBezTo>
                    <a:lnTo>
                      <a:pt x="58" y="16"/>
                    </a:lnTo>
                    <a:close/>
                    <a:moveTo>
                      <a:pt x="58" y="20"/>
                    </a:moveTo>
                    <a:cubicBezTo>
                      <a:pt x="63" y="20"/>
                      <a:pt x="63" y="20"/>
                      <a:pt x="63" y="20"/>
                    </a:cubicBezTo>
                    <a:cubicBezTo>
                      <a:pt x="63" y="23"/>
                      <a:pt x="63" y="23"/>
                      <a:pt x="63" y="23"/>
                    </a:cubicBezTo>
                    <a:cubicBezTo>
                      <a:pt x="58" y="23"/>
                      <a:pt x="58" y="23"/>
                      <a:pt x="58" y="23"/>
                    </a:cubicBezTo>
                    <a:lnTo>
                      <a:pt x="58" y="20"/>
                    </a:lnTo>
                    <a:close/>
                    <a:moveTo>
                      <a:pt x="58" y="24"/>
                    </a:moveTo>
                    <a:cubicBezTo>
                      <a:pt x="63" y="24"/>
                      <a:pt x="63" y="24"/>
                      <a:pt x="63" y="24"/>
                    </a:cubicBezTo>
                    <a:cubicBezTo>
                      <a:pt x="63" y="27"/>
                      <a:pt x="63" y="27"/>
                      <a:pt x="63" y="27"/>
                    </a:cubicBezTo>
                    <a:cubicBezTo>
                      <a:pt x="58" y="27"/>
                      <a:pt x="58" y="27"/>
                      <a:pt x="58" y="27"/>
                    </a:cubicBezTo>
                    <a:lnTo>
                      <a:pt x="58" y="24"/>
                    </a:lnTo>
                    <a:close/>
                    <a:moveTo>
                      <a:pt x="58" y="28"/>
                    </a:moveTo>
                    <a:cubicBezTo>
                      <a:pt x="63" y="28"/>
                      <a:pt x="63" y="28"/>
                      <a:pt x="63" y="28"/>
                    </a:cubicBezTo>
                    <a:cubicBezTo>
                      <a:pt x="63" y="31"/>
                      <a:pt x="63" y="31"/>
                      <a:pt x="63" y="31"/>
                    </a:cubicBezTo>
                    <a:cubicBezTo>
                      <a:pt x="58" y="30"/>
                      <a:pt x="58" y="30"/>
                      <a:pt x="58" y="30"/>
                    </a:cubicBezTo>
                    <a:lnTo>
                      <a:pt x="58" y="28"/>
                    </a:lnTo>
                    <a:close/>
                    <a:moveTo>
                      <a:pt x="52" y="8"/>
                    </a:moveTo>
                    <a:cubicBezTo>
                      <a:pt x="57" y="8"/>
                      <a:pt x="57" y="8"/>
                      <a:pt x="57" y="8"/>
                    </a:cubicBezTo>
                    <a:cubicBezTo>
                      <a:pt x="57" y="11"/>
                      <a:pt x="57" y="11"/>
                      <a:pt x="57" y="11"/>
                    </a:cubicBezTo>
                    <a:cubicBezTo>
                      <a:pt x="52" y="11"/>
                      <a:pt x="52" y="11"/>
                      <a:pt x="52" y="11"/>
                    </a:cubicBezTo>
                    <a:lnTo>
                      <a:pt x="52" y="8"/>
                    </a:lnTo>
                    <a:close/>
                    <a:moveTo>
                      <a:pt x="52" y="12"/>
                    </a:moveTo>
                    <a:cubicBezTo>
                      <a:pt x="56" y="12"/>
                      <a:pt x="56" y="12"/>
                      <a:pt x="56" y="12"/>
                    </a:cubicBezTo>
                    <a:cubicBezTo>
                      <a:pt x="56" y="15"/>
                      <a:pt x="56" y="15"/>
                      <a:pt x="56" y="15"/>
                    </a:cubicBezTo>
                    <a:cubicBezTo>
                      <a:pt x="52" y="15"/>
                      <a:pt x="52" y="15"/>
                      <a:pt x="52" y="15"/>
                    </a:cubicBezTo>
                    <a:lnTo>
                      <a:pt x="52" y="12"/>
                    </a:lnTo>
                    <a:close/>
                    <a:moveTo>
                      <a:pt x="52" y="16"/>
                    </a:moveTo>
                    <a:cubicBezTo>
                      <a:pt x="56" y="16"/>
                      <a:pt x="56" y="16"/>
                      <a:pt x="56" y="16"/>
                    </a:cubicBezTo>
                    <a:cubicBezTo>
                      <a:pt x="56" y="19"/>
                      <a:pt x="56" y="19"/>
                      <a:pt x="56" y="19"/>
                    </a:cubicBezTo>
                    <a:cubicBezTo>
                      <a:pt x="52" y="19"/>
                      <a:pt x="52" y="19"/>
                      <a:pt x="52" y="19"/>
                    </a:cubicBezTo>
                    <a:lnTo>
                      <a:pt x="52" y="16"/>
                    </a:lnTo>
                    <a:close/>
                    <a:moveTo>
                      <a:pt x="52" y="20"/>
                    </a:moveTo>
                    <a:cubicBezTo>
                      <a:pt x="56" y="20"/>
                      <a:pt x="56" y="20"/>
                      <a:pt x="56" y="20"/>
                    </a:cubicBezTo>
                    <a:cubicBezTo>
                      <a:pt x="56" y="23"/>
                      <a:pt x="56" y="23"/>
                      <a:pt x="56" y="23"/>
                    </a:cubicBezTo>
                    <a:cubicBezTo>
                      <a:pt x="52" y="23"/>
                      <a:pt x="52" y="23"/>
                      <a:pt x="52" y="23"/>
                    </a:cubicBezTo>
                    <a:lnTo>
                      <a:pt x="52" y="20"/>
                    </a:lnTo>
                    <a:close/>
                    <a:moveTo>
                      <a:pt x="52" y="24"/>
                    </a:moveTo>
                    <a:cubicBezTo>
                      <a:pt x="56" y="24"/>
                      <a:pt x="56" y="24"/>
                      <a:pt x="56" y="24"/>
                    </a:cubicBezTo>
                    <a:cubicBezTo>
                      <a:pt x="56" y="27"/>
                      <a:pt x="56" y="27"/>
                      <a:pt x="56" y="27"/>
                    </a:cubicBezTo>
                    <a:cubicBezTo>
                      <a:pt x="51" y="26"/>
                      <a:pt x="51" y="26"/>
                      <a:pt x="51" y="26"/>
                    </a:cubicBezTo>
                    <a:lnTo>
                      <a:pt x="52" y="24"/>
                    </a:lnTo>
                    <a:close/>
                    <a:moveTo>
                      <a:pt x="51" y="28"/>
                    </a:moveTo>
                    <a:cubicBezTo>
                      <a:pt x="56" y="28"/>
                      <a:pt x="56" y="28"/>
                      <a:pt x="56" y="28"/>
                    </a:cubicBezTo>
                    <a:cubicBezTo>
                      <a:pt x="56" y="30"/>
                      <a:pt x="56" y="30"/>
                      <a:pt x="56" y="30"/>
                    </a:cubicBezTo>
                    <a:cubicBezTo>
                      <a:pt x="51" y="30"/>
                      <a:pt x="51" y="30"/>
                      <a:pt x="51" y="30"/>
                    </a:cubicBezTo>
                    <a:lnTo>
                      <a:pt x="51" y="28"/>
                    </a:lnTo>
                    <a:close/>
                    <a:moveTo>
                      <a:pt x="46" y="8"/>
                    </a:moveTo>
                    <a:cubicBezTo>
                      <a:pt x="50" y="8"/>
                      <a:pt x="50" y="8"/>
                      <a:pt x="50" y="8"/>
                    </a:cubicBezTo>
                    <a:cubicBezTo>
                      <a:pt x="50" y="11"/>
                      <a:pt x="50" y="11"/>
                      <a:pt x="50" y="11"/>
                    </a:cubicBezTo>
                    <a:cubicBezTo>
                      <a:pt x="46" y="11"/>
                      <a:pt x="46" y="11"/>
                      <a:pt x="46" y="11"/>
                    </a:cubicBezTo>
                    <a:lnTo>
                      <a:pt x="46" y="8"/>
                    </a:lnTo>
                    <a:close/>
                    <a:moveTo>
                      <a:pt x="46" y="12"/>
                    </a:moveTo>
                    <a:cubicBezTo>
                      <a:pt x="50" y="12"/>
                      <a:pt x="50" y="12"/>
                      <a:pt x="50" y="12"/>
                    </a:cubicBezTo>
                    <a:cubicBezTo>
                      <a:pt x="50" y="15"/>
                      <a:pt x="50" y="15"/>
                      <a:pt x="50" y="15"/>
                    </a:cubicBezTo>
                    <a:cubicBezTo>
                      <a:pt x="46" y="15"/>
                      <a:pt x="46" y="15"/>
                      <a:pt x="46" y="15"/>
                    </a:cubicBezTo>
                    <a:lnTo>
                      <a:pt x="46" y="12"/>
                    </a:lnTo>
                    <a:close/>
                    <a:moveTo>
                      <a:pt x="45" y="16"/>
                    </a:moveTo>
                    <a:cubicBezTo>
                      <a:pt x="50" y="16"/>
                      <a:pt x="50" y="16"/>
                      <a:pt x="50" y="16"/>
                    </a:cubicBezTo>
                    <a:cubicBezTo>
                      <a:pt x="50" y="19"/>
                      <a:pt x="50" y="19"/>
                      <a:pt x="50" y="19"/>
                    </a:cubicBezTo>
                    <a:cubicBezTo>
                      <a:pt x="45" y="19"/>
                      <a:pt x="45" y="19"/>
                      <a:pt x="45" y="19"/>
                    </a:cubicBezTo>
                    <a:lnTo>
                      <a:pt x="45" y="16"/>
                    </a:lnTo>
                    <a:close/>
                    <a:moveTo>
                      <a:pt x="45" y="20"/>
                    </a:moveTo>
                    <a:cubicBezTo>
                      <a:pt x="50" y="20"/>
                      <a:pt x="50" y="20"/>
                      <a:pt x="50" y="20"/>
                    </a:cubicBezTo>
                    <a:cubicBezTo>
                      <a:pt x="50" y="23"/>
                      <a:pt x="50" y="23"/>
                      <a:pt x="50" y="23"/>
                    </a:cubicBezTo>
                    <a:cubicBezTo>
                      <a:pt x="45" y="23"/>
                      <a:pt x="45" y="23"/>
                      <a:pt x="45" y="23"/>
                    </a:cubicBezTo>
                    <a:lnTo>
                      <a:pt x="45" y="20"/>
                    </a:lnTo>
                    <a:close/>
                    <a:moveTo>
                      <a:pt x="45" y="24"/>
                    </a:moveTo>
                    <a:cubicBezTo>
                      <a:pt x="50" y="24"/>
                      <a:pt x="50" y="24"/>
                      <a:pt x="50" y="24"/>
                    </a:cubicBezTo>
                    <a:cubicBezTo>
                      <a:pt x="50" y="26"/>
                      <a:pt x="50" y="26"/>
                      <a:pt x="50" y="26"/>
                    </a:cubicBezTo>
                    <a:cubicBezTo>
                      <a:pt x="45" y="26"/>
                      <a:pt x="45" y="26"/>
                      <a:pt x="45" y="26"/>
                    </a:cubicBezTo>
                    <a:lnTo>
                      <a:pt x="45" y="24"/>
                    </a:lnTo>
                    <a:close/>
                    <a:moveTo>
                      <a:pt x="45" y="28"/>
                    </a:moveTo>
                    <a:cubicBezTo>
                      <a:pt x="50" y="28"/>
                      <a:pt x="50" y="28"/>
                      <a:pt x="50" y="28"/>
                    </a:cubicBezTo>
                    <a:cubicBezTo>
                      <a:pt x="49" y="30"/>
                      <a:pt x="49" y="30"/>
                      <a:pt x="49" y="30"/>
                    </a:cubicBezTo>
                    <a:cubicBezTo>
                      <a:pt x="44" y="30"/>
                      <a:pt x="44" y="30"/>
                      <a:pt x="44" y="30"/>
                    </a:cubicBezTo>
                    <a:lnTo>
                      <a:pt x="45" y="28"/>
                    </a:lnTo>
                    <a:close/>
                    <a:moveTo>
                      <a:pt x="22" y="30"/>
                    </a:moveTo>
                    <a:cubicBezTo>
                      <a:pt x="17" y="30"/>
                      <a:pt x="17" y="30"/>
                      <a:pt x="17" y="30"/>
                    </a:cubicBezTo>
                    <a:cubicBezTo>
                      <a:pt x="18" y="27"/>
                      <a:pt x="18" y="27"/>
                      <a:pt x="18" y="27"/>
                    </a:cubicBezTo>
                    <a:cubicBezTo>
                      <a:pt x="23" y="27"/>
                      <a:pt x="23" y="27"/>
                      <a:pt x="23" y="27"/>
                    </a:cubicBezTo>
                    <a:lnTo>
                      <a:pt x="22" y="30"/>
                    </a:lnTo>
                    <a:close/>
                    <a:moveTo>
                      <a:pt x="23" y="26"/>
                    </a:moveTo>
                    <a:cubicBezTo>
                      <a:pt x="18" y="26"/>
                      <a:pt x="18" y="26"/>
                      <a:pt x="18" y="26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23" y="24"/>
                      <a:pt x="23" y="24"/>
                      <a:pt x="23" y="24"/>
                    </a:cubicBezTo>
                    <a:lnTo>
                      <a:pt x="23" y="26"/>
                    </a:lnTo>
                    <a:close/>
                    <a:moveTo>
                      <a:pt x="23" y="22"/>
                    </a:moveTo>
                    <a:cubicBezTo>
                      <a:pt x="19" y="22"/>
                      <a:pt x="19" y="22"/>
                      <a:pt x="19" y="22"/>
                    </a:cubicBezTo>
                    <a:cubicBezTo>
                      <a:pt x="19" y="20"/>
                      <a:pt x="19" y="20"/>
                      <a:pt x="19" y="20"/>
                    </a:cubicBezTo>
                    <a:cubicBezTo>
                      <a:pt x="24" y="20"/>
                      <a:pt x="24" y="20"/>
                      <a:pt x="24" y="20"/>
                    </a:cubicBezTo>
                    <a:lnTo>
                      <a:pt x="23" y="22"/>
                    </a:lnTo>
                    <a:close/>
                    <a:moveTo>
                      <a:pt x="24" y="19"/>
                    </a:moveTo>
                    <a:cubicBezTo>
                      <a:pt x="19" y="18"/>
                      <a:pt x="19" y="18"/>
                      <a:pt x="19" y="18"/>
                    </a:cubicBezTo>
                    <a:cubicBezTo>
                      <a:pt x="20" y="16"/>
                      <a:pt x="20" y="16"/>
                      <a:pt x="20" y="16"/>
                    </a:cubicBezTo>
                    <a:cubicBezTo>
                      <a:pt x="25" y="16"/>
                      <a:pt x="25" y="16"/>
                      <a:pt x="25" y="16"/>
                    </a:cubicBezTo>
                    <a:lnTo>
                      <a:pt x="24" y="19"/>
                    </a:lnTo>
                    <a:close/>
                    <a:moveTo>
                      <a:pt x="25" y="15"/>
                    </a:moveTo>
                    <a:cubicBezTo>
                      <a:pt x="20" y="15"/>
                      <a:pt x="20" y="15"/>
                      <a:pt x="20" y="15"/>
                    </a:cubicBezTo>
                    <a:cubicBezTo>
                      <a:pt x="21" y="12"/>
                      <a:pt x="21" y="12"/>
                      <a:pt x="21" y="12"/>
                    </a:cubicBezTo>
                    <a:cubicBezTo>
                      <a:pt x="25" y="12"/>
                      <a:pt x="25" y="12"/>
                      <a:pt x="25" y="12"/>
                    </a:cubicBezTo>
                    <a:lnTo>
                      <a:pt x="25" y="15"/>
                    </a:lnTo>
                    <a:close/>
                    <a:moveTo>
                      <a:pt x="25" y="11"/>
                    </a:moveTo>
                    <a:cubicBezTo>
                      <a:pt x="21" y="11"/>
                      <a:pt x="21" y="11"/>
                      <a:pt x="21" y="11"/>
                    </a:cubicBezTo>
                    <a:cubicBezTo>
                      <a:pt x="21" y="8"/>
                      <a:pt x="21" y="8"/>
                      <a:pt x="21" y="8"/>
                    </a:cubicBezTo>
                    <a:cubicBezTo>
                      <a:pt x="26" y="8"/>
                      <a:pt x="26" y="8"/>
                      <a:pt x="26" y="8"/>
                    </a:cubicBezTo>
                    <a:lnTo>
                      <a:pt x="25" y="11"/>
                    </a:lnTo>
                    <a:close/>
                    <a:moveTo>
                      <a:pt x="29" y="30"/>
                    </a:moveTo>
                    <a:cubicBezTo>
                      <a:pt x="24" y="30"/>
                      <a:pt x="24" y="30"/>
                      <a:pt x="24" y="30"/>
                    </a:cubicBezTo>
                    <a:cubicBezTo>
                      <a:pt x="24" y="27"/>
                      <a:pt x="24" y="27"/>
                      <a:pt x="24" y="27"/>
                    </a:cubicBezTo>
                    <a:cubicBezTo>
                      <a:pt x="29" y="28"/>
                      <a:pt x="29" y="28"/>
                      <a:pt x="29" y="28"/>
                    </a:cubicBezTo>
                    <a:lnTo>
                      <a:pt x="29" y="30"/>
                    </a:lnTo>
                    <a:close/>
                    <a:moveTo>
                      <a:pt x="29" y="26"/>
                    </a:moveTo>
                    <a:cubicBezTo>
                      <a:pt x="25" y="26"/>
                      <a:pt x="25" y="26"/>
                      <a:pt x="25" y="26"/>
                    </a:cubicBezTo>
                    <a:cubicBezTo>
                      <a:pt x="25" y="24"/>
                      <a:pt x="25" y="24"/>
                      <a:pt x="25" y="24"/>
                    </a:cubicBezTo>
                    <a:cubicBezTo>
                      <a:pt x="30" y="24"/>
                      <a:pt x="30" y="24"/>
                      <a:pt x="30" y="24"/>
                    </a:cubicBezTo>
                    <a:lnTo>
                      <a:pt x="29" y="26"/>
                    </a:lnTo>
                    <a:close/>
                    <a:moveTo>
                      <a:pt x="30" y="22"/>
                    </a:moveTo>
                    <a:cubicBezTo>
                      <a:pt x="25" y="22"/>
                      <a:pt x="25" y="22"/>
                      <a:pt x="25" y="22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30" y="20"/>
                      <a:pt x="30" y="20"/>
                      <a:pt x="30" y="20"/>
                    </a:cubicBezTo>
                    <a:lnTo>
                      <a:pt x="30" y="22"/>
                    </a:lnTo>
                    <a:close/>
                    <a:moveTo>
                      <a:pt x="31" y="19"/>
                    </a:moveTo>
                    <a:cubicBezTo>
                      <a:pt x="26" y="19"/>
                      <a:pt x="26" y="19"/>
                      <a:pt x="26" y="19"/>
                    </a:cubicBezTo>
                    <a:cubicBezTo>
                      <a:pt x="26" y="16"/>
                      <a:pt x="26" y="16"/>
                      <a:pt x="26" y="16"/>
                    </a:cubicBezTo>
                    <a:cubicBezTo>
                      <a:pt x="31" y="16"/>
                      <a:pt x="31" y="16"/>
                      <a:pt x="31" y="16"/>
                    </a:cubicBezTo>
                    <a:lnTo>
                      <a:pt x="31" y="19"/>
                    </a:lnTo>
                    <a:close/>
                    <a:moveTo>
                      <a:pt x="31" y="15"/>
                    </a:moveTo>
                    <a:cubicBezTo>
                      <a:pt x="26" y="15"/>
                      <a:pt x="26" y="15"/>
                      <a:pt x="26" y="15"/>
                    </a:cubicBezTo>
                    <a:cubicBezTo>
                      <a:pt x="27" y="12"/>
                      <a:pt x="27" y="12"/>
                      <a:pt x="27" y="12"/>
                    </a:cubicBezTo>
                    <a:cubicBezTo>
                      <a:pt x="31" y="12"/>
                      <a:pt x="31" y="12"/>
                      <a:pt x="31" y="12"/>
                    </a:cubicBezTo>
                    <a:lnTo>
                      <a:pt x="31" y="15"/>
                    </a:lnTo>
                    <a:close/>
                    <a:moveTo>
                      <a:pt x="32" y="11"/>
                    </a:moveTo>
                    <a:cubicBezTo>
                      <a:pt x="27" y="11"/>
                      <a:pt x="27" y="11"/>
                      <a:pt x="27" y="11"/>
                    </a:cubicBezTo>
                    <a:cubicBezTo>
                      <a:pt x="28" y="8"/>
                      <a:pt x="28" y="8"/>
                      <a:pt x="28" y="8"/>
                    </a:cubicBezTo>
                    <a:cubicBezTo>
                      <a:pt x="32" y="8"/>
                      <a:pt x="32" y="8"/>
                      <a:pt x="32" y="8"/>
                    </a:cubicBezTo>
                    <a:lnTo>
                      <a:pt x="32" y="11"/>
                    </a:lnTo>
                    <a:close/>
                    <a:moveTo>
                      <a:pt x="36" y="30"/>
                    </a:moveTo>
                    <a:cubicBezTo>
                      <a:pt x="31" y="30"/>
                      <a:pt x="31" y="30"/>
                      <a:pt x="31" y="30"/>
                    </a:cubicBezTo>
                    <a:cubicBezTo>
                      <a:pt x="31" y="28"/>
                      <a:pt x="31" y="28"/>
                      <a:pt x="31" y="28"/>
                    </a:cubicBezTo>
                    <a:cubicBezTo>
                      <a:pt x="36" y="28"/>
                      <a:pt x="36" y="28"/>
                      <a:pt x="36" y="28"/>
                    </a:cubicBezTo>
                    <a:lnTo>
                      <a:pt x="36" y="30"/>
                    </a:lnTo>
                    <a:close/>
                    <a:moveTo>
                      <a:pt x="36" y="26"/>
                    </a:moveTo>
                    <a:cubicBezTo>
                      <a:pt x="31" y="26"/>
                      <a:pt x="31" y="26"/>
                      <a:pt x="31" y="26"/>
                    </a:cubicBezTo>
                    <a:cubicBezTo>
                      <a:pt x="32" y="24"/>
                      <a:pt x="32" y="24"/>
                      <a:pt x="32" y="24"/>
                    </a:cubicBezTo>
                    <a:cubicBezTo>
                      <a:pt x="36" y="24"/>
                      <a:pt x="36" y="24"/>
                      <a:pt x="36" y="24"/>
                    </a:cubicBezTo>
                    <a:lnTo>
                      <a:pt x="36" y="26"/>
                    </a:lnTo>
                    <a:close/>
                    <a:moveTo>
                      <a:pt x="37" y="22"/>
                    </a:moveTo>
                    <a:cubicBezTo>
                      <a:pt x="32" y="22"/>
                      <a:pt x="32" y="22"/>
                      <a:pt x="32" y="22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7" y="20"/>
                      <a:pt x="37" y="20"/>
                      <a:pt x="37" y="20"/>
                    </a:cubicBezTo>
                    <a:lnTo>
                      <a:pt x="37" y="22"/>
                    </a:lnTo>
                    <a:close/>
                    <a:moveTo>
                      <a:pt x="37" y="19"/>
                    </a:moveTo>
                    <a:cubicBezTo>
                      <a:pt x="32" y="19"/>
                      <a:pt x="32" y="19"/>
                      <a:pt x="32" y="19"/>
                    </a:cubicBezTo>
                    <a:cubicBezTo>
                      <a:pt x="33" y="16"/>
                      <a:pt x="33" y="16"/>
                      <a:pt x="33" y="16"/>
                    </a:cubicBezTo>
                    <a:cubicBezTo>
                      <a:pt x="37" y="16"/>
                      <a:pt x="37" y="16"/>
                      <a:pt x="37" y="16"/>
                    </a:cubicBezTo>
                    <a:lnTo>
                      <a:pt x="37" y="19"/>
                    </a:lnTo>
                    <a:close/>
                    <a:moveTo>
                      <a:pt x="37" y="15"/>
                    </a:moveTo>
                    <a:cubicBezTo>
                      <a:pt x="33" y="15"/>
                      <a:pt x="33" y="15"/>
                      <a:pt x="33" y="15"/>
                    </a:cubicBezTo>
                    <a:cubicBezTo>
                      <a:pt x="33" y="12"/>
                      <a:pt x="33" y="12"/>
                      <a:pt x="33" y="12"/>
                    </a:cubicBezTo>
                    <a:cubicBezTo>
                      <a:pt x="38" y="12"/>
                      <a:pt x="38" y="12"/>
                      <a:pt x="38" y="12"/>
                    </a:cubicBezTo>
                    <a:lnTo>
                      <a:pt x="37" y="15"/>
                    </a:lnTo>
                    <a:close/>
                    <a:moveTo>
                      <a:pt x="38" y="11"/>
                    </a:moveTo>
                    <a:cubicBezTo>
                      <a:pt x="33" y="11"/>
                      <a:pt x="33" y="11"/>
                      <a:pt x="33" y="11"/>
                    </a:cubicBezTo>
                    <a:cubicBezTo>
                      <a:pt x="34" y="8"/>
                      <a:pt x="34" y="8"/>
                      <a:pt x="34" y="8"/>
                    </a:cubicBezTo>
                    <a:cubicBezTo>
                      <a:pt x="38" y="8"/>
                      <a:pt x="38" y="8"/>
                      <a:pt x="38" y="8"/>
                    </a:cubicBezTo>
                    <a:lnTo>
                      <a:pt x="38" y="11"/>
                    </a:lnTo>
                    <a:close/>
                    <a:moveTo>
                      <a:pt x="43" y="30"/>
                    </a:moveTo>
                    <a:cubicBezTo>
                      <a:pt x="38" y="30"/>
                      <a:pt x="38" y="30"/>
                      <a:pt x="38" y="30"/>
                    </a:cubicBezTo>
                    <a:cubicBezTo>
                      <a:pt x="38" y="28"/>
                      <a:pt x="38" y="28"/>
                      <a:pt x="38" y="28"/>
                    </a:cubicBezTo>
                    <a:cubicBezTo>
                      <a:pt x="43" y="28"/>
                      <a:pt x="43" y="28"/>
                      <a:pt x="43" y="28"/>
                    </a:cubicBezTo>
                    <a:lnTo>
                      <a:pt x="43" y="30"/>
                    </a:lnTo>
                    <a:close/>
                    <a:moveTo>
                      <a:pt x="43" y="26"/>
                    </a:moveTo>
                    <a:cubicBezTo>
                      <a:pt x="38" y="26"/>
                      <a:pt x="38" y="26"/>
                      <a:pt x="38" y="26"/>
                    </a:cubicBezTo>
                    <a:cubicBezTo>
                      <a:pt x="38" y="24"/>
                      <a:pt x="38" y="24"/>
                      <a:pt x="38" y="24"/>
                    </a:cubicBezTo>
                    <a:cubicBezTo>
                      <a:pt x="43" y="24"/>
                      <a:pt x="43" y="24"/>
                      <a:pt x="43" y="24"/>
                    </a:cubicBezTo>
                    <a:lnTo>
                      <a:pt x="43" y="26"/>
                    </a:lnTo>
                    <a:close/>
                    <a:moveTo>
                      <a:pt x="43" y="23"/>
                    </a:moveTo>
                    <a:cubicBezTo>
                      <a:pt x="38" y="22"/>
                      <a:pt x="38" y="22"/>
                      <a:pt x="38" y="22"/>
                    </a:cubicBezTo>
                    <a:cubicBezTo>
                      <a:pt x="39" y="20"/>
                      <a:pt x="39" y="20"/>
                      <a:pt x="39" y="20"/>
                    </a:cubicBezTo>
                    <a:cubicBezTo>
                      <a:pt x="43" y="20"/>
                      <a:pt x="43" y="20"/>
                      <a:pt x="43" y="20"/>
                    </a:cubicBezTo>
                    <a:lnTo>
                      <a:pt x="43" y="23"/>
                    </a:lnTo>
                    <a:close/>
                    <a:moveTo>
                      <a:pt x="43" y="19"/>
                    </a:moveTo>
                    <a:cubicBezTo>
                      <a:pt x="39" y="19"/>
                      <a:pt x="39" y="19"/>
                      <a:pt x="39" y="19"/>
                    </a:cubicBezTo>
                    <a:cubicBezTo>
                      <a:pt x="39" y="16"/>
                      <a:pt x="39" y="16"/>
                      <a:pt x="39" y="16"/>
                    </a:cubicBezTo>
                    <a:cubicBezTo>
                      <a:pt x="44" y="16"/>
                      <a:pt x="44" y="16"/>
                      <a:pt x="44" y="16"/>
                    </a:cubicBezTo>
                    <a:lnTo>
                      <a:pt x="43" y="19"/>
                    </a:lnTo>
                    <a:close/>
                    <a:moveTo>
                      <a:pt x="44" y="15"/>
                    </a:moveTo>
                    <a:cubicBezTo>
                      <a:pt x="39" y="15"/>
                      <a:pt x="39" y="15"/>
                      <a:pt x="39" y="15"/>
                    </a:cubicBezTo>
                    <a:cubicBezTo>
                      <a:pt x="39" y="12"/>
                      <a:pt x="39" y="12"/>
                      <a:pt x="39" y="12"/>
                    </a:cubicBezTo>
                    <a:cubicBezTo>
                      <a:pt x="44" y="12"/>
                      <a:pt x="44" y="12"/>
                      <a:pt x="44" y="12"/>
                    </a:cubicBezTo>
                    <a:lnTo>
                      <a:pt x="44" y="15"/>
                    </a:lnTo>
                    <a:close/>
                    <a:moveTo>
                      <a:pt x="44" y="11"/>
                    </a:moveTo>
                    <a:cubicBezTo>
                      <a:pt x="40" y="11"/>
                      <a:pt x="40" y="11"/>
                      <a:pt x="40" y="11"/>
                    </a:cubicBezTo>
                    <a:cubicBezTo>
                      <a:pt x="40" y="8"/>
                      <a:pt x="40" y="8"/>
                      <a:pt x="40" y="8"/>
                    </a:cubicBezTo>
                    <a:cubicBezTo>
                      <a:pt x="44" y="8"/>
                      <a:pt x="44" y="8"/>
                      <a:pt x="44" y="8"/>
                    </a:cubicBezTo>
                    <a:lnTo>
                      <a:pt x="44" y="11"/>
                    </a:lnTo>
                    <a:close/>
                    <a:moveTo>
                      <a:pt x="71" y="43"/>
                    </a:moveTo>
                    <a:cubicBezTo>
                      <a:pt x="71" y="44"/>
                      <a:pt x="71" y="44"/>
                      <a:pt x="70" y="44"/>
                    </a:cubicBezTo>
                    <a:cubicBezTo>
                      <a:pt x="45" y="44"/>
                      <a:pt x="45" y="44"/>
                      <a:pt x="45" y="44"/>
                    </a:cubicBezTo>
                    <a:cubicBezTo>
                      <a:pt x="44" y="44"/>
                      <a:pt x="43" y="44"/>
                      <a:pt x="43" y="43"/>
                    </a:cubicBezTo>
                    <a:cubicBezTo>
                      <a:pt x="44" y="33"/>
                      <a:pt x="44" y="33"/>
                      <a:pt x="44" y="33"/>
                    </a:cubicBezTo>
                    <a:cubicBezTo>
                      <a:pt x="44" y="32"/>
                      <a:pt x="44" y="32"/>
                      <a:pt x="45" y="32"/>
                    </a:cubicBezTo>
                    <a:cubicBezTo>
                      <a:pt x="69" y="32"/>
                      <a:pt x="69" y="32"/>
                      <a:pt x="69" y="32"/>
                    </a:cubicBezTo>
                    <a:cubicBezTo>
                      <a:pt x="70" y="32"/>
                      <a:pt x="71" y="32"/>
                      <a:pt x="71" y="33"/>
                    </a:cubicBezTo>
                    <a:lnTo>
                      <a:pt x="71" y="43"/>
                    </a:lnTo>
                    <a:close/>
                    <a:moveTo>
                      <a:pt x="77" y="31"/>
                    </a:moveTo>
                    <a:cubicBezTo>
                      <a:pt x="72" y="31"/>
                      <a:pt x="72" y="31"/>
                      <a:pt x="72" y="31"/>
                    </a:cubicBezTo>
                    <a:cubicBezTo>
                      <a:pt x="72" y="28"/>
                      <a:pt x="72" y="28"/>
                      <a:pt x="72" y="28"/>
                    </a:cubicBezTo>
                    <a:cubicBezTo>
                      <a:pt x="77" y="28"/>
                      <a:pt x="77" y="28"/>
                      <a:pt x="77" y="28"/>
                    </a:cubicBezTo>
                    <a:lnTo>
                      <a:pt x="77" y="31"/>
                    </a:lnTo>
                    <a:close/>
                    <a:moveTo>
                      <a:pt x="76" y="27"/>
                    </a:moveTo>
                    <a:cubicBezTo>
                      <a:pt x="72" y="27"/>
                      <a:pt x="72" y="27"/>
                      <a:pt x="72" y="27"/>
                    </a:cubicBezTo>
                    <a:cubicBezTo>
                      <a:pt x="71" y="24"/>
                      <a:pt x="71" y="24"/>
                      <a:pt x="71" y="24"/>
                    </a:cubicBezTo>
                    <a:cubicBezTo>
                      <a:pt x="76" y="24"/>
                      <a:pt x="76" y="24"/>
                      <a:pt x="76" y="24"/>
                    </a:cubicBezTo>
                    <a:lnTo>
                      <a:pt x="76" y="27"/>
                    </a:lnTo>
                    <a:close/>
                    <a:moveTo>
                      <a:pt x="76" y="23"/>
                    </a:moveTo>
                    <a:cubicBezTo>
                      <a:pt x="71" y="23"/>
                      <a:pt x="71" y="23"/>
                      <a:pt x="71" y="23"/>
                    </a:cubicBezTo>
                    <a:cubicBezTo>
                      <a:pt x="71" y="20"/>
                      <a:pt x="71" y="20"/>
                      <a:pt x="71" y="20"/>
                    </a:cubicBezTo>
                    <a:cubicBezTo>
                      <a:pt x="76" y="20"/>
                      <a:pt x="76" y="20"/>
                      <a:pt x="76" y="20"/>
                    </a:cubicBezTo>
                    <a:lnTo>
                      <a:pt x="76" y="23"/>
                    </a:lnTo>
                    <a:close/>
                    <a:moveTo>
                      <a:pt x="76" y="19"/>
                    </a:moveTo>
                    <a:cubicBezTo>
                      <a:pt x="71" y="19"/>
                      <a:pt x="71" y="19"/>
                      <a:pt x="71" y="19"/>
                    </a:cubicBezTo>
                    <a:cubicBezTo>
                      <a:pt x="71" y="16"/>
                      <a:pt x="71" y="16"/>
                      <a:pt x="71" y="16"/>
                    </a:cubicBezTo>
                    <a:cubicBezTo>
                      <a:pt x="76" y="16"/>
                      <a:pt x="76" y="16"/>
                      <a:pt x="76" y="16"/>
                    </a:cubicBezTo>
                    <a:lnTo>
                      <a:pt x="76" y="19"/>
                    </a:lnTo>
                    <a:close/>
                    <a:moveTo>
                      <a:pt x="75" y="15"/>
                    </a:moveTo>
                    <a:cubicBezTo>
                      <a:pt x="71" y="15"/>
                      <a:pt x="71" y="15"/>
                      <a:pt x="71" y="15"/>
                    </a:cubicBezTo>
                    <a:cubicBezTo>
                      <a:pt x="71" y="12"/>
                      <a:pt x="71" y="12"/>
                      <a:pt x="71" y="12"/>
                    </a:cubicBezTo>
                    <a:cubicBezTo>
                      <a:pt x="75" y="12"/>
                      <a:pt x="75" y="12"/>
                      <a:pt x="75" y="12"/>
                    </a:cubicBezTo>
                    <a:lnTo>
                      <a:pt x="75" y="15"/>
                    </a:lnTo>
                    <a:close/>
                    <a:moveTo>
                      <a:pt x="75" y="11"/>
                    </a:moveTo>
                    <a:cubicBezTo>
                      <a:pt x="71" y="11"/>
                      <a:pt x="71" y="11"/>
                      <a:pt x="71" y="11"/>
                    </a:cubicBezTo>
                    <a:cubicBezTo>
                      <a:pt x="70" y="8"/>
                      <a:pt x="70" y="8"/>
                      <a:pt x="70" y="8"/>
                    </a:cubicBezTo>
                    <a:cubicBezTo>
                      <a:pt x="75" y="8"/>
                      <a:pt x="75" y="8"/>
                      <a:pt x="75" y="8"/>
                    </a:cubicBezTo>
                    <a:lnTo>
                      <a:pt x="75" y="11"/>
                    </a:lnTo>
                    <a:close/>
                    <a:moveTo>
                      <a:pt x="75" y="5"/>
                    </a:moveTo>
                    <a:cubicBezTo>
                      <a:pt x="72" y="5"/>
                      <a:pt x="72" y="5"/>
                      <a:pt x="72" y="5"/>
                    </a:cubicBezTo>
                    <a:cubicBezTo>
                      <a:pt x="72" y="5"/>
                      <a:pt x="71" y="5"/>
                      <a:pt x="71" y="4"/>
                    </a:cubicBezTo>
                    <a:cubicBezTo>
                      <a:pt x="71" y="3"/>
                      <a:pt x="71" y="3"/>
                      <a:pt x="71" y="3"/>
                    </a:cubicBezTo>
                    <a:cubicBezTo>
                      <a:pt x="71" y="3"/>
                      <a:pt x="71" y="2"/>
                      <a:pt x="72" y="2"/>
                    </a:cubicBezTo>
                    <a:cubicBezTo>
                      <a:pt x="75" y="2"/>
                      <a:pt x="75" y="2"/>
                      <a:pt x="75" y="2"/>
                    </a:cubicBezTo>
                    <a:cubicBezTo>
                      <a:pt x="76" y="2"/>
                      <a:pt x="76" y="3"/>
                      <a:pt x="76" y="3"/>
                    </a:cubicBezTo>
                    <a:cubicBezTo>
                      <a:pt x="77" y="4"/>
                      <a:pt x="77" y="4"/>
                      <a:pt x="77" y="4"/>
                    </a:cubicBezTo>
                    <a:cubicBezTo>
                      <a:pt x="77" y="5"/>
                      <a:pt x="76" y="5"/>
                      <a:pt x="75" y="5"/>
                    </a:cubicBezTo>
                    <a:close/>
                    <a:moveTo>
                      <a:pt x="84" y="31"/>
                    </a:moveTo>
                    <a:cubicBezTo>
                      <a:pt x="79" y="31"/>
                      <a:pt x="79" y="31"/>
                      <a:pt x="79" y="31"/>
                    </a:cubicBezTo>
                    <a:cubicBezTo>
                      <a:pt x="78" y="28"/>
                      <a:pt x="78" y="28"/>
                      <a:pt x="78" y="28"/>
                    </a:cubicBezTo>
                    <a:cubicBezTo>
                      <a:pt x="83" y="28"/>
                      <a:pt x="83" y="28"/>
                      <a:pt x="83" y="28"/>
                    </a:cubicBezTo>
                    <a:lnTo>
                      <a:pt x="84" y="31"/>
                    </a:lnTo>
                    <a:close/>
                    <a:moveTo>
                      <a:pt x="83" y="27"/>
                    </a:moveTo>
                    <a:cubicBezTo>
                      <a:pt x="78" y="27"/>
                      <a:pt x="78" y="27"/>
                      <a:pt x="78" y="27"/>
                    </a:cubicBezTo>
                    <a:cubicBezTo>
                      <a:pt x="78" y="24"/>
                      <a:pt x="78" y="24"/>
                      <a:pt x="78" y="24"/>
                    </a:cubicBezTo>
                    <a:cubicBezTo>
                      <a:pt x="83" y="24"/>
                      <a:pt x="83" y="24"/>
                      <a:pt x="83" y="24"/>
                    </a:cubicBezTo>
                    <a:lnTo>
                      <a:pt x="83" y="27"/>
                    </a:lnTo>
                    <a:close/>
                    <a:moveTo>
                      <a:pt x="83" y="23"/>
                    </a:moveTo>
                    <a:cubicBezTo>
                      <a:pt x="78" y="23"/>
                      <a:pt x="78" y="23"/>
                      <a:pt x="78" y="23"/>
                    </a:cubicBezTo>
                    <a:cubicBezTo>
                      <a:pt x="78" y="20"/>
                      <a:pt x="78" y="20"/>
                      <a:pt x="78" y="20"/>
                    </a:cubicBezTo>
                    <a:cubicBezTo>
                      <a:pt x="82" y="20"/>
                      <a:pt x="82" y="20"/>
                      <a:pt x="82" y="20"/>
                    </a:cubicBezTo>
                    <a:lnTo>
                      <a:pt x="83" y="23"/>
                    </a:lnTo>
                    <a:close/>
                    <a:moveTo>
                      <a:pt x="82" y="19"/>
                    </a:moveTo>
                    <a:cubicBezTo>
                      <a:pt x="78" y="19"/>
                      <a:pt x="78" y="19"/>
                      <a:pt x="78" y="19"/>
                    </a:cubicBezTo>
                    <a:cubicBezTo>
                      <a:pt x="77" y="16"/>
                      <a:pt x="77" y="16"/>
                      <a:pt x="77" y="16"/>
                    </a:cubicBezTo>
                    <a:cubicBezTo>
                      <a:pt x="82" y="16"/>
                      <a:pt x="82" y="16"/>
                      <a:pt x="82" y="16"/>
                    </a:cubicBezTo>
                    <a:lnTo>
                      <a:pt x="82" y="19"/>
                    </a:lnTo>
                    <a:close/>
                    <a:moveTo>
                      <a:pt x="82" y="15"/>
                    </a:moveTo>
                    <a:cubicBezTo>
                      <a:pt x="77" y="15"/>
                      <a:pt x="77" y="15"/>
                      <a:pt x="77" y="15"/>
                    </a:cubicBezTo>
                    <a:cubicBezTo>
                      <a:pt x="77" y="12"/>
                      <a:pt x="77" y="12"/>
                      <a:pt x="77" y="12"/>
                    </a:cubicBezTo>
                    <a:cubicBezTo>
                      <a:pt x="81" y="12"/>
                      <a:pt x="81" y="12"/>
                      <a:pt x="81" y="12"/>
                    </a:cubicBezTo>
                    <a:lnTo>
                      <a:pt x="82" y="15"/>
                    </a:lnTo>
                    <a:close/>
                    <a:moveTo>
                      <a:pt x="81" y="11"/>
                    </a:moveTo>
                    <a:cubicBezTo>
                      <a:pt x="77" y="11"/>
                      <a:pt x="77" y="11"/>
                      <a:pt x="77" y="11"/>
                    </a:cubicBezTo>
                    <a:cubicBezTo>
                      <a:pt x="77" y="8"/>
                      <a:pt x="77" y="8"/>
                      <a:pt x="77" y="8"/>
                    </a:cubicBezTo>
                    <a:cubicBezTo>
                      <a:pt x="81" y="8"/>
                      <a:pt x="81" y="8"/>
                      <a:pt x="81" y="8"/>
                    </a:cubicBezTo>
                    <a:lnTo>
                      <a:pt x="81" y="11"/>
                    </a:lnTo>
                    <a:close/>
                    <a:moveTo>
                      <a:pt x="90" y="31"/>
                    </a:moveTo>
                    <a:cubicBezTo>
                      <a:pt x="85" y="31"/>
                      <a:pt x="85" y="31"/>
                      <a:pt x="85" y="31"/>
                    </a:cubicBezTo>
                    <a:cubicBezTo>
                      <a:pt x="85" y="28"/>
                      <a:pt x="85" y="28"/>
                      <a:pt x="85" y="28"/>
                    </a:cubicBezTo>
                    <a:cubicBezTo>
                      <a:pt x="90" y="28"/>
                      <a:pt x="90" y="28"/>
                      <a:pt x="90" y="28"/>
                    </a:cubicBezTo>
                    <a:lnTo>
                      <a:pt x="90" y="31"/>
                    </a:lnTo>
                    <a:close/>
                    <a:moveTo>
                      <a:pt x="90" y="27"/>
                    </a:moveTo>
                    <a:cubicBezTo>
                      <a:pt x="85" y="27"/>
                      <a:pt x="85" y="27"/>
                      <a:pt x="85" y="27"/>
                    </a:cubicBezTo>
                    <a:cubicBezTo>
                      <a:pt x="85" y="24"/>
                      <a:pt x="85" y="24"/>
                      <a:pt x="85" y="24"/>
                    </a:cubicBezTo>
                    <a:cubicBezTo>
                      <a:pt x="89" y="24"/>
                      <a:pt x="89" y="24"/>
                      <a:pt x="89" y="24"/>
                    </a:cubicBezTo>
                    <a:lnTo>
                      <a:pt x="90" y="27"/>
                    </a:lnTo>
                    <a:close/>
                    <a:moveTo>
                      <a:pt x="89" y="23"/>
                    </a:moveTo>
                    <a:cubicBezTo>
                      <a:pt x="84" y="23"/>
                      <a:pt x="84" y="23"/>
                      <a:pt x="84" y="23"/>
                    </a:cubicBezTo>
                    <a:cubicBezTo>
                      <a:pt x="84" y="20"/>
                      <a:pt x="84" y="20"/>
                      <a:pt x="84" y="20"/>
                    </a:cubicBezTo>
                    <a:cubicBezTo>
                      <a:pt x="89" y="20"/>
                      <a:pt x="89" y="20"/>
                      <a:pt x="89" y="20"/>
                    </a:cubicBezTo>
                    <a:lnTo>
                      <a:pt x="89" y="23"/>
                    </a:lnTo>
                    <a:close/>
                    <a:moveTo>
                      <a:pt x="89" y="19"/>
                    </a:moveTo>
                    <a:cubicBezTo>
                      <a:pt x="84" y="19"/>
                      <a:pt x="84" y="19"/>
                      <a:pt x="84" y="19"/>
                    </a:cubicBezTo>
                    <a:cubicBezTo>
                      <a:pt x="84" y="16"/>
                      <a:pt x="84" y="16"/>
                      <a:pt x="84" y="16"/>
                    </a:cubicBezTo>
                    <a:cubicBezTo>
                      <a:pt x="88" y="16"/>
                      <a:pt x="88" y="16"/>
                      <a:pt x="88" y="16"/>
                    </a:cubicBezTo>
                    <a:lnTo>
                      <a:pt x="89" y="19"/>
                    </a:lnTo>
                    <a:close/>
                    <a:moveTo>
                      <a:pt x="88" y="15"/>
                    </a:moveTo>
                    <a:cubicBezTo>
                      <a:pt x="84" y="15"/>
                      <a:pt x="84" y="15"/>
                      <a:pt x="84" y="15"/>
                    </a:cubicBezTo>
                    <a:cubicBezTo>
                      <a:pt x="83" y="12"/>
                      <a:pt x="83" y="12"/>
                      <a:pt x="83" y="12"/>
                    </a:cubicBezTo>
                    <a:cubicBezTo>
                      <a:pt x="88" y="12"/>
                      <a:pt x="88" y="12"/>
                      <a:pt x="88" y="12"/>
                    </a:cubicBezTo>
                    <a:lnTo>
                      <a:pt x="88" y="15"/>
                    </a:lnTo>
                    <a:close/>
                    <a:moveTo>
                      <a:pt x="88" y="11"/>
                    </a:moveTo>
                    <a:cubicBezTo>
                      <a:pt x="83" y="11"/>
                      <a:pt x="83" y="11"/>
                      <a:pt x="83" y="11"/>
                    </a:cubicBezTo>
                    <a:cubicBezTo>
                      <a:pt x="83" y="8"/>
                      <a:pt x="83" y="8"/>
                      <a:pt x="83" y="8"/>
                    </a:cubicBezTo>
                    <a:cubicBezTo>
                      <a:pt x="87" y="8"/>
                      <a:pt x="87" y="8"/>
                      <a:pt x="87" y="8"/>
                    </a:cubicBezTo>
                    <a:lnTo>
                      <a:pt x="88" y="11"/>
                    </a:lnTo>
                    <a:close/>
                    <a:moveTo>
                      <a:pt x="97" y="31"/>
                    </a:moveTo>
                    <a:cubicBezTo>
                      <a:pt x="92" y="31"/>
                      <a:pt x="92" y="31"/>
                      <a:pt x="92" y="31"/>
                    </a:cubicBezTo>
                    <a:cubicBezTo>
                      <a:pt x="92" y="28"/>
                      <a:pt x="92" y="28"/>
                      <a:pt x="92" y="28"/>
                    </a:cubicBezTo>
                    <a:cubicBezTo>
                      <a:pt x="97" y="28"/>
                      <a:pt x="97" y="28"/>
                      <a:pt x="97" y="28"/>
                    </a:cubicBezTo>
                    <a:lnTo>
                      <a:pt x="97" y="31"/>
                    </a:lnTo>
                    <a:close/>
                    <a:moveTo>
                      <a:pt x="97" y="27"/>
                    </a:moveTo>
                    <a:cubicBezTo>
                      <a:pt x="92" y="27"/>
                      <a:pt x="92" y="27"/>
                      <a:pt x="92" y="27"/>
                    </a:cubicBezTo>
                    <a:cubicBezTo>
                      <a:pt x="91" y="24"/>
                      <a:pt x="91" y="24"/>
                      <a:pt x="91" y="24"/>
                    </a:cubicBezTo>
                    <a:cubicBezTo>
                      <a:pt x="96" y="24"/>
                      <a:pt x="96" y="24"/>
                      <a:pt x="96" y="24"/>
                    </a:cubicBezTo>
                    <a:lnTo>
                      <a:pt x="97" y="27"/>
                    </a:lnTo>
                    <a:close/>
                    <a:moveTo>
                      <a:pt x="96" y="23"/>
                    </a:moveTo>
                    <a:cubicBezTo>
                      <a:pt x="91" y="23"/>
                      <a:pt x="91" y="23"/>
                      <a:pt x="91" y="23"/>
                    </a:cubicBezTo>
                    <a:cubicBezTo>
                      <a:pt x="91" y="20"/>
                      <a:pt x="91" y="20"/>
                      <a:pt x="91" y="20"/>
                    </a:cubicBezTo>
                    <a:cubicBezTo>
                      <a:pt x="95" y="20"/>
                      <a:pt x="95" y="20"/>
                      <a:pt x="95" y="20"/>
                    </a:cubicBezTo>
                    <a:lnTo>
                      <a:pt x="96" y="23"/>
                    </a:lnTo>
                    <a:close/>
                    <a:moveTo>
                      <a:pt x="95" y="19"/>
                    </a:moveTo>
                    <a:cubicBezTo>
                      <a:pt x="90" y="19"/>
                      <a:pt x="90" y="19"/>
                      <a:pt x="90" y="19"/>
                    </a:cubicBezTo>
                    <a:cubicBezTo>
                      <a:pt x="90" y="16"/>
                      <a:pt x="90" y="16"/>
                      <a:pt x="90" y="16"/>
                    </a:cubicBezTo>
                    <a:cubicBezTo>
                      <a:pt x="95" y="16"/>
                      <a:pt x="95" y="16"/>
                      <a:pt x="95" y="16"/>
                    </a:cubicBezTo>
                    <a:lnTo>
                      <a:pt x="95" y="19"/>
                    </a:lnTo>
                    <a:close/>
                    <a:moveTo>
                      <a:pt x="94" y="15"/>
                    </a:moveTo>
                    <a:cubicBezTo>
                      <a:pt x="90" y="15"/>
                      <a:pt x="90" y="15"/>
                      <a:pt x="90" y="15"/>
                    </a:cubicBezTo>
                    <a:cubicBezTo>
                      <a:pt x="89" y="12"/>
                      <a:pt x="89" y="12"/>
                      <a:pt x="89" y="12"/>
                    </a:cubicBezTo>
                    <a:cubicBezTo>
                      <a:pt x="94" y="12"/>
                      <a:pt x="94" y="12"/>
                      <a:pt x="94" y="12"/>
                    </a:cubicBezTo>
                    <a:lnTo>
                      <a:pt x="94" y="15"/>
                    </a:lnTo>
                    <a:close/>
                    <a:moveTo>
                      <a:pt x="94" y="11"/>
                    </a:moveTo>
                    <a:cubicBezTo>
                      <a:pt x="89" y="11"/>
                      <a:pt x="89" y="11"/>
                      <a:pt x="89" y="11"/>
                    </a:cubicBezTo>
                    <a:cubicBezTo>
                      <a:pt x="89" y="8"/>
                      <a:pt x="89" y="8"/>
                      <a:pt x="89" y="8"/>
                    </a:cubicBezTo>
                    <a:cubicBezTo>
                      <a:pt x="93" y="8"/>
                      <a:pt x="93" y="8"/>
                      <a:pt x="93" y="8"/>
                    </a:cubicBezTo>
                    <a:lnTo>
                      <a:pt x="94" y="11"/>
                    </a:lnTo>
                    <a:close/>
                    <a:moveTo>
                      <a:pt x="93" y="4"/>
                    </a:moveTo>
                    <a:cubicBezTo>
                      <a:pt x="93" y="5"/>
                      <a:pt x="92" y="5"/>
                      <a:pt x="91" y="5"/>
                    </a:cubicBezTo>
                    <a:cubicBezTo>
                      <a:pt x="89" y="5"/>
                      <a:pt x="89" y="5"/>
                      <a:pt x="89" y="5"/>
                    </a:cubicBezTo>
                    <a:cubicBezTo>
                      <a:pt x="88" y="5"/>
                      <a:pt x="87" y="5"/>
                      <a:pt x="87" y="4"/>
                    </a:cubicBezTo>
                    <a:cubicBezTo>
                      <a:pt x="87" y="3"/>
                      <a:pt x="87" y="3"/>
                      <a:pt x="87" y="3"/>
                    </a:cubicBezTo>
                    <a:cubicBezTo>
                      <a:pt x="87" y="3"/>
                      <a:pt x="87" y="2"/>
                      <a:pt x="88" y="2"/>
                    </a:cubicBezTo>
                    <a:cubicBezTo>
                      <a:pt x="91" y="2"/>
                      <a:pt x="91" y="2"/>
                      <a:pt x="91" y="2"/>
                    </a:cubicBezTo>
                    <a:cubicBezTo>
                      <a:pt x="92" y="2"/>
                      <a:pt x="92" y="3"/>
                      <a:pt x="92" y="3"/>
                    </a:cubicBezTo>
                    <a:lnTo>
                      <a:pt x="93" y="4"/>
                    </a:lnTo>
                    <a:close/>
                    <a:moveTo>
                      <a:pt x="101" y="4"/>
                    </a:moveTo>
                    <a:cubicBezTo>
                      <a:pt x="101" y="5"/>
                      <a:pt x="100" y="5"/>
                      <a:pt x="100" y="5"/>
                    </a:cubicBezTo>
                    <a:cubicBezTo>
                      <a:pt x="97" y="5"/>
                      <a:pt x="97" y="5"/>
                      <a:pt x="97" y="5"/>
                    </a:cubicBezTo>
                    <a:cubicBezTo>
                      <a:pt x="96" y="5"/>
                      <a:pt x="95" y="5"/>
                      <a:pt x="95" y="4"/>
                    </a:cubicBezTo>
                    <a:cubicBezTo>
                      <a:pt x="95" y="3"/>
                      <a:pt x="95" y="3"/>
                      <a:pt x="95" y="3"/>
                    </a:cubicBezTo>
                    <a:cubicBezTo>
                      <a:pt x="95" y="3"/>
                      <a:pt x="95" y="2"/>
                      <a:pt x="96" y="2"/>
                    </a:cubicBezTo>
                    <a:cubicBezTo>
                      <a:pt x="99" y="2"/>
                      <a:pt x="99" y="2"/>
                      <a:pt x="99" y="2"/>
                    </a:cubicBezTo>
                    <a:cubicBezTo>
                      <a:pt x="100" y="2"/>
                      <a:pt x="100" y="3"/>
                      <a:pt x="101" y="3"/>
                    </a:cubicBezTo>
                    <a:lnTo>
                      <a:pt x="101" y="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839" y="2082"/>
                <a:ext cx="218" cy="156"/>
              </a:xfrm>
              <a:custGeom>
                <a:avLst/>
                <a:gdLst>
                  <a:gd name="T0" fmla="*/ 89 w 91"/>
                  <a:gd name="T1" fmla="*/ 0 h 65"/>
                  <a:gd name="T2" fmla="*/ 2 w 91"/>
                  <a:gd name="T3" fmla="*/ 0 h 65"/>
                  <a:gd name="T4" fmla="*/ 0 w 91"/>
                  <a:gd name="T5" fmla="*/ 2 h 65"/>
                  <a:gd name="T6" fmla="*/ 0 w 91"/>
                  <a:gd name="T7" fmla="*/ 63 h 65"/>
                  <a:gd name="T8" fmla="*/ 2 w 91"/>
                  <a:gd name="T9" fmla="*/ 65 h 65"/>
                  <a:gd name="T10" fmla="*/ 89 w 91"/>
                  <a:gd name="T11" fmla="*/ 65 h 65"/>
                  <a:gd name="T12" fmla="*/ 91 w 91"/>
                  <a:gd name="T13" fmla="*/ 63 h 65"/>
                  <a:gd name="T14" fmla="*/ 91 w 91"/>
                  <a:gd name="T15" fmla="*/ 2 h 65"/>
                  <a:gd name="T16" fmla="*/ 89 w 91"/>
                  <a:gd name="T17" fmla="*/ 0 h 65"/>
                  <a:gd name="T18" fmla="*/ 87 w 91"/>
                  <a:gd name="T19" fmla="*/ 59 h 65"/>
                  <a:gd name="T20" fmla="*/ 85 w 91"/>
                  <a:gd name="T21" fmla="*/ 61 h 65"/>
                  <a:gd name="T22" fmla="*/ 6 w 91"/>
                  <a:gd name="T23" fmla="*/ 61 h 65"/>
                  <a:gd name="T24" fmla="*/ 4 w 91"/>
                  <a:gd name="T25" fmla="*/ 59 h 65"/>
                  <a:gd name="T26" fmla="*/ 4 w 91"/>
                  <a:gd name="T27" fmla="*/ 6 h 65"/>
                  <a:gd name="T28" fmla="*/ 6 w 91"/>
                  <a:gd name="T29" fmla="*/ 4 h 65"/>
                  <a:gd name="T30" fmla="*/ 85 w 91"/>
                  <a:gd name="T31" fmla="*/ 4 h 65"/>
                  <a:gd name="T32" fmla="*/ 87 w 91"/>
                  <a:gd name="T33" fmla="*/ 6 h 65"/>
                  <a:gd name="T34" fmla="*/ 87 w 91"/>
                  <a:gd name="T35" fmla="*/ 59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1" h="65">
                    <a:moveTo>
                      <a:pt x="89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63"/>
                      <a:pt x="0" y="63"/>
                      <a:pt x="0" y="63"/>
                    </a:cubicBezTo>
                    <a:cubicBezTo>
                      <a:pt x="0" y="64"/>
                      <a:pt x="1" y="65"/>
                      <a:pt x="2" y="65"/>
                    </a:cubicBezTo>
                    <a:cubicBezTo>
                      <a:pt x="89" y="65"/>
                      <a:pt x="89" y="65"/>
                      <a:pt x="89" y="65"/>
                    </a:cubicBezTo>
                    <a:cubicBezTo>
                      <a:pt x="90" y="65"/>
                      <a:pt x="91" y="64"/>
                      <a:pt x="91" y="63"/>
                    </a:cubicBezTo>
                    <a:cubicBezTo>
                      <a:pt x="91" y="2"/>
                      <a:pt x="91" y="2"/>
                      <a:pt x="91" y="2"/>
                    </a:cubicBezTo>
                    <a:cubicBezTo>
                      <a:pt x="91" y="1"/>
                      <a:pt x="90" y="0"/>
                      <a:pt x="89" y="0"/>
                    </a:cubicBezTo>
                    <a:close/>
                    <a:moveTo>
                      <a:pt x="87" y="59"/>
                    </a:moveTo>
                    <a:cubicBezTo>
                      <a:pt x="87" y="60"/>
                      <a:pt x="86" y="61"/>
                      <a:pt x="85" y="61"/>
                    </a:cubicBezTo>
                    <a:cubicBezTo>
                      <a:pt x="6" y="61"/>
                      <a:pt x="6" y="61"/>
                      <a:pt x="6" y="61"/>
                    </a:cubicBezTo>
                    <a:cubicBezTo>
                      <a:pt x="5" y="61"/>
                      <a:pt x="4" y="60"/>
                      <a:pt x="4" y="59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4" y="5"/>
                      <a:pt x="5" y="4"/>
                      <a:pt x="6" y="4"/>
                    </a:cubicBezTo>
                    <a:cubicBezTo>
                      <a:pt x="85" y="4"/>
                      <a:pt x="85" y="4"/>
                      <a:pt x="85" y="4"/>
                    </a:cubicBezTo>
                    <a:cubicBezTo>
                      <a:pt x="86" y="4"/>
                      <a:pt x="87" y="5"/>
                      <a:pt x="87" y="6"/>
                    </a:cubicBezTo>
                    <a:lnTo>
                      <a:pt x="87" y="59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" name="Freeform 7"/>
              <p:cNvSpPr/>
              <p:nvPr/>
            </p:nvSpPr>
            <p:spPr bwMode="auto">
              <a:xfrm>
                <a:off x="3817" y="2351"/>
                <a:ext cx="257" cy="5"/>
              </a:xfrm>
              <a:custGeom>
                <a:avLst/>
                <a:gdLst>
                  <a:gd name="T0" fmla="*/ 107 w 107"/>
                  <a:gd name="T1" fmla="*/ 2 h 2"/>
                  <a:gd name="T2" fmla="*/ 106 w 107"/>
                  <a:gd name="T3" fmla="*/ 2 h 2"/>
                  <a:gd name="T4" fmla="*/ 2 w 107"/>
                  <a:gd name="T5" fmla="*/ 2 h 2"/>
                  <a:gd name="T6" fmla="*/ 0 w 107"/>
                  <a:gd name="T7" fmla="*/ 2 h 2"/>
                  <a:gd name="T8" fmla="*/ 0 w 107"/>
                  <a:gd name="T9" fmla="*/ 1 h 2"/>
                  <a:gd name="T10" fmla="*/ 2 w 107"/>
                  <a:gd name="T11" fmla="*/ 0 h 2"/>
                  <a:gd name="T12" fmla="*/ 106 w 107"/>
                  <a:gd name="T13" fmla="*/ 0 h 2"/>
                  <a:gd name="T14" fmla="*/ 107 w 107"/>
                  <a:gd name="T15" fmla="*/ 1 h 2"/>
                  <a:gd name="T16" fmla="*/ 107 w 107"/>
                  <a:gd name="T1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7" h="2">
                    <a:moveTo>
                      <a:pt x="107" y="2"/>
                    </a:moveTo>
                    <a:cubicBezTo>
                      <a:pt x="107" y="2"/>
                      <a:pt x="107" y="2"/>
                      <a:pt x="106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06" y="0"/>
                      <a:pt x="106" y="0"/>
                      <a:pt x="106" y="0"/>
                    </a:cubicBezTo>
                    <a:cubicBezTo>
                      <a:pt x="107" y="0"/>
                      <a:pt x="107" y="1"/>
                      <a:pt x="107" y="1"/>
                    </a:cubicBezTo>
                    <a:lnTo>
                      <a:pt x="107" y="2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3858" y="2099"/>
                <a:ext cx="86" cy="77"/>
              </a:xfrm>
              <a:custGeom>
                <a:avLst/>
                <a:gdLst>
                  <a:gd name="T0" fmla="*/ 0 w 36"/>
                  <a:gd name="T1" fmla="*/ 32 h 32"/>
                  <a:gd name="T2" fmla="*/ 0 w 36"/>
                  <a:gd name="T3" fmla="*/ 1 h 32"/>
                  <a:gd name="T4" fmla="*/ 36 w 36"/>
                  <a:gd name="T5" fmla="*/ 2 h 32"/>
                  <a:gd name="T6" fmla="*/ 3 w 36"/>
                  <a:gd name="T7" fmla="*/ 5 h 32"/>
                  <a:gd name="T8" fmla="*/ 0 w 36"/>
                  <a:gd name="T9" fmla="*/ 3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32">
                    <a:moveTo>
                      <a:pt x="0" y="32"/>
                    </a:moveTo>
                    <a:cubicBezTo>
                      <a:pt x="0" y="32"/>
                      <a:pt x="0" y="3"/>
                      <a:pt x="0" y="1"/>
                    </a:cubicBezTo>
                    <a:cubicBezTo>
                      <a:pt x="1" y="0"/>
                      <a:pt x="36" y="2"/>
                      <a:pt x="36" y="2"/>
                    </a:cubicBezTo>
                    <a:cubicBezTo>
                      <a:pt x="36" y="2"/>
                      <a:pt x="4" y="3"/>
                      <a:pt x="3" y="5"/>
                    </a:cubicBezTo>
                    <a:cubicBezTo>
                      <a:pt x="2" y="7"/>
                      <a:pt x="0" y="32"/>
                      <a:pt x="0" y="3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" name="Freeform 9"/>
              <p:cNvSpPr/>
              <p:nvPr/>
            </p:nvSpPr>
            <p:spPr bwMode="auto">
              <a:xfrm>
                <a:off x="3952" y="2144"/>
                <a:ext cx="88" cy="77"/>
              </a:xfrm>
              <a:custGeom>
                <a:avLst/>
                <a:gdLst>
                  <a:gd name="T0" fmla="*/ 37 w 37"/>
                  <a:gd name="T1" fmla="*/ 0 h 32"/>
                  <a:gd name="T2" fmla="*/ 36 w 37"/>
                  <a:gd name="T3" fmla="*/ 30 h 32"/>
                  <a:gd name="T4" fmla="*/ 0 w 37"/>
                  <a:gd name="T5" fmla="*/ 30 h 32"/>
                  <a:gd name="T6" fmla="*/ 33 w 37"/>
                  <a:gd name="T7" fmla="*/ 27 h 32"/>
                  <a:gd name="T8" fmla="*/ 37 w 37"/>
                  <a:gd name="T9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7" h="32">
                    <a:moveTo>
                      <a:pt x="37" y="0"/>
                    </a:moveTo>
                    <a:cubicBezTo>
                      <a:pt x="37" y="0"/>
                      <a:pt x="37" y="29"/>
                      <a:pt x="36" y="30"/>
                    </a:cubicBezTo>
                    <a:cubicBezTo>
                      <a:pt x="36" y="32"/>
                      <a:pt x="0" y="30"/>
                      <a:pt x="0" y="30"/>
                    </a:cubicBezTo>
                    <a:cubicBezTo>
                      <a:pt x="0" y="30"/>
                      <a:pt x="32" y="29"/>
                      <a:pt x="33" y="27"/>
                    </a:cubicBezTo>
                    <a:cubicBezTo>
                      <a:pt x="34" y="25"/>
                      <a:pt x="37" y="0"/>
                      <a:pt x="37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" name="Freeform 10"/>
              <p:cNvSpPr>
                <a:spLocks noEditPoints="1"/>
              </p:cNvSpPr>
              <p:nvPr/>
            </p:nvSpPr>
            <p:spPr bwMode="auto">
              <a:xfrm>
                <a:off x="3601" y="1962"/>
                <a:ext cx="370" cy="389"/>
              </a:xfrm>
              <a:custGeom>
                <a:avLst/>
                <a:gdLst>
                  <a:gd name="T0" fmla="*/ 84 w 154"/>
                  <a:gd name="T1" fmla="*/ 137 h 162"/>
                  <a:gd name="T2" fmla="*/ 84 w 154"/>
                  <a:gd name="T3" fmla="*/ 130 h 162"/>
                  <a:gd name="T4" fmla="*/ 93 w 154"/>
                  <a:gd name="T5" fmla="*/ 102 h 162"/>
                  <a:gd name="T6" fmla="*/ 93 w 154"/>
                  <a:gd name="T7" fmla="*/ 84 h 162"/>
                  <a:gd name="T8" fmla="*/ 84 w 154"/>
                  <a:gd name="T9" fmla="*/ 61 h 162"/>
                  <a:gd name="T10" fmla="*/ 84 w 154"/>
                  <a:gd name="T11" fmla="*/ 54 h 162"/>
                  <a:gd name="T12" fmla="*/ 104 w 154"/>
                  <a:gd name="T13" fmla="*/ 38 h 162"/>
                  <a:gd name="T14" fmla="*/ 108 w 154"/>
                  <a:gd name="T15" fmla="*/ 30 h 162"/>
                  <a:gd name="T16" fmla="*/ 134 w 154"/>
                  <a:gd name="T17" fmla="*/ 45 h 162"/>
                  <a:gd name="T18" fmla="*/ 134 w 154"/>
                  <a:gd name="T19" fmla="*/ 28 h 162"/>
                  <a:gd name="T20" fmla="*/ 154 w 154"/>
                  <a:gd name="T21" fmla="*/ 45 h 162"/>
                  <a:gd name="T22" fmla="*/ 137 w 154"/>
                  <a:gd name="T23" fmla="*/ 22 h 162"/>
                  <a:gd name="T24" fmla="*/ 30 w 154"/>
                  <a:gd name="T25" fmla="*/ 18 h 162"/>
                  <a:gd name="T26" fmla="*/ 9 w 154"/>
                  <a:gd name="T27" fmla="*/ 43 h 162"/>
                  <a:gd name="T28" fmla="*/ 12 w 154"/>
                  <a:gd name="T29" fmla="*/ 125 h 162"/>
                  <a:gd name="T30" fmla="*/ 81 w 154"/>
                  <a:gd name="T31" fmla="*/ 162 h 162"/>
                  <a:gd name="T32" fmla="*/ 124 w 154"/>
                  <a:gd name="T33" fmla="*/ 20 h 162"/>
                  <a:gd name="T34" fmla="*/ 125 w 154"/>
                  <a:gd name="T35" fmla="*/ 20 h 162"/>
                  <a:gd name="T36" fmla="*/ 98 w 154"/>
                  <a:gd name="T37" fmla="*/ 10 h 162"/>
                  <a:gd name="T38" fmla="*/ 91 w 154"/>
                  <a:gd name="T39" fmla="*/ 11 h 162"/>
                  <a:gd name="T40" fmla="*/ 84 w 154"/>
                  <a:gd name="T41" fmla="*/ 6 h 162"/>
                  <a:gd name="T42" fmla="*/ 48 w 154"/>
                  <a:gd name="T43" fmla="*/ 22 h 162"/>
                  <a:gd name="T44" fmla="*/ 48 w 154"/>
                  <a:gd name="T45" fmla="*/ 104 h 162"/>
                  <a:gd name="T46" fmla="*/ 47 w 154"/>
                  <a:gd name="T47" fmla="*/ 84 h 162"/>
                  <a:gd name="T48" fmla="*/ 36 w 154"/>
                  <a:gd name="T49" fmla="*/ 55 h 162"/>
                  <a:gd name="T50" fmla="*/ 29 w 154"/>
                  <a:gd name="T51" fmla="*/ 78 h 162"/>
                  <a:gd name="T52" fmla="*/ 54 w 154"/>
                  <a:gd name="T53" fmla="*/ 132 h 162"/>
                  <a:gd name="T54" fmla="*/ 38 w 154"/>
                  <a:gd name="T55" fmla="*/ 113 h 162"/>
                  <a:gd name="T56" fmla="*/ 44 w 154"/>
                  <a:gd name="T57" fmla="*/ 28 h 162"/>
                  <a:gd name="T58" fmla="*/ 49 w 154"/>
                  <a:gd name="T59" fmla="*/ 52 h 162"/>
                  <a:gd name="T60" fmla="*/ 37 w 154"/>
                  <a:gd name="T61" fmla="*/ 20 h 162"/>
                  <a:gd name="T62" fmla="*/ 31 w 154"/>
                  <a:gd name="T63" fmla="*/ 25 h 162"/>
                  <a:gd name="T64" fmla="*/ 28 w 154"/>
                  <a:gd name="T65" fmla="*/ 46 h 162"/>
                  <a:gd name="T66" fmla="*/ 28 w 154"/>
                  <a:gd name="T67" fmla="*/ 28 h 162"/>
                  <a:gd name="T68" fmla="*/ 22 w 154"/>
                  <a:gd name="T69" fmla="*/ 78 h 162"/>
                  <a:gd name="T70" fmla="*/ 6 w 154"/>
                  <a:gd name="T71" fmla="*/ 84 h 162"/>
                  <a:gd name="T72" fmla="*/ 25 w 154"/>
                  <a:gd name="T73" fmla="*/ 111 h 162"/>
                  <a:gd name="T74" fmla="*/ 28 w 154"/>
                  <a:gd name="T75" fmla="*/ 134 h 162"/>
                  <a:gd name="T76" fmla="*/ 37 w 154"/>
                  <a:gd name="T77" fmla="*/ 135 h 162"/>
                  <a:gd name="T78" fmla="*/ 37 w 154"/>
                  <a:gd name="T79" fmla="*/ 142 h 162"/>
                  <a:gd name="T80" fmla="*/ 48 w 154"/>
                  <a:gd name="T81" fmla="*/ 149 h 162"/>
                  <a:gd name="T82" fmla="*/ 56 w 154"/>
                  <a:gd name="T83" fmla="*/ 138 h 162"/>
                  <a:gd name="T84" fmla="*/ 78 w 154"/>
                  <a:gd name="T85" fmla="*/ 156 h 162"/>
                  <a:gd name="T86" fmla="*/ 78 w 154"/>
                  <a:gd name="T87" fmla="*/ 137 h 162"/>
                  <a:gd name="T88" fmla="*/ 61 w 154"/>
                  <a:gd name="T89" fmla="*/ 131 h 162"/>
                  <a:gd name="T90" fmla="*/ 78 w 154"/>
                  <a:gd name="T91" fmla="*/ 108 h 162"/>
                  <a:gd name="T92" fmla="*/ 54 w 154"/>
                  <a:gd name="T93" fmla="*/ 103 h 162"/>
                  <a:gd name="T94" fmla="*/ 78 w 154"/>
                  <a:gd name="T95" fmla="*/ 101 h 162"/>
                  <a:gd name="T96" fmla="*/ 54 w 154"/>
                  <a:gd name="T97" fmla="*/ 59 h 162"/>
                  <a:gd name="T98" fmla="*/ 78 w 154"/>
                  <a:gd name="T99" fmla="*/ 54 h 162"/>
                  <a:gd name="T100" fmla="*/ 78 w 154"/>
                  <a:gd name="T101" fmla="*/ 32 h 162"/>
                  <a:gd name="T102" fmla="*/ 71 w 154"/>
                  <a:gd name="T103" fmla="*/ 11 h 162"/>
                  <a:gd name="T104" fmla="*/ 63 w 154"/>
                  <a:gd name="T105" fmla="*/ 25 h 1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54" h="162">
                    <a:moveTo>
                      <a:pt x="81" y="162"/>
                    </a:moveTo>
                    <a:cubicBezTo>
                      <a:pt x="84" y="150"/>
                      <a:pt x="84" y="150"/>
                      <a:pt x="84" y="150"/>
                    </a:cubicBezTo>
                    <a:cubicBezTo>
                      <a:pt x="84" y="137"/>
                      <a:pt x="84" y="137"/>
                      <a:pt x="84" y="137"/>
                    </a:cubicBezTo>
                    <a:cubicBezTo>
                      <a:pt x="85" y="137"/>
                      <a:pt x="86" y="137"/>
                      <a:pt x="87" y="137"/>
                    </a:cubicBezTo>
                    <a:cubicBezTo>
                      <a:pt x="89" y="130"/>
                      <a:pt x="89" y="130"/>
                      <a:pt x="89" y="130"/>
                    </a:cubicBezTo>
                    <a:cubicBezTo>
                      <a:pt x="87" y="130"/>
                      <a:pt x="86" y="130"/>
                      <a:pt x="84" y="130"/>
                    </a:cubicBezTo>
                    <a:cubicBezTo>
                      <a:pt x="84" y="108"/>
                      <a:pt x="84" y="108"/>
                      <a:pt x="84" y="108"/>
                    </a:cubicBezTo>
                    <a:cubicBezTo>
                      <a:pt x="87" y="108"/>
                      <a:pt x="90" y="108"/>
                      <a:pt x="93" y="108"/>
                    </a:cubicBezTo>
                    <a:cubicBezTo>
                      <a:pt x="93" y="102"/>
                      <a:pt x="93" y="102"/>
                      <a:pt x="93" y="102"/>
                    </a:cubicBezTo>
                    <a:cubicBezTo>
                      <a:pt x="90" y="102"/>
                      <a:pt x="87" y="101"/>
                      <a:pt x="84" y="101"/>
                    </a:cubicBezTo>
                    <a:cubicBezTo>
                      <a:pt x="84" y="84"/>
                      <a:pt x="84" y="84"/>
                      <a:pt x="84" y="84"/>
                    </a:cubicBezTo>
                    <a:cubicBezTo>
                      <a:pt x="93" y="84"/>
                      <a:pt x="93" y="84"/>
                      <a:pt x="93" y="84"/>
                    </a:cubicBezTo>
                    <a:cubicBezTo>
                      <a:pt x="93" y="78"/>
                      <a:pt x="93" y="78"/>
                      <a:pt x="93" y="78"/>
                    </a:cubicBezTo>
                    <a:cubicBezTo>
                      <a:pt x="84" y="78"/>
                      <a:pt x="84" y="78"/>
                      <a:pt x="84" y="78"/>
                    </a:cubicBezTo>
                    <a:cubicBezTo>
                      <a:pt x="84" y="61"/>
                      <a:pt x="84" y="61"/>
                      <a:pt x="84" y="61"/>
                    </a:cubicBezTo>
                    <a:cubicBezTo>
                      <a:pt x="87" y="60"/>
                      <a:pt x="90" y="60"/>
                      <a:pt x="93" y="60"/>
                    </a:cubicBezTo>
                    <a:cubicBezTo>
                      <a:pt x="93" y="54"/>
                      <a:pt x="93" y="54"/>
                      <a:pt x="93" y="54"/>
                    </a:cubicBezTo>
                    <a:cubicBezTo>
                      <a:pt x="90" y="54"/>
                      <a:pt x="87" y="54"/>
                      <a:pt x="84" y="54"/>
                    </a:cubicBezTo>
                    <a:cubicBezTo>
                      <a:pt x="84" y="32"/>
                      <a:pt x="84" y="32"/>
                      <a:pt x="84" y="32"/>
                    </a:cubicBezTo>
                    <a:cubicBezTo>
                      <a:pt x="90" y="32"/>
                      <a:pt x="96" y="31"/>
                      <a:pt x="101" y="31"/>
                    </a:cubicBezTo>
                    <a:cubicBezTo>
                      <a:pt x="102" y="33"/>
                      <a:pt x="103" y="35"/>
                      <a:pt x="104" y="38"/>
                    </a:cubicBezTo>
                    <a:cubicBezTo>
                      <a:pt x="104" y="40"/>
                      <a:pt x="105" y="42"/>
                      <a:pt x="105" y="45"/>
                    </a:cubicBezTo>
                    <a:cubicBezTo>
                      <a:pt x="112" y="45"/>
                      <a:pt x="112" y="45"/>
                      <a:pt x="112" y="45"/>
                    </a:cubicBezTo>
                    <a:cubicBezTo>
                      <a:pt x="111" y="39"/>
                      <a:pt x="109" y="34"/>
                      <a:pt x="108" y="30"/>
                    </a:cubicBezTo>
                    <a:cubicBezTo>
                      <a:pt x="111" y="29"/>
                      <a:pt x="115" y="29"/>
                      <a:pt x="118" y="28"/>
                    </a:cubicBezTo>
                    <a:cubicBezTo>
                      <a:pt x="122" y="33"/>
                      <a:pt x="125" y="39"/>
                      <a:pt x="127" y="45"/>
                    </a:cubicBezTo>
                    <a:cubicBezTo>
                      <a:pt x="134" y="45"/>
                      <a:pt x="134" y="45"/>
                      <a:pt x="134" y="45"/>
                    </a:cubicBezTo>
                    <a:cubicBezTo>
                      <a:pt x="131" y="38"/>
                      <a:pt x="128" y="32"/>
                      <a:pt x="125" y="26"/>
                    </a:cubicBezTo>
                    <a:cubicBezTo>
                      <a:pt x="127" y="26"/>
                      <a:pt x="129" y="25"/>
                      <a:pt x="131" y="25"/>
                    </a:cubicBezTo>
                    <a:cubicBezTo>
                      <a:pt x="132" y="26"/>
                      <a:pt x="133" y="27"/>
                      <a:pt x="134" y="28"/>
                    </a:cubicBezTo>
                    <a:cubicBezTo>
                      <a:pt x="138" y="32"/>
                      <a:pt x="142" y="36"/>
                      <a:pt x="145" y="41"/>
                    </a:cubicBezTo>
                    <a:cubicBezTo>
                      <a:pt x="142" y="42"/>
                      <a:pt x="140" y="44"/>
                      <a:pt x="137" y="45"/>
                    </a:cubicBezTo>
                    <a:cubicBezTo>
                      <a:pt x="154" y="45"/>
                      <a:pt x="154" y="45"/>
                      <a:pt x="154" y="45"/>
                    </a:cubicBezTo>
                    <a:cubicBezTo>
                      <a:pt x="154" y="44"/>
                      <a:pt x="153" y="43"/>
                      <a:pt x="153" y="43"/>
                    </a:cubicBezTo>
                    <a:cubicBezTo>
                      <a:pt x="152" y="41"/>
                      <a:pt x="151" y="39"/>
                      <a:pt x="150" y="37"/>
                    </a:cubicBezTo>
                    <a:cubicBezTo>
                      <a:pt x="146" y="32"/>
                      <a:pt x="142" y="27"/>
                      <a:pt x="137" y="22"/>
                    </a:cubicBezTo>
                    <a:cubicBezTo>
                      <a:pt x="136" y="21"/>
                      <a:pt x="134" y="19"/>
                      <a:pt x="132" y="18"/>
                    </a:cubicBezTo>
                    <a:cubicBezTo>
                      <a:pt x="118" y="6"/>
                      <a:pt x="100" y="0"/>
                      <a:pt x="81" y="0"/>
                    </a:cubicBezTo>
                    <a:cubicBezTo>
                      <a:pt x="62" y="0"/>
                      <a:pt x="44" y="6"/>
                      <a:pt x="30" y="18"/>
                    </a:cubicBezTo>
                    <a:cubicBezTo>
                      <a:pt x="28" y="19"/>
                      <a:pt x="26" y="21"/>
                      <a:pt x="25" y="22"/>
                    </a:cubicBezTo>
                    <a:cubicBezTo>
                      <a:pt x="20" y="27"/>
                      <a:pt x="16" y="32"/>
                      <a:pt x="12" y="37"/>
                    </a:cubicBezTo>
                    <a:cubicBezTo>
                      <a:pt x="11" y="39"/>
                      <a:pt x="10" y="41"/>
                      <a:pt x="9" y="43"/>
                    </a:cubicBezTo>
                    <a:cubicBezTo>
                      <a:pt x="3" y="54"/>
                      <a:pt x="0" y="67"/>
                      <a:pt x="0" y="81"/>
                    </a:cubicBezTo>
                    <a:cubicBezTo>
                      <a:pt x="0" y="95"/>
                      <a:pt x="3" y="108"/>
                      <a:pt x="9" y="119"/>
                    </a:cubicBezTo>
                    <a:cubicBezTo>
                      <a:pt x="10" y="121"/>
                      <a:pt x="11" y="123"/>
                      <a:pt x="12" y="125"/>
                    </a:cubicBezTo>
                    <a:cubicBezTo>
                      <a:pt x="16" y="130"/>
                      <a:pt x="20" y="135"/>
                      <a:pt x="25" y="140"/>
                    </a:cubicBezTo>
                    <a:cubicBezTo>
                      <a:pt x="26" y="141"/>
                      <a:pt x="28" y="143"/>
                      <a:pt x="30" y="144"/>
                    </a:cubicBezTo>
                    <a:cubicBezTo>
                      <a:pt x="44" y="156"/>
                      <a:pt x="62" y="162"/>
                      <a:pt x="81" y="162"/>
                    </a:cubicBezTo>
                    <a:cubicBezTo>
                      <a:pt x="81" y="162"/>
                      <a:pt x="81" y="162"/>
                      <a:pt x="81" y="162"/>
                    </a:cubicBezTo>
                    <a:close/>
                    <a:moveTo>
                      <a:pt x="125" y="20"/>
                    </a:moveTo>
                    <a:cubicBezTo>
                      <a:pt x="125" y="20"/>
                      <a:pt x="124" y="20"/>
                      <a:pt x="124" y="20"/>
                    </a:cubicBezTo>
                    <a:cubicBezTo>
                      <a:pt x="123" y="21"/>
                      <a:pt x="122" y="21"/>
                      <a:pt x="121" y="21"/>
                    </a:cubicBezTo>
                    <a:cubicBezTo>
                      <a:pt x="119" y="18"/>
                      <a:pt x="116" y="16"/>
                      <a:pt x="114" y="13"/>
                    </a:cubicBezTo>
                    <a:cubicBezTo>
                      <a:pt x="118" y="15"/>
                      <a:pt x="121" y="17"/>
                      <a:pt x="125" y="20"/>
                    </a:cubicBezTo>
                    <a:close/>
                    <a:moveTo>
                      <a:pt x="114" y="22"/>
                    </a:moveTo>
                    <a:cubicBezTo>
                      <a:pt x="111" y="23"/>
                      <a:pt x="108" y="23"/>
                      <a:pt x="106" y="24"/>
                    </a:cubicBezTo>
                    <a:cubicBezTo>
                      <a:pt x="103" y="18"/>
                      <a:pt x="101" y="14"/>
                      <a:pt x="98" y="10"/>
                    </a:cubicBezTo>
                    <a:cubicBezTo>
                      <a:pt x="104" y="13"/>
                      <a:pt x="109" y="17"/>
                      <a:pt x="114" y="22"/>
                    </a:cubicBezTo>
                    <a:close/>
                    <a:moveTo>
                      <a:pt x="84" y="6"/>
                    </a:moveTo>
                    <a:cubicBezTo>
                      <a:pt x="86" y="7"/>
                      <a:pt x="89" y="9"/>
                      <a:pt x="91" y="11"/>
                    </a:cubicBezTo>
                    <a:cubicBezTo>
                      <a:pt x="94" y="14"/>
                      <a:pt x="97" y="19"/>
                      <a:pt x="99" y="25"/>
                    </a:cubicBezTo>
                    <a:cubicBezTo>
                      <a:pt x="94" y="25"/>
                      <a:pt x="89" y="25"/>
                      <a:pt x="84" y="25"/>
                    </a:cubicBezTo>
                    <a:lnTo>
                      <a:pt x="84" y="6"/>
                    </a:lnTo>
                    <a:close/>
                    <a:moveTo>
                      <a:pt x="64" y="10"/>
                    </a:moveTo>
                    <a:cubicBezTo>
                      <a:pt x="61" y="14"/>
                      <a:pt x="59" y="18"/>
                      <a:pt x="56" y="24"/>
                    </a:cubicBezTo>
                    <a:cubicBezTo>
                      <a:pt x="54" y="23"/>
                      <a:pt x="51" y="23"/>
                      <a:pt x="48" y="22"/>
                    </a:cubicBezTo>
                    <a:cubicBezTo>
                      <a:pt x="53" y="17"/>
                      <a:pt x="58" y="13"/>
                      <a:pt x="64" y="10"/>
                    </a:cubicBezTo>
                    <a:close/>
                    <a:moveTo>
                      <a:pt x="47" y="84"/>
                    </a:moveTo>
                    <a:cubicBezTo>
                      <a:pt x="47" y="91"/>
                      <a:pt x="48" y="98"/>
                      <a:pt x="48" y="104"/>
                    </a:cubicBezTo>
                    <a:cubicBezTo>
                      <a:pt x="42" y="105"/>
                      <a:pt x="37" y="107"/>
                      <a:pt x="32" y="108"/>
                    </a:cubicBezTo>
                    <a:cubicBezTo>
                      <a:pt x="30" y="101"/>
                      <a:pt x="29" y="92"/>
                      <a:pt x="29" y="84"/>
                    </a:cubicBezTo>
                    <a:lnTo>
                      <a:pt x="47" y="84"/>
                    </a:lnTo>
                    <a:close/>
                    <a:moveTo>
                      <a:pt x="29" y="78"/>
                    </a:moveTo>
                    <a:cubicBezTo>
                      <a:pt x="29" y="69"/>
                      <a:pt x="30" y="61"/>
                      <a:pt x="32" y="54"/>
                    </a:cubicBezTo>
                    <a:cubicBezTo>
                      <a:pt x="33" y="54"/>
                      <a:pt x="35" y="55"/>
                      <a:pt x="36" y="55"/>
                    </a:cubicBezTo>
                    <a:cubicBezTo>
                      <a:pt x="40" y="56"/>
                      <a:pt x="44" y="57"/>
                      <a:pt x="48" y="58"/>
                    </a:cubicBezTo>
                    <a:cubicBezTo>
                      <a:pt x="48" y="64"/>
                      <a:pt x="47" y="71"/>
                      <a:pt x="47" y="78"/>
                    </a:cubicBezTo>
                    <a:lnTo>
                      <a:pt x="29" y="78"/>
                    </a:lnTo>
                    <a:close/>
                    <a:moveTo>
                      <a:pt x="38" y="113"/>
                    </a:moveTo>
                    <a:cubicBezTo>
                      <a:pt x="42" y="112"/>
                      <a:pt x="45" y="111"/>
                      <a:pt x="49" y="110"/>
                    </a:cubicBezTo>
                    <a:cubicBezTo>
                      <a:pt x="50" y="118"/>
                      <a:pt x="52" y="126"/>
                      <a:pt x="54" y="132"/>
                    </a:cubicBezTo>
                    <a:cubicBezTo>
                      <a:pt x="51" y="133"/>
                      <a:pt x="47" y="133"/>
                      <a:pt x="44" y="134"/>
                    </a:cubicBezTo>
                    <a:cubicBezTo>
                      <a:pt x="40" y="128"/>
                      <a:pt x="36" y="121"/>
                      <a:pt x="34" y="114"/>
                    </a:cubicBezTo>
                    <a:cubicBezTo>
                      <a:pt x="35" y="114"/>
                      <a:pt x="37" y="113"/>
                      <a:pt x="38" y="113"/>
                    </a:cubicBezTo>
                    <a:close/>
                    <a:moveTo>
                      <a:pt x="49" y="52"/>
                    </a:moveTo>
                    <a:cubicBezTo>
                      <a:pt x="44" y="51"/>
                      <a:pt x="38" y="49"/>
                      <a:pt x="34" y="48"/>
                    </a:cubicBezTo>
                    <a:cubicBezTo>
                      <a:pt x="36" y="40"/>
                      <a:pt x="40" y="34"/>
                      <a:pt x="44" y="28"/>
                    </a:cubicBezTo>
                    <a:cubicBezTo>
                      <a:pt x="47" y="29"/>
                      <a:pt x="51" y="29"/>
                      <a:pt x="54" y="30"/>
                    </a:cubicBezTo>
                    <a:cubicBezTo>
                      <a:pt x="54" y="32"/>
                      <a:pt x="53" y="34"/>
                      <a:pt x="52" y="36"/>
                    </a:cubicBezTo>
                    <a:cubicBezTo>
                      <a:pt x="51" y="41"/>
                      <a:pt x="50" y="46"/>
                      <a:pt x="49" y="52"/>
                    </a:cubicBezTo>
                    <a:close/>
                    <a:moveTo>
                      <a:pt x="48" y="13"/>
                    </a:moveTo>
                    <a:cubicBezTo>
                      <a:pt x="46" y="16"/>
                      <a:pt x="43" y="18"/>
                      <a:pt x="41" y="21"/>
                    </a:cubicBezTo>
                    <a:cubicBezTo>
                      <a:pt x="40" y="21"/>
                      <a:pt x="38" y="20"/>
                      <a:pt x="37" y="20"/>
                    </a:cubicBezTo>
                    <a:cubicBezTo>
                      <a:pt x="41" y="17"/>
                      <a:pt x="44" y="15"/>
                      <a:pt x="48" y="13"/>
                    </a:cubicBezTo>
                    <a:close/>
                    <a:moveTo>
                      <a:pt x="28" y="28"/>
                    </a:moveTo>
                    <a:cubicBezTo>
                      <a:pt x="29" y="27"/>
                      <a:pt x="30" y="26"/>
                      <a:pt x="31" y="25"/>
                    </a:cubicBezTo>
                    <a:cubicBezTo>
                      <a:pt x="33" y="25"/>
                      <a:pt x="35" y="26"/>
                      <a:pt x="36" y="26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4" y="32"/>
                      <a:pt x="30" y="39"/>
                      <a:pt x="28" y="46"/>
                    </a:cubicBezTo>
                    <a:cubicBezTo>
                      <a:pt x="28" y="46"/>
                      <a:pt x="27" y="46"/>
                      <a:pt x="27" y="46"/>
                    </a:cubicBezTo>
                    <a:cubicBezTo>
                      <a:pt x="23" y="44"/>
                      <a:pt x="20" y="43"/>
                      <a:pt x="17" y="41"/>
                    </a:cubicBezTo>
                    <a:cubicBezTo>
                      <a:pt x="20" y="36"/>
                      <a:pt x="24" y="32"/>
                      <a:pt x="28" y="28"/>
                    </a:cubicBezTo>
                    <a:close/>
                    <a:moveTo>
                      <a:pt x="14" y="46"/>
                    </a:moveTo>
                    <a:cubicBezTo>
                      <a:pt x="18" y="48"/>
                      <a:pt x="22" y="50"/>
                      <a:pt x="26" y="52"/>
                    </a:cubicBezTo>
                    <a:cubicBezTo>
                      <a:pt x="24" y="60"/>
                      <a:pt x="23" y="69"/>
                      <a:pt x="22" y="78"/>
                    </a:cubicBezTo>
                    <a:cubicBezTo>
                      <a:pt x="6" y="78"/>
                      <a:pt x="6" y="78"/>
                      <a:pt x="6" y="78"/>
                    </a:cubicBezTo>
                    <a:cubicBezTo>
                      <a:pt x="6" y="67"/>
                      <a:pt x="9" y="56"/>
                      <a:pt x="14" y="46"/>
                    </a:cubicBezTo>
                    <a:close/>
                    <a:moveTo>
                      <a:pt x="6" y="84"/>
                    </a:moveTo>
                    <a:cubicBezTo>
                      <a:pt x="22" y="84"/>
                      <a:pt x="22" y="84"/>
                      <a:pt x="22" y="84"/>
                    </a:cubicBezTo>
                    <a:cubicBezTo>
                      <a:pt x="23" y="93"/>
                      <a:pt x="24" y="102"/>
                      <a:pt x="26" y="110"/>
                    </a:cubicBezTo>
                    <a:cubicBezTo>
                      <a:pt x="26" y="110"/>
                      <a:pt x="25" y="110"/>
                      <a:pt x="25" y="111"/>
                    </a:cubicBezTo>
                    <a:cubicBezTo>
                      <a:pt x="21" y="112"/>
                      <a:pt x="17" y="114"/>
                      <a:pt x="14" y="116"/>
                    </a:cubicBezTo>
                    <a:cubicBezTo>
                      <a:pt x="9" y="106"/>
                      <a:pt x="6" y="95"/>
                      <a:pt x="6" y="84"/>
                    </a:cubicBezTo>
                    <a:close/>
                    <a:moveTo>
                      <a:pt x="28" y="134"/>
                    </a:moveTo>
                    <a:cubicBezTo>
                      <a:pt x="24" y="130"/>
                      <a:pt x="20" y="126"/>
                      <a:pt x="17" y="121"/>
                    </a:cubicBezTo>
                    <a:cubicBezTo>
                      <a:pt x="20" y="119"/>
                      <a:pt x="24" y="118"/>
                      <a:pt x="28" y="116"/>
                    </a:cubicBezTo>
                    <a:cubicBezTo>
                      <a:pt x="30" y="123"/>
                      <a:pt x="34" y="130"/>
                      <a:pt x="37" y="135"/>
                    </a:cubicBezTo>
                    <a:cubicBezTo>
                      <a:pt x="35" y="136"/>
                      <a:pt x="33" y="137"/>
                      <a:pt x="31" y="137"/>
                    </a:cubicBezTo>
                    <a:cubicBezTo>
                      <a:pt x="30" y="136"/>
                      <a:pt x="29" y="135"/>
                      <a:pt x="28" y="134"/>
                    </a:cubicBezTo>
                    <a:close/>
                    <a:moveTo>
                      <a:pt x="37" y="142"/>
                    </a:moveTo>
                    <a:cubicBezTo>
                      <a:pt x="37" y="142"/>
                      <a:pt x="38" y="142"/>
                      <a:pt x="38" y="142"/>
                    </a:cubicBezTo>
                    <a:cubicBezTo>
                      <a:pt x="39" y="141"/>
                      <a:pt x="40" y="141"/>
                      <a:pt x="41" y="141"/>
                    </a:cubicBezTo>
                    <a:cubicBezTo>
                      <a:pt x="43" y="144"/>
                      <a:pt x="46" y="146"/>
                      <a:pt x="48" y="149"/>
                    </a:cubicBezTo>
                    <a:cubicBezTo>
                      <a:pt x="44" y="147"/>
                      <a:pt x="41" y="145"/>
                      <a:pt x="37" y="142"/>
                    </a:cubicBezTo>
                    <a:close/>
                    <a:moveTo>
                      <a:pt x="48" y="139"/>
                    </a:moveTo>
                    <a:cubicBezTo>
                      <a:pt x="51" y="139"/>
                      <a:pt x="54" y="138"/>
                      <a:pt x="56" y="138"/>
                    </a:cubicBezTo>
                    <a:cubicBezTo>
                      <a:pt x="59" y="144"/>
                      <a:pt x="61" y="148"/>
                      <a:pt x="64" y="152"/>
                    </a:cubicBezTo>
                    <a:cubicBezTo>
                      <a:pt x="58" y="149"/>
                      <a:pt x="53" y="145"/>
                      <a:pt x="48" y="139"/>
                    </a:cubicBezTo>
                    <a:close/>
                    <a:moveTo>
                      <a:pt x="78" y="156"/>
                    </a:moveTo>
                    <a:cubicBezTo>
                      <a:pt x="76" y="155"/>
                      <a:pt x="73" y="153"/>
                      <a:pt x="71" y="151"/>
                    </a:cubicBezTo>
                    <a:cubicBezTo>
                      <a:pt x="68" y="148"/>
                      <a:pt x="65" y="143"/>
                      <a:pt x="63" y="137"/>
                    </a:cubicBezTo>
                    <a:cubicBezTo>
                      <a:pt x="68" y="137"/>
                      <a:pt x="73" y="137"/>
                      <a:pt x="78" y="137"/>
                    </a:cubicBezTo>
                    <a:lnTo>
                      <a:pt x="78" y="156"/>
                    </a:lnTo>
                    <a:close/>
                    <a:moveTo>
                      <a:pt x="78" y="130"/>
                    </a:moveTo>
                    <a:cubicBezTo>
                      <a:pt x="72" y="130"/>
                      <a:pt x="66" y="131"/>
                      <a:pt x="61" y="131"/>
                    </a:cubicBezTo>
                    <a:cubicBezTo>
                      <a:pt x="60" y="129"/>
                      <a:pt x="59" y="127"/>
                      <a:pt x="58" y="124"/>
                    </a:cubicBezTo>
                    <a:cubicBezTo>
                      <a:pt x="57" y="119"/>
                      <a:pt x="56" y="114"/>
                      <a:pt x="55" y="109"/>
                    </a:cubicBezTo>
                    <a:cubicBezTo>
                      <a:pt x="62" y="108"/>
                      <a:pt x="70" y="108"/>
                      <a:pt x="78" y="108"/>
                    </a:cubicBezTo>
                    <a:lnTo>
                      <a:pt x="78" y="130"/>
                    </a:lnTo>
                    <a:close/>
                    <a:moveTo>
                      <a:pt x="78" y="101"/>
                    </a:moveTo>
                    <a:cubicBezTo>
                      <a:pt x="70" y="102"/>
                      <a:pt x="62" y="102"/>
                      <a:pt x="54" y="103"/>
                    </a:cubicBezTo>
                    <a:cubicBezTo>
                      <a:pt x="54" y="97"/>
                      <a:pt x="53" y="91"/>
                      <a:pt x="53" y="84"/>
                    </a:cubicBezTo>
                    <a:cubicBezTo>
                      <a:pt x="78" y="84"/>
                      <a:pt x="78" y="84"/>
                      <a:pt x="78" y="84"/>
                    </a:cubicBezTo>
                    <a:lnTo>
                      <a:pt x="78" y="101"/>
                    </a:lnTo>
                    <a:close/>
                    <a:moveTo>
                      <a:pt x="78" y="78"/>
                    </a:moveTo>
                    <a:cubicBezTo>
                      <a:pt x="53" y="78"/>
                      <a:pt x="53" y="78"/>
                      <a:pt x="53" y="78"/>
                    </a:cubicBezTo>
                    <a:cubicBezTo>
                      <a:pt x="53" y="71"/>
                      <a:pt x="54" y="65"/>
                      <a:pt x="54" y="59"/>
                    </a:cubicBezTo>
                    <a:cubicBezTo>
                      <a:pt x="62" y="60"/>
                      <a:pt x="70" y="60"/>
                      <a:pt x="78" y="61"/>
                    </a:cubicBezTo>
                    <a:lnTo>
                      <a:pt x="78" y="78"/>
                    </a:lnTo>
                    <a:close/>
                    <a:moveTo>
                      <a:pt x="78" y="54"/>
                    </a:moveTo>
                    <a:cubicBezTo>
                      <a:pt x="70" y="54"/>
                      <a:pt x="62" y="54"/>
                      <a:pt x="55" y="53"/>
                    </a:cubicBezTo>
                    <a:cubicBezTo>
                      <a:pt x="57" y="44"/>
                      <a:pt x="58" y="37"/>
                      <a:pt x="61" y="31"/>
                    </a:cubicBezTo>
                    <a:cubicBezTo>
                      <a:pt x="66" y="31"/>
                      <a:pt x="72" y="32"/>
                      <a:pt x="78" y="32"/>
                    </a:cubicBezTo>
                    <a:lnTo>
                      <a:pt x="78" y="54"/>
                    </a:lnTo>
                    <a:close/>
                    <a:moveTo>
                      <a:pt x="63" y="25"/>
                    </a:moveTo>
                    <a:cubicBezTo>
                      <a:pt x="65" y="19"/>
                      <a:pt x="68" y="14"/>
                      <a:pt x="71" y="11"/>
                    </a:cubicBezTo>
                    <a:cubicBezTo>
                      <a:pt x="73" y="9"/>
                      <a:pt x="76" y="7"/>
                      <a:pt x="78" y="6"/>
                    </a:cubicBezTo>
                    <a:cubicBezTo>
                      <a:pt x="78" y="25"/>
                      <a:pt x="78" y="25"/>
                      <a:pt x="78" y="25"/>
                    </a:cubicBezTo>
                    <a:cubicBezTo>
                      <a:pt x="73" y="25"/>
                      <a:pt x="68" y="25"/>
                      <a:pt x="63" y="2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31" name="组合 30"/>
          <p:cNvGrpSpPr/>
          <p:nvPr/>
        </p:nvGrpSpPr>
        <p:grpSpPr>
          <a:xfrm>
            <a:off x="1132114" y="1663045"/>
            <a:ext cx="1956983" cy="1969628"/>
            <a:chOff x="1132114" y="1663045"/>
            <a:chExt cx="1956983" cy="1969628"/>
          </a:xfrm>
        </p:grpSpPr>
        <p:sp>
          <p:nvSpPr>
            <p:cNvPr id="10" name="矩形 9"/>
            <p:cNvSpPr/>
            <p:nvPr/>
          </p:nvSpPr>
          <p:spPr>
            <a:xfrm>
              <a:off x="1132114" y="1663045"/>
              <a:ext cx="1956983" cy="1969628"/>
            </a:xfrm>
            <a:prstGeom prst="rect">
              <a:avLst/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8" name="Group 13"/>
            <p:cNvGrpSpPr>
              <a:grpSpLocks noChangeAspect="1"/>
            </p:cNvGrpSpPr>
            <p:nvPr/>
          </p:nvGrpSpPr>
          <p:grpSpPr bwMode="auto">
            <a:xfrm>
              <a:off x="1724217" y="2288211"/>
              <a:ext cx="772776" cy="772776"/>
              <a:chOff x="3631" y="1951"/>
              <a:chExt cx="418" cy="418"/>
            </a:xfrm>
          </p:grpSpPr>
          <p:sp>
            <p:nvSpPr>
              <p:cNvPr id="29" name="AutoShape 12"/>
              <p:cNvSpPr>
                <a:spLocks noChangeAspect="1" noChangeArrowheads="1" noTextEdit="1"/>
              </p:cNvSpPr>
              <p:nvPr/>
            </p:nvSpPr>
            <p:spPr bwMode="auto">
              <a:xfrm>
                <a:off x="3631" y="1951"/>
                <a:ext cx="418" cy="4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" name="Freeform 14"/>
              <p:cNvSpPr>
                <a:spLocks noEditPoints="1"/>
              </p:cNvSpPr>
              <p:nvPr/>
            </p:nvSpPr>
            <p:spPr bwMode="auto">
              <a:xfrm>
                <a:off x="3631" y="1949"/>
                <a:ext cx="418" cy="422"/>
              </a:xfrm>
              <a:custGeom>
                <a:avLst/>
                <a:gdLst>
                  <a:gd name="T0" fmla="*/ 90 w 174"/>
                  <a:gd name="T1" fmla="*/ 14 h 176"/>
                  <a:gd name="T2" fmla="*/ 90 w 174"/>
                  <a:gd name="T3" fmla="*/ 0 h 176"/>
                  <a:gd name="T4" fmla="*/ 80 w 174"/>
                  <a:gd name="T5" fmla="*/ 0 h 176"/>
                  <a:gd name="T6" fmla="*/ 80 w 174"/>
                  <a:gd name="T7" fmla="*/ 14 h 176"/>
                  <a:gd name="T8" fmla="*/ 0 w 174"/>
                  <a:gd name="T9" fmla="*/ 14 h 176"/>
                  <a:gd name="T10" fmla="*/ 0 w 174"/>
                  <a:gd name="T11" fmla="*/ 40 h 176"/>
                  <a:gd name="T12" fmla="*/ 9 w 174"/>
                  <a:gd name="T13" fmla="*/ 40 h 176"/>
                  <a:gd name="T14" fmla="*/ 9 w 174"/>
                  <a:gd name="T15" fmla="*/ 138 h 176"/>
                  <a:gd name="T16" fmla="*/ 70 w 174"/>
                  <a:gd name="T17" fmla="*/ 138 h 176"/>
                  <a:gd name="T18" fmla="*/ 33 w 174"/>
                  <a:gd name="T19" fmla="*/ 168 h 176"/>
                  <a:gd name="T20" fmla="*/ 39 w 174"/>
                  <a:gd name="T21" fmla="*/ 176 h 176"/>
                  <a:gd name="T22" fmla="*/ 86 w 174"/>
                  <a:gd name="T23" fmla="*/ 138 h 176"/>
                  <a:gd name="T24" fmla="*/ 86 w 174"/>
                  <a:gd name="T25" fmla="*/ 138 h 176"/>
                  <a:gd name="T26" fmla="*/ 133 w 174"/>
                  <a:gd name="T27" fmla="*/ 176 h 176"/>
                  <a:gd name="T28" fmla="*/ 140 w 174"/>
                  <a:gd name="T29" fmla="*/ 168 h 176"/>
                  <a:gd name="T30" fmla="*/ 102 w 174"/>
                  <a:gd name="T31" fmla="*/ 138 h 176"/>
                  <a:gd name="T32" fmla="*/ 164 w 174"/>
                  <a:gd name="T33" fmla="*/ 138 h 176"/>
                  <a:gd name="T34" fmla="*/ 164 w 174"/>
                  <a:gd name="T35" fmla="*/ 40 h 176"/>
                  <a:gd name="T36" fmla="*/ 174 w 174"/>
                  <a:gd name="T37" fmla="*/ 40 h 176"/>
                  <a:gd name="T38" fmla="*/ 174 w 174"/>
                  <a:gd name="T39" fmla="*/ 14 h 176"/>
                  <a:gd name="T40" fmla="*/ 90 w 174"/>
                  <a:gd name="T41" fmla="*/ 14 h 176"/>
                  <a:gd name="T42" fmla="*/ 154 w 174"/>
                  <a:gd name="T43" fmla="*/ 128 h 176"/>
                  <a:gd name="T44" fmla="*/ 19 w 174"/>
                  <a:gd name="T45" fmla="*/ 128 h 176"/>
                  <a:gd name="T46" fmla="*/ 19 w 174"/>
                  <a:gd name="T47" fmla="*/ 40 h 176"/>
                  <a:gd name="T48" fmla="*/ 154 w 174"/>
                  <a:gd name="T49" fmla="*/ 40 h 176"/>
                  <a:gd name="T50" fmla="*/ 154 w 174"/>
                  <a:gd name="T51" fmla="*/ 128 h 176"/>
                  <a:gd name="T52" fmla="*/ 51 w 174"/>
                  <a:gd name="T53" fmla="*/ 105 h 176"/>
                  <a:gd name="T54" fmla="*/ 51 w 174"/>
                  <a:gd name="T55" fmla="*/ 79 h 176"/>
                  <a:gd name="T56" fmla="*/ 77 w 174"/>
                  <a:gd name="T57" fmla="*/ 79 h 176"/>
                  <a:gd name="T58" fmla="*/ 51 w 174"/>
                  <a:gd name="T59" fmla="*/ 53 h 176"/>
                  <a:gd name="T60" fmla="*/ 25 w 174"/>
                  <a:gd name="T61" fmla="*/ 79 h 176"/>
                  <a:gd name="T62" fmla="*/ 51 w 174"/>
                  <a:gd name="T63" fmla="*/ 105 h 176"/>
                  <a:gd name="T64" fmla="*/ 59 w 174"/>
                  <a:gd name="T65" fmla="*/ 112 h 176"/>
                  <a:gd name="T66" fmla="*/ 85 w 174"/>
                  <a:gd name="T67" fmla="*/ 86 h 176"/>
                  <a:gd name="T68" fmla="*/ 59 w 174"/>
                  <a:gd name="T69" fmla="*/ 86 h 176"/>
                  <a:gd name="T70" fmla="*/ 59 w 174"/>
                  <a:gd name="T71" fmla="*/ 112 h 176"/>
                  <a:gd name="T72" fmla="*/ 138 w 174"/>
                  <a:gd name="T73" fmla="*/ 59 h 176"/>
                  <a:gd name="T74" fmla="*/ 105 w 174"/>
                  <a:gd name="T75" fmla="*/ 59 h 176"/>
                  <a:gd name="T76" fmla="*/ 105 w 174"/>
                  <a:gd name="T77" fmla="*/ 69 h 176"/>
                  <a:gd name="T78" fmla="*/ 138 w 174"/>
                  <a:gd name="T79" fmla="*/ 69 h 176"/>
                  <a:gd name="T80" fmla="*/ 138 w 174"/>
                  <a:gd name="T81" fmla="*/ 59 h 176"/>
                  <a:gd name="T82" fmla="*/ 138 w 174"/>
                  <a:gd name="T83" fmla="*/ 77 h 176"/>
                  <a:gd name="T84" fmla="*/ 105 w 174"/>
                  <a:gd name="T85" fmla="*/ 77 h 176"/>
                  <a:gd name="T86" fmla="*/ 105 w 174"/>
                  <a:gd name="T87" fmla="*/ 87 h 176"/>
                  <a:gd name="T88" fmla="*/ 138 w 174"/>
                  <a:gd name="T89" fmla="*/ 87 h 176"/>
                  <a:gd name="T90" fmla="*/ 138 w 174"/>
                  <a:gd name="T91" fmla="*/ 77 h 176"/>
                  <a:gd name="T92" fmla="*/ 138 w 174"/>
                  <a:gd name="T93" fmla="*/ 96 h 176"/>
                  <a:gd name="T94" fmla="*/ 105 w 174"/>
                  <a:gd name="T95" fmla="*/ 96 h 176"/>
                  <a:gd name="T96" fmla="*/ 105 w 174"/>
                  <a:gd name="T97" fmla="*/ 106 h 176"/>
                  <a:gd name="T98" fmla="*/ 138 w 174"/>
                  <a:gd name="T99" fmla="*/ 106 h 176"/>
                  <a:gd name="T100" fmla="*/ 138 w 174"/>
                  <a:gd name="T101" fmla="*/ 96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174" h="176">
                    <a:moveTo>
                      <a:pt x="90" y="14"/>
                    </a:moveTo>
                    <a:cubicBezTo>
                      <a:pt x="90" y="0"/>
                      <a:pt x="90" y="0"/>
                      <a:pt x="90" y="0"/>
                    </a:cubicBezTo>
                    <a:cubicBezTo>
                      <a:pt x="80" y="0"/>
                      <a:pt x="80" y="0"/>
                      <a:pt x="80" y="0"/>
                    </a:cubicBezTo>
                    <a:cubicBezTo>
                      <a:pt x="80" y="14"/>
                      <a:pt x="80" y="14"/>
                      <a:pt x="80" y="14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9" y="40"/>
                      <a:pt x="9" y="40"/>
                      <a:pt x="9" y="40"/>
                    </a:cubicBezTo>
                    <a:cubicBezTo>
                      <a:pt x="9" y="138"/>
                      <a:pt x="9" y="138"/>
                      <a:pt x="9" y="138"/>
                    </a:cubicBezTo>
                    <a:cubicBezTo>
                      <a:pt x="70" y="138"/>
                      <a:pt x="70" y="138"/>
                      <a:pt x="70" y="138"/>
                    </a:cubicBezTo>
                    <a:cubicBezTo>
                      <a:pt x="33" y="168"/>
                      <a:pt x="33" y="168"/>
                      <a:pt x="33" y="168"/>
                    </a:cubicBezTo>
                    <a:cubicBezTo>
                      <a:pt x="39" y="176"/>
                      <a:pt x="39" y="176"/>
                      <a:pt x="39" y="176"/>
                    </a:cubicBezTo>
                    <a:cubicBezTo>
                      <a:pt x="86" y="138"/>
                      <a:pt x="86" y="138"/>
                      <a:pt x="86" y="138"/>
                    </a:cubicBezTo>
                    <a:cubicBezTo>
                      <a:pt x="86" y="138"/>
                      <a:pt x="86" y="138"/>
                      <a:pt x="86" y="138"/>
                    </a:cubicBezTo>
                    <a:cubicBezTo>
                      <a:pt x="133" y="176"/>
                      <a:pt x="133" y="176"/>
                      <a:pt x="133" y="176"/>
                    </a:cubicBezTo>
                    <a:cubicBezTo>
                      <a:pt x="140" y="168"/>
                      <a:pt x="140" y="168"/>
                      <a:pt x="140" y="168"/>
                    </a:cubicBezTo>
                    <a:cubicBezTo>
                      <a:pt x="102" y="138"/>
                      <a:pt x="102" y="138"/>
                      <a:pt x="102" y="138"/>
                    </a:cubicBezTo>
                    <a:cubicBezTo>
                      <a:pt x="164" y="138"/>
                      <a:pt x="164" y="138"/>
                      <a:pt x="164" y="138"/>
                    </a:cubicBezTo>
                    <a:cubicBezTo>
                      <a:pt x="164" y="40"/>
                      <a:pt x="164" y="40"/>
                      <a:pt x="164" y="40"/>
                    </a:cubicBezTo>
                    <a:cubicBezTo>
                      <a:pt x="174" y="40"/>
                      <a:pt x="174" y="40"/>
                      <a:pt x="174" y="40"/>
                    </a:cubicBezTo>
                    <a:cubicBezTo>
                      <a:pt x="174" y="14"/>
                      <a:pt x="174" y="14"/>
                      <a:pt x="174" y="14"/>
                    </a:cubicBezTo>
                    <a:lnTo>
                      <a:pt x="90" y="14"/>
                    </a:lnTo>
                    <a:close/>
                    <a:moveTo>
                      <a:pt x="154" y="128"/>
                    </a:moveTo>
                    <a:cubicBezTo>
                      <a:pt x="19" y="128"/>
                      <a:pt x="19" y="128"/>
                      <a:pt x="19" y="128"/>
                    </a:cubicBezTo>
                    <a:cubicBezTo>
                      <a:pt x="19" y="40"/>
                      <a:pt x="19" y="40"/>
                      <a:pt x="19" y="40"/>
                    </a:cubicBezTo>
                    <a:cubicBezTo>
                      <a:pt x="154" y="40"/>
                      <a:pt x="154" y="40"/>
                      <a:pt x="154" y="40"/>
                    </a:cubicBezTo>
                    <a:lnTo>
                      <a:pt x="154" y="128"/>
                    </a:lnTo>
                    <a:close/>
                    <a:moveTo>
                      <a:pt x="51" y="105"/>
                    </a:moveTo>
                    <a:cubicBezTo>
                      <a:pt x="51" y="79"/>
                      <a:pt x="51" y="79"/>
                      <a:pt x="51" y="79"/>
                    </a:cubicBezTo>
                    <a:cubicBezTo>
                      <a:pt x="77" y="79"/>
                      <a:pt x="77" y="79"/>
                      <a:pt x="77" y="79"/>
                    </a:cubicBezTo>
                    <a:cubicBezTo>
                      <a:pt x="77" y="65"/>
                      <a:pt x="66" y="53"/>
                      <a:pt x="51" y="53"/>
                    </a:cubicBezTo>
                    <a:cubicBezTo>
                      <a:pt x="37" y="53"/>
                      <a:pt x="25" y="65"/>
                      <a:pt x="25" y="79"/>
                    </a:cubicBezTo>
                    <a:cubicBezTo>
                      <a:pt x="25" y="94"/>
                      <a:pt x="37" y="105"/>
                      <a:pt x="51" y="105"/>
                    </a:cubicBezTo>
                    <a:close/>
                    <a:moveTo>
                      <a:pt x="59" y="112"/>
                    </a:moveTo>
                    <a:cubicBezTo>
                      <a:pt x="73" y="112"/>
                      <a:pt x="85" y="101"/>
                      <a:pt x="85" y="86"/>
                    </a:cubicBezTo>
                    <a:cubicBezTo>
                      <a:pt x="59" y="86"/>
                      <a:pt x="59" y="86"/>
                      <a:pt x="59" y="86"/>
                    </a:cubicBezTo>
                    <a:lnTo>
                      <a:pt x="59" y="112"/>
                    </a:lnTo>
                    <a:close/>
                    <a:moveTo>
                      <a:pt x="138" y="59"/>
                    </a:moveTo>
                    <a:cubicBezTo>
                      <a:pt x="105" y="59"/>
                      <a:pt x="105" y="59"/>
                      <a:pt x="105" y="59"/>
                    </a:cubicBezTo>
                    <a:cubicBezTo>
                      <a:pt x="105" y="69"/>
                      <a:pt x="105" y="69"/>
                      <a:pt x="105" y="69"/>
                    </a:cubicBezTo>
                    <a:cubicBezTo>
                      <a:pt x="138" y="69"/>
                      <a:pt x="138" y="69"/>
                      <a:pt x="138" y="69"/>
                    </a:cubicBezTo>
                    <a:lnTo>
                      <a:pt x="138" y="59"/>
                    </a:lnTo>
                    <a:close/>
                    <a:moveTo>
                      <a:pt x="138" y="77"/>
                    </a:moveTo>
                    <a:cubicBezTo>
                      <a:pt x="105" y="77"/>
                      <a:pt x="105" y="77"/>
                      <a:pt x="105" y="77"/>
                    </a:cubicBezTo>
                    <a:cubicBezTo>
                      <a:pt x="105" y="87"/>
                      <a:pt x="105" y="87"/>
                      <a:pt x="105" y="87"/>
                    </a:cubicBezTo>
                    <a:cubicBezTo>
                      <a:pt x="138" y="87"/>
                      <a:pt x="138" y="87"/>
                      <a:pt x="138" y="87"/>
                    </a:cubicBezTo>
                    <a:lnTo>
                      <a:pt x="138" y="77"/>
                    </a:lnTo>
                    <a:close/>
                    <a:moveTo>
                      <a:pt x="138" y="96"/>
                    </a:moveTo>
                    <a:cubicBezTo>
                      <a:pt x="105" y="96"/>
                      <a:pt x="105" y="96"/>
                      <a:pt x="105" y="96"/>
                    </a:cubicBezTo>
                    <a:cubicBezTo>
                      <a:pt x="105" y="106"/>
                      <a:pt x="105" y="106"/>
                      <a:pt x="105" y="106"/>
                    </a:cubicBezTo>
                    <a:cubicBezTo>
                      <a:pt x="138" y="106"/>
                      <a:pt x="138" y="106"/>
                      <a:pt x="138" y="106"/>
                    </a:cubicBezTo>
                    <a:lnTo>
                      <a:pt x="138" y="96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52" name="组合 51"/>
          <p:cNvGrpSpPr/>
          <p:nvPr/>
        </p:nvGrpSpPr>
        <p:grpSpPr>
          <a:xfrm>
            <a:off x="1132114" y="3757417"/>
            <a:ext cx="1956983" cy="1969628"/>
            <a:chOff x="1132114" y="3757417"/>
            <a:chExt cx="1956983" cy="1969628"/>
          </a:xfrm>
        </p:grpSpPr>
        <p:sp>
          <p:nvSpPr>
            <p:cNvPr id="11" name="矩形 10"/>
            <p:cNvSpPr/>
            <p:nvPr/>
          </p:nvSpPr>
          <p:spPr>
            <a:xfrm>
              <a:off x="1132114" y="3757417"/>
              <a:ext cx="1956983" cy="1969628"/>
            </a:xfrm>
            <a:prstGeom prst="rect">
              <a:avLst/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2" name="Group 17"/>
            <p:cNvGrpSpPr>
              <a:grpSpLocks noChangeAspect="1"/>
            </p:cNvGrpSpPr>
            <p:nvPr/>
          </p:nvGrpSpPr>
          <p:grpSpPr bwMode="auto">
            <a:xfrm>
              <a:off x="1736917" y="4381139"/>
              <a:ext cx="736958" cy="736958"/>
              <a:chOff x="3666" y="1986"/>
              <a:chExt cx="348" cy="348"/>
            </a:xfrm>
          </p:grpSpPr>
          <p:sp>
            <p:nvSpPr>
              <p:cNvPr id="33" name="AutoShape 16"/>
              <p:cNvSpPr>
                <a:spLocks noChangeAspect="1" noChangeArrowheads="1" noTextEdit="1"/>
              </p:cNvSpPr>
              <p:nvPr/>
            </p:nvSpPr>
            <p:spPr bwMode="auto">
              <a:xfrm>
                <a:off x="3666" y="1986"/>
                <a:ext cx="348" cy="3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4" name="Freeform 18"/>
              <p:cNvSpPr>
                <a:spLocks noEditPoints="1"/>
              </p:cNvSpPr>
              <p:nvPr/>
            </p:nvSpPr>
            <p:spPr bwMode="auto">
              <a:xfrm>
                <a:off x="3664" y="1986"/>
                <a:ext cx="348" cy="348"/>
              </a:xfrm>
              <a:custGeom>
                <a:avLst/>
                <a:gdLst>
                  <a:gd name="T0" fmla="*/ 0 w 144"/>
                  <a:gd name="T1" fmla="*/ 12 h 144"/>
                  <a:gd name="T2" fmla="*/ 0 w 144"/>
                  <a:gd name="T3" fmla="*/ 132 h 144"/>
                  <a:gd name="T4" fmla="*/ 12 w 144"/>
                  <a:gd name="T5" fmla="*/ 144 h 144"/>
                  <a:gd name="T6" fmla="*/ 132 w 144"/>
                  <a:gd name="T7" fmla="*/ 144 h 144"/>
                  <a:gd name="T8" fmla="*/ 144 w 144"/>
                  <a:gd name="T9" fmla="*/ 132 h 144"/>
                  <a:gd name="T10" fmla="*/ 144 w 144"/>
                  <a:gd name="T11" fmla="*/ 12 h 144"/>
                  <a:gd name="T12" fmla="*/ 132 w 144"/>
                  <a:gd name="T13" fmla="*/ 0 h 144"/>
                  <a:gd name="T14" fmla="*/ 12 w 144"/>
                  <a:gd name="T15" fmla="*/ 0 h 144"/>
                  <a:gd name="T16" fmla="*/ 0 w 144"/>
                  <a:gd name="T17" fmla="*/ 12 h 144"/>
                  <a:gd name="T18" fmla="*/ 96 w 144"/>
                  <a:gd name="T19" fmla="*/ 60 h 144"/>
                  <a:gd name="T20" fmla="*/ 108 w 144"/>
                  <a:gd name="T21" fmla="*/ 60 h 144"/>
                  <a:gd name="T22" fmla="*/ 108 w 144"/>
                  <a:gd name="T23" fmla="*/ 24 h 144"/>
                  <a:gd name="T24" fmla="*/ 120 w 144"/>
                  <a:gd name="T25" fmla="*/ 24 h 144"/>
                  <a:gd name="T26" fmla="*/ 120 w 144"/>
                  <a:gd name="T27" fmla="*/ 60 h 144"/>
                  <a:gd name="T28" fmla="*/ 132 w 144"/>
                  <a:gd name="T29" fmla="*/ 60 h 144"/>
                  <a:gd name="T30" fmla="*/ 132 w 144"/>
                  <a:gd name="T31" fmla="*/ 78 h 144"/>
                  <a:gd name="T32" fmla="*/ 120 w 144"/>
                  <a:gd name="T33" fmla="*/ 78 h 144"/>
                  <a:gd name="T34" fmla="*/ 120 w 144"/>
                  <a:gd name="T35" fmla="*/ 120 h 144"/>
                  <a:gd name="T36" fmla="*/ 108 w 144"/>
                  <a:gd name="T37" fmla="*/ 120 h 144"/>
                  <a:gd name="T38" fmla="*/ 108 w 144"/>
                  <a:gd name="T39" fmla="*/ 78 h 144"/>
                  <a:gd name="T40" fmla="*/ 96 w 144"/>
                  <a:gd name="T41" fmla="*/ 78 h 144"/>
                  <a:gd name="T42" fmla="*/ 96 w 144"/>
                  <a:gd name="T43" fmla="*/ 60 h 144"/>
                  <a:gd name="T44" fmla="*/ 54 w 144"/>
                  <a:gd name="T45" fmla="*/ 78 h 144"/>
                  <a:gd name="T46" fmla="*/ 66 w 144"/>
                  <a:gd name="T47" fmla="*/ 78 h 144"/>
                  <a:gd name="T48" fmla="*/ 66 w 144"/>
                  <a:gd name="T49" fmla="*/ 24 h 144"/>
                  <a:gd name="T50" fmla="*/ 78 w 144"/>
                  <a:gd name="T51" fmla="*/ 24 h 144"/>
                  <a:gd name="T52" fmla="*/ 78 w 144"/>
                  <a:gd name="T53" fmla="*/ 78 h 144"/>
                  <a:gd name="T54" fmla="*/ 90 w 144"/>
                  <a:gd name="T55" fmla="*/ 78 h 144"/>
                  <a:gd name="T56" fmla="*/ 90 w 144"/>
                  <a:gd name="T57" fmla="*/ 96 h 144"/>
                  <a:gd name="T58" fmla="*/ 78 w 144"/>
                  <a:gd name="T59" fmla="*/ 96 h 144"/>
                  <a:gd name="T60" fmla="*/ 78 w 144"/>
                  <a:gd name="T61" fmla="*/ 120 h 144"/>
                  <a:gd name="T62" fmla="*/ 66 w 144"/>
                  <a:gd name="T63" fmla="*/ 120 h 144"/>
                  <a:gd name="T64" fmla="*/ 66 w 144"/>
                  <a:gd name="T65" fmla="*/ 96 h 144"/>
                  <a:gd name="T66" fmla="*/ 54 w 144"/>
                  <a:gd name="T67" fmla="*/ 96 h 144"/>
                  <a:gd name="T68" fmla="*/ 54 w 144"/>
                  <a:gd name="T69" fmla="*/ 78 h 144"/>
                  <a:gd name="T70" fmla="*/ 12 w 144"/>
                  <a:gd name="T71" fmla="*/ 48 h 144"/>
                  <a:gd name="T72" fmla="*/ 24 w 144"/>
                  <a:gd name="T73" fmla="*/ 48 h 144"/>
                  <a:gd name="T74" fmla="*/ 24 w 144"/>
                  <a:gd name="T75" fmla="*/ 24 h 144"/>
                  <a:gd name="T76" fmla="*/ 36 w 144"/>
                  <a:gd name="T77" fmla="*/ 24 h 144"/>
                  <a:gd name="T78" fmla="*/ 36 w 144"/>
                  <a:gd name="T79" fmla="*/ 48 h 144"/>
                  <a:gd name="T80" fmla="*/ 48 w 144"/>
                  <a:gd name="T81" fmla="*/ 48 h 144"/>
                  <a:gd name="T82" fmla="*/ 48 w 144"/>
                  <a:gd name="T83" fmla="*/ 66 h 144"/>
                  <a:gd name="T84" fmla="*/ 36 w 144"/>
                  <a:gd name="T85" fmla="*/ 66 h 144"/>
                  <a:gd name="T86" fmla="*/ 36 w 144"/>
                  <a:gd name="T87" fmla="*/ 120 h 144"/>
                  <a:gd name="T88" fmla="*/ 24 w 144"/>
                  <a:gd name="T89" fmla="*/ 120 h 144"/>
                  <a:gd name="T90" fmla="*/ 24 w 144"/>
                  <a:gd name="T91" fmla="*/ 66 h 144"/>
                  <a:gd name="T92" fmla="*/ 12 w 144"/>
                  <a:gd name="T93" fmla="*/ 66 h 144"/>
                  <a:gd name="T94" fmla="*/ 12 w 144"/>
                  <a:gd name="T95" fmla="*/ 48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44" h="144">
                    <a:moveTo>
                      <a:pt x="0" y="12"/>
                    </a:moveTo>
                    <a:cubicBezTo>
                      <a:pt x="0" y="132"/>
                      <a:pt x="0" y="132"/>
                      <a:pt x="0" y="132"/>
                    </a:cubicBezTo>
                    <a:cubicBezTo>
                      <a:pt x="0" y="139"/>
                      <a:pt x="5" y="144"/>
                      <a:pt x="12" y="144"/>
                    </a:cubicBezTo>
                    <a:cubicBezTo>
                      <a:pt x="132" y="144"/>
                      <a:pt x="132" y="144"/>
                      <a:pt x="132" y="144"/>
                    </a:cubicBezTo>
                    <a:cubicBezTo>
                      <a:pt x="139" y="144"/>
                      <a:pt x="144" y="139"/>
                      <a:pt x="144" y="132"/>
                    </a:cubicBezTo>
                    <a:cubicBezTo>
                      <a:pt x="144" y="12"/>
                      <a:pt x="144" y="12"/>
                      <a:pt x="144" y="12"/>
                    </a:cubicBezTo>
                    <a:cubicBezTo>
                      <a:pt x="144" y="5"/>
                      <a:pt x="139" y="0"/>
                      <a:pt x="132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moveTo>
                      <a:pt x="96" y="60"/>
                    </a:moveTo>
                    <a:cubicBezTo>
                      <a:pt x="108" y="60"/>
                      <a:pt x="108" y="60"/>
                      <a:pt x="108" y="60"/>
                    </a:cubicBezTo>
                    <a:cubicBezTo>
                      <a:pt x="108" y="24"/>
                      <a:pt x="108" y="24"/>
                      <a:pt x="108" y="24"/>
                    </a:cubicBezTo>
                    <a:cubicBezTo>
                      <a:pt x="120" y="24"/>
                      <a:pt x="120" y="24"/>
                      <a:pt x="120" y="24"/>
                    </a:cubicBezTo>
                    <a:cubicBezTo>
                      <a:pt x="120" y="60"/>
                      <a:pt x="120" y="60"/>
                      <a:pt x="120" y="60"/>
                    </a:cubicBezTo>
                    <a:cubicBezTo>
                      <a:pt x="132" y="60"/>
                      <a:pt x="132" y="60"/>
                      <a:pt x="132" y="60"/>
                    </a:cubicBezTo>
                    <a:cubicBezTo>
                      <a:pt x="132" y="78"/>
                      <a:pt x="132" y="78"/>
                      <a:pt x="132" y="78"/>
                    </a:cubicBezTo>
                    <a:cubicBezTo>
                      <a:pt x="120" y="78"/>
                      <a:pt x="120" y="78"/>
                      <a:pt x="120" y="78"/>
                    </a:cubicBezTo>
                    <a:cubicBezTo>
                      <a:pt x="120" y="120"/>
                      <a:pt x="120" y="120"/>
                      <a:pt x="120" y="120"/>
                    </a:cubicBezTo>
                    <a:cubicBezTo>
                      <a:pt x="108" y="120"/>
                      <a:pt x="108" y="120"/>
                      <a:pt x="108" y="120"/>
                    </a:cubicBezTo>
                    <a:cubicBezTo>
                      <a:pt x="108" y="78"/>
                      <a:pt x="108" y="78"/>
                      <a:pt x="108" y="78"/>
                    </a:cubicBezTo>
                    <a:cubicBezTo>
                      <a:pt x="96" y="78"/>
                      <a:pt x="96" y="78"/>
                      <a:pt x="96" y="78"/>
                    </a:cubicBezTo>
                    <a:cubicBezTo>
                      <a:pt x="96" y="60"/>
                      <a:pt x="96" y="60"/>
                      <a:pt x="96" y="60"/>
                    </a:cubicBezTo>
                    <a:moveTo>
                      <a:pt x="54" y="78"/>
                    </a:moveTo>
                    <a:cubicBezTo>
                      <a:pt x="66" y="78"/>
                      <a:pt x="66" y="78"/>
                      <a:pt x="66" y="78"/>
                    </a:cubicBezTo>
                    <a:cubicBezTo>
                      <a:pt x="66" y="24"/>
                      <a:pt x="66" y="24"/>
                      <a:pt x="66" y="24"/>
                    </a:cubicBezTo>
                    <a:cubicBezTo>
                      <a:pt x="78" y="24"/>
                      <a:pt x="78" y="24"/>
                      <a:pt x="78" y="24"/>
                    </a:cubicBezTo>
                    <a:cubicBezTo>
                      <a:pt x="78" y="78"/>
                      <a:pt x="78" y="78"/>
                      <a:pt x="78" y="78"/>
                    </a:cubicBezTo>
                    <a:cubicBezTo>
                      <a:pt x="90" y="78"/>
                      <a:pt x="90" y="78"/>
                      <a:pt x="90" y="78"/>
                    </a:cubicBezTo>
                    <a:cubicBezTo>
                      <a:pt x="90" y="96"/>
                      <a:pt x="90" y="96"/>
                      <a:pt x="90" y="96"/>
                    </a:cubicBezTo>
                    <a:cubicBezTo>
                      <a:pt x="78" y="96"/>
                      <a:pt x="78" y="96"/>
                      <a:pt x="78" y="96"/>
                    </a:cubicBezTo>
                    <a:cubicBezTo>
                      <a:pt x="78" y="120"/>
                      <a:pt x="78" y="120"/>
                      <a:pt x="78" y="120"/>
                    </a:cubicBezTo>
                    <a:cubicBezTo>
                      <a:pt x="66" y="120"/>
                      <a:pt x="66" y="120"/>
                      <a:pt x="66" y="120"/>
                    </a:cubicBezTo>
                    <a:cubicBezTo>
                      <a:pt x="66" y="96"/>
                      <a:pt x="66" y="96"/>
                      <a:pt x="66" y="96"/>
                    </a:cubicBezTo>
                    <a:cubicBezTo>
                      <a:pt x="54" y="96"/>
                      <a:pt x="54" y="96"/>
                      <a:pt x="54" y="96"/>
                    </a:cubicBezTo>
                    <a:cubicBezTo>
                      <a:pt x="54" y="78"/>
                      <a:pt x="54" y="78"/>
                      <a:pt x="54" y="78"/>
                    </a:cubicBezTo>
                    <a:moveTo>
                      <a:pt x="12" y="48"/>
                    </a:moveTo>
                    <a:cubicBezTo>
                      <a:pt x="24" y="48"/>
                      <a:pt x="24" y="48"/>
                      <a:pt x="24" y="48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36" y="24"/>
                      <a:pt x="36" y="24"/>
                      <a:pt x="36" y="24"/>
                    </a:cubicBezTo>
                    <a:cubicBezTo>
                      <a:pt x="36" y="48"/>
                      <a:pt x="36" y="48"/>
                      <a:pt x="36" y="48"/>
                    </a:cubicBezTo>
                    <a:cubicBezTo>
                      <a:pt x="48" y="48"/>
                      <a:pt x="48" y="48"/>
                      <a:pt x="48" y="48"/>
                    </a:cubicBezTo>
                    <a:cubicBezTo>
                      <a:pt x="48" y="66"/>
                      <a:pt x="48" y="66"/>
                      <a:pt x="48" y="66"/>
                    </a:cubicBezTo>
                    <a:cubicBezTo>
                      <a:pt x="36" y="66"/>
                      <a:pt x="36" y="66"/>
                      <a:pt x="36" y="66"/>
                    </a:cubicBezTo>
                    <a:cubicBezTo>
                      <a:pt x="36" y="120"/>
                      <a:pt x="36" y="120"/>
                      <a:pt x="36" y="120"/>
                    </a:cubicBezTo>
                    <a:cubicBezTo>
                      <a:pt x="24" y="120"/>
                      <a:pt x="24" y="120"/>
                      <a:pt x="24" y="120"/>
                    </a:cubicBezTo>
                    <a:cubicBezTo>
                      <a:pt x="24" y="66"/>
                      <a:pt x="24" y="66"/>
                      <a:pt x="24" y="66"/>
                    </a:cubicBezTo>
                    <a:cubicBezTo>
                      <a:pt x="12" y="66"/>
                      <a:pt x="12" y="66"/>
                      <a:pt x="12" y="66"/>
                    </a:cubicBezTo>
                    <a:cubicBezTo>
                      <a:pt x="12" y="48"/>
                      <a:pt x="12" y="48"/>
                      <a:pt x="12" y="48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5" name="Rectangle 19"/>
              <p:cNvSpPr>
                <a:spLocks noChangeArrowheads="1"/>
              </p:cNvSpPr>
              <p:nvPr/>
            </p:nvSpPr>
            <p:spPr bwMode="auto">
              <a:xfrm>
                <a:off x="3896" y="2131"/>
                <a:ext cx="87" cy="29"/>
              </a:xfrm>
              <a:prstGeom prst="rect">
                <a:avLst/>
              </a:prstGeom>
              <a:solidFill>
                <a:srgbClr val="04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6" name="Rectangle 20"/>
              <p:cNvSpPr>
                <a:spLocks noChangeArrowheads="1"/>
              </p:cNvSpPr>
              <p:nvPr/>
            </p:nvSpPr>
            <p:spPr bwMode="auto">
              <a:xfrm>
                <a:off x="3896" y="2131"/>
                <a:ext cx="87" cy="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7" name="Freeform 21"/>
              <p:cNvSpPr/>
              <p:nvPr/>
            </p:nvSpPr>
            <p:spPr bwMode="auto">
              <a:xfrm>
                <a:off x="3896" y="2131"/>
                <a:ext cx="87" cy="29"/>
              </a:xfrm>
              <a:custGeom>
                <a:avLst/>
                <a:gdLst>
                  <a:gd name="T0" fmla="*/ 87 w 87"/>
                  <a:gd name="T1" fmla="*/ 0 h 29"/>
                  <a:gd name="T2" fmla="*/ 58 w 87"/>
                  <a:gd name="T3" fmla="*/ 0 h 29"/>
                  <a:gd name="T4" fmla="*/ 29 w 87"/>
                  <a:gd name="T5" fmla="*/ 0 h 29"/>
                  <a:gd name="T6" fmla="*/ 0 w 87"/>
                  <a:gd name="T7" fmla="*/ 0 h 29"/>
                  <a:gd name="T8" fmla="*/ 0 w 87"/>
                  <a:gd name="T9" fmla="*/ 29 h 29"/>
                  <a:gd name="T10" fmla="*/ 87 w 87"/>
                  <a:gd name="T11" fmla="*/ 29 h 29"/>
                  <a:gd name="T12" fmla="*/ 87 w 87"/>
                  <a:gd name="T13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7" h="29">
                    <a:moveTo>
                      <a:pt x="87" y="0"/>
                    </a:moveTo>
                    <a:lnTo>
                      <a:pt x="58" y="0"/>
                    </a:lnTo>
                    <a:lnTo>
                      <a:pt x="29" y="0"/>
                    </a:lnTo>
                    <a:lnTo>
                      <a:pt x="0" y="0"/>
                    </a:lnTo>
                    <a:lnTo>
                      <a:pt x="0" y="29"/>
                    </a:lnTo>
                    <a:lnTo>
                      <a:pt x="87" y="29"/>
                    </a:lnTo>
                    <a:lnTo>
                      <a:pt x="87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3896" y="2131"/>
                <a:ext cx="87" cy="29"/>
              </a:xfrm>
              <a:custGeom>
                <a:avLst/>
                <a:gdLst>
                  <a:gd name="T0" fmla="*/ 87 w 87"/>
                  <a:gd name="T1" fmla="*/ 0 h 29"/>
                  <a:gd name="T2" fmla="*/ 58 w 87"/>
                  <a:gd name="T3" fmla="*/ 0 h 29"/>
                  <a:gd name="T4" fmla="*/ 29 w 87"/>
                  <a:gd name="T5" fmla="*/ 0 h 29"/>
                  <a:gd name="T6" fmla="*/ 0 w 87"/>
                  <a:gd name="T7" fmla="*/ 0 h 29"/>
                  <a:gd name="T8" fmla="*/ 0 w 87"/>
                  <a:gd name="T9" fmla="*/ 29 h 29"/>
                  <a:gd name="T10" fmla="*/ 87 w 87"/>
                  <a:gd name="T11" fmla="*/ 29 h 29"/>
                  <a:gd name="T12" fmla="*/ 87 w 87"/>
                  <a:gd name="T13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7" h="29">
                    <a:moveTo>
                      <a:pt x="87" y="0"/>
                    </a:moveTo>
                    <a:lnTo>
                      <a:pt x="58" y="0"/>
                    </a:lnTo>
                    <a:lnTo>
                      <a:pt x="29" y="0"/>
                    </a:lnTo>
                    <a:lnTo>
                      <a:pt x="0" y="0"/>
                    </a:lnTo>
                    <a:lnTo>
                      <a:pt x="0" y="29"/>
                    </a:lnTo>
                    <a:lnTo>
                      <a:pt x="87" y="29"/>
                    </a:lnTo>
                    <a:lnTo>
                      <a:pt x="8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9" name="Rectangle 23"/>
              <p:cNvSpPr>
                <a:spLocks noChangeArrowheads="1"/>
              </p:cNvSpPr>
              <p:nvPr/>
            </p:nvSpPr>
            <p:spPr bwMode="auto">
              <a:xfrm>
                <a:off x="3794" y="2175"/>
                <a:ext cx="87" cy="29"/>
              </a:xfrm>
              <a:prstGeom prst="rect">
                <a:avLst/>
              </a:prstGeom>
              <a:solidFill>
                <a:srgbClr val="04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0" name="Rectangle 24"/>
              <p:cNvSpPr>
                <a:spLocks noChangeArrowheads="1"/>
              </p:cNvSpPr>
              <p:nvPr/>
            </p:nvSpPr>
            <p:spPr bwMode="auto">
              <a:xfrm>
                <a:off x="3794" y="2175"/>
                <a:ext cx="87" cy="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1" name="Freeform 25"/>
              <p:cNvSpPr/>
              <p:nvPr/>
            </p:nvSpPr>
            <p:spPr bwMode="auto">
              <a:xfrm>
                <a:off x="3794" y="2175"/>
                <a:ext cx="87" cy="29"/>
              </a:xfrm>
              <a:custGeom>
                <a:avLst/>
                <a:gdLst>
                  <a:gd name="T0" fmla="*/ 87 w 87"/>
                  <a:gd name="T1" fmla="*/ 0 h 29"/>
                  <a:gd name="T2" fmla="*/ 58 w 87"/>
                  <a:gd name="T3" fmla="*/ 0 h 29"/>
                  <a:gd name="T4" fmla="*/ 29 w 87"/>
                  <a:gd name="T5" fmla="*/ 0 h 29"/>
                  <a:gd name="T6" fmla="*/ 0 w 87"/>
                  <a:gd name="T7" fmla="*/ 0 h 29"/>
                  <a:gd name="T8" fmla="*/ 0 w 87"/>
                  <a:gd name="T9" fmla="*/ 29 h 29"/>
                  <a:gd name="T10" fmla="*/ 87 w 87"/>
                  <a:gd name="T11" fmla="*/ 29 h 29"/>
                  <a:gd name="T12" fmla="*/ 87 w 87"/>
                  <a:gd name="T13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7" h="29">
                    <a:moveTo>
                      <a:pt x="87" y="0"/>
                    </a:moveTo>
                    <a:lnTo>
                      <a:pt x="58" y="0"/>
                    </a:lnTo>
                    <a:lnTo>
                      <a:pt x="29" y="0"/>
                    </a:lnTo>
                    <a:lnTo>
                      <a:pt x="0" y="0"/>
                    </a:lnTo>
                    <a:lnTo>
                      <a:pt x="0" y="29"/>
                    </a:lnTo>
                    <a:lnTo>
                      <a:pt x="87" y="29"/>
                    </a:lnTo>
                    <a:lnTo>
                      <a:pt x="87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794" y="2175"/>
                <a:ext cx="87" cy="29"/>
              </a:xfrm>
              <a:custGeom>
                <a:avLst/>
                <a:gdLst>
                  <a:gd name="T0" fmla="*/ 87 w 87"/>
                  <a:gd name="T1" fmla="*/ 0 h 29"/>
                  <a:gd name="T2" fmla="*/ 58 w 87"/>
                  <a:gd name="T3" fmla="*/ 0 h 29"/>
                  <a:gd name="T4" fmla="*/ 29 w 87"/>
                  <a:gd name="T5" fmla="*/ 0 h 29"/>
                  <a:gd name="T6" fmla="*/ 0 w 87"/>
                  <a:gd name="T7" fmla="*/ 0 h 29"/>
                  <a:gd name="T8" fmla="*/ 0 w 87"/>
                  <a:gd name="T9" fmla="*/ 29 h 29"/>
                  <a:gd name="T10" fmla="*/ 87 w 87"/>
                  <a:gd name="T11" fmla="*/ 29 h 29"/>
                  <a:gd name="T12" fmla="*/ 87 w 87"/>
                  <a:gd name="T13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7" h="29">
                    <a:moveTo>
                      <a:pt x="87" y="0"/>
                    </a:moveTo>
                    <a:lnTo>
                      <a:pt x="58" y="0"/>
                    </a:lnTo>
                    <a:lnTo>
                      <a:pt x="29" y="0"/>
                    </a:lnTo>
                    <a:lnTo>
                      <a:pt x="0" y="0"/>
                    </a:lnTo>
                    <a:lnTo>
                      <a:pt x="0" y="29"/>
                    </a:lnTo>
                    <a:lnTo>
                      <a:pt x="87" y="29"/>
                    </a:lnTo>
                    <a:lnTo>
                      <a:pt x="8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3" name="Rectangle 27"/>
              <p:cNvSpPr>
                <a:spLocks noChangeArrowheads="1"/>
              </p:cNvSpPr>
              <p:nvPr/>
            </p:nvSpPr>
            <p:spPr bwMode="auto">
              <a:xfrm>
                <a:off x="3693" y="2102"/>
                <a:ext cx="87" cy="29"/>
              </a:xfrm>
              <a:prstGeom prst="rect">
                <a:avLst/>
              </a:prstGeom>
              <a:solidFill>
                <a:srgbClr val="04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4" name="Rectangle 28"/>
              <p:cNvSpPr>
                <a:spLocks noChangeArrowheads="1"/>
              </p:cNvSpPr>
              <p:nvPr/>
            </p:nvSpPr>
            <p:spPr bwMode="auto">
              <a:xfrm>
                <a:off x="3693" y="2102"/>
                <a:ext cx="87" cy="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5" name="Freeform 29"/>
              <p:cNvSpPr/>
              <p:nvPr/>
            </p:nvSpPr>
            <p:spPr bwMode="auto">
              <a:xfrm>
                <a:off x="3693" y="2102"/>
                <a:ext cx="87" cy="29"/>
              </a:xfrm>
              <a:custGeom>
                <a:avLst/>
                <a:gdLst>
                  <a:gd name="T0" fmla="*/ 87 w 87"/>
                  <a:gd name="T1" fmla="*/ 0 h 29"/>
                  <a:gd name="T2" fmla="*/ 58 w 87"/>
                  <a:gd name="T3" fmla="*/ 0 h 29"/>
                  <a:gd name="T4" fmla="*/ 29 w 87"/>
                  <a:gd name="T5" fmla="*/ 0 h 29"/>
                  <a:gd name="T6" fmla="*/ 0 w 87"/>
                  <a:gd name="T7" fmla="*/ 0 h 29"/>
                  <a:gd name="T8" fmla="*/ 0 w 87"/>
                  <a:gd name="T9" fmla="*/ 29 h 29"/>
                  <a:gd name="T10" fmla="*/ 87 w 87"/>
                  <a:gd name="T11" fmla="*/ 29 h 29"/>
                  <a:gd name="T12" fmla="*/ 87 w 87"/>
                  <a:gd name="T13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7" h="29">
                    <a:moveTo>
                      <a:pt x="87" y="0"/>
                    </a:moveTo>
                    <a:lnTo>
                      <a:pt x="58" y="0"/>
                    </a:lnTo>
                    <a:lnTo>
                      <a:pt x="29" y="0"/>
                    </a:lnTo>
                    <a:lnTo>
                      <a:pt x="0" y="0"/>
                    </a:lnTo>
                    <a:lnTo>
                      <a:pt x="0" y="29"/>
                    </a:lnTo>
                    <a:lnTo>
                      <a:pt x="87" y="29"/>
                    </a:lnTo>
                    <a:lnTo>
                      <a:pt x="87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3693" y="2102"/>
                <a:ext cx="87" cy="29"/>
              </a:xfrm>
              <a:custGeom>
                <a:avLst/>
                <a:gdLst>
                  <a:gd name="T0" fmla="*/ 87 w 87"/>
                  <a:gd name="T1" fmla="*/ 0 h 29"/>
                  <a:gd name="T2" fmla="*/ 58 w 87"/>
                  <a:gd name="T3" fmla="*/ 0 h 29"/>
                  <a:gd name="T4" fmla="*/ 29 w 87"/>
                  <a:gd name="T5" fmla="*/ 0 h 29"/>
                  <a:gd name="T6" fmla="*/ 0 w 87"/>
                  <a:gd name="T7" fmla="*/ 0 h 29"/>
                  <a:gd name="T8" fmla="*/ 0 w 87"/>
                  <a:gd name="T9" fmla="*/ 29 h 29"/>
                  <a:gd name="T10" fmla="*/ 87 w 87"/>
                  <a:gd name="T11" fmla="*/ 29 h 29"/>
                  <a:gd name="T12" fmla="*/ 87 w 87"/>
                  <a:gd name="T13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7" h="29">
                    <a:moveTo>
                      <a:pt x="87" y="0"/>
                    </a:moveTo>
                    <a:lnTo>
                      <a:pt x="58" y="0"/>
                    </a:lnTo>
                    <a:lnTo>
                      <a:pt x="29" y="0"/>
                    </a:lnTo>
                    <a:lnTo>
                      <a:pt x="0" y="0"/>
                    </a:lnTo>
                    <a:lnTo>
                      <a:pt x="0" y="29"/>
                    </a:lnTo>
                    <a:lnTo>
                      <a:pt x="87" y="29"/>
                    </a:lnTo>
                    <a:lnTo>
                      <a:pt x="8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51" name="组合 50"/>
          <p:cNvGrpSpPr/>
          <p:nvPr/>
        </p:nvGrpSpPr>
        <p:grpSpPr>
          <a:xfrm>
            <a:off x="3239131" y="3757417"/>
            <a:ext cx="1956983" cy="1969628"/>
            <a:chOff x="3239131" y="3757417"/>
            <a:chExt cx="1956983" cy="1969628"/>
          </a:xfrm>
        </p:grpSpPr>
        <p:sp>
          <p:nvSpPr>
            <p:cNvPr id="13" name="矩形 12"/>
            <p:cNvSpPr/>
            <p:nvPr/>
          </p:nvSpPr>
          <p:spPr>
            <a:xfrm>
              <a:off x="3239131" y="3757417"/>
              <a:ext cx="1956983" cy="1969628"/>
            </a:xfrm>
            <a:prstGeom prst="rect">
              <a:avLst/>
            </a:prstGeom>
            <a:solidFill>
              <a:srgbClr val="005C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" name="Group 33"/>
            <p:cNvGrpSpPr>
              <a:grpSpLocks noChangeAspect="1"/>
            </p:cNvGrpSpPr>
            <p:nvPr/>
          </p:nvGrpSpPr>
          <p:grpSpPr bwMode="auto">
            <a:xfrm>
              <a:off x="3935149" y="4381139"/>
              <a:ext cx="558506" cy="778057"/>
              <a:chOff x="3695" y="1958"/>
              <a:chExt cx="290" cy="404"/>
            </a:xfrm>
          </p:grpSpPr>
          <p:sp>
            <p:nvSpPr>
              <p:cNvPr id="49" name="AutoShape 32"/>
              <p:cNvSpPr>
                <a:spLocks noChangeAspect="1" noChangeArrowheads="1" noTextEdit="1"/>
              </p:cNvSpPr>
              <p:nvPr/>
            </p:nvSpPr>
            <p:spPr bwMode="auto">
              <a:xfrm>
                <a:off x="3695" y="1958"/>
                <a:ext cx="290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0" name="Freeform 34"/>
              <p:cNvSpPr>
                <a:spLocks noEditPoints="1"/>
              </p:cNvSpPr>
              <p:nvPr/>
            </p:nvSpPr>
            <p:spPr bwMode="auto">
              <a:xfrm>
                <a:off x="3693" y="1958"/>
                <a:ext cx="290" cy="404"/>
              </a:xfrm>
              <a:custGeom>
                <a:avLst/>
                <a:gdLst>
                  <a:gd name="T0" fmla="*/ 108 w 120"/>
                  <a:gd name="T1" fmla="*/ 15 h 168"/>
                  <a:gd name="T2" fmla="*/ 98 w 120"/>
                  <a:gd name="T3" fmla="*/ 34 h 168"/>
                  <a:gd name="T4" fmla="*/ 87 w 120"/>
                  <a:gd name="T5" fmla="*/ 15 h 168"/>
                  <a:gd name="T6" fmla="*/ 71 w 120"/>
                  <a:gd name="T7" fmla="*/ 6 h 168"/>
                  <a:gd name="T8" fmla="*/ 73 w 120"/>
                  <a:gd name="T9" fmla="*/ 22 h 168"/>
                  <a:gd name="T10" fmla="*/ 48 w 120"/>
                  <a:gd name="T11" fmla="*/ 22 h 168"/>
                  <a:gd name="T12" fmla="*/ 50 w 120"/>
                  <a:gd name="T13" fmla="*/ 6 h 168"/>
                  <a:gd name="T14" fmla="*/ 33 w 120"/>
                  <a:gd name="T15" fmla="*/ 15 h 168"/>
                  <a:gd name="T16" fmla="*/ 22 w 120"/>
                  <a:gd name="T17" fmla="*/ 34 h 168"/>
                  <a:gd name="T18" fmla="*/ 12 w 120"/>
                  <a:gd name="T19" fmla="*/ 15 h 168"/>
                  <a:gd name="T20" fmla="*/ 0 w 120"/>
                  <a:gd name="T21" fmla="*/ 6 h 168"/>
                  <a:gd name="T22" fmla="*/ 3 w 120"/>
                  <a:gd name="T23" fmla="*/ 132 h 168"/>
                  <a:gd name="T24" fmla="*/ 120 w 120"/>
                  <a:gd name="T25" fmla="*/ 168 h 168"/>
                  <a:gd name="T26" fmla="*/ 108 w 120"/>
                  <a:gd name="T27" fmla="*/ 6 h 168"/>
                  <a:gd name="T28" fmla="*/ 53 w 120"/>
                  <a:gd name="T29" fmla="*/ 158 h 168"/>
                  <a:gd name="T30" fmla="*/ 10 w 120"/>
                  <a:gd name="T31" fmla="*/ 116 h 168"/>
                  <a:gd name="T32" fmla="*/ 110 w 120"/>
                  <a:gd name="T33" fmla="*/ 44 h 168"/>
                  <a:gd name="T34" fmla="*/ 101 w 120"/>
                  <a:gd name="T35" fmla="*/ 75 h 168"/>
                  <a:gd name="T36" fmla="*/ 21 w 120"/>
                  <a:gd name="T37" fmla="*/ 88 h 168"/>
                  <a:gd name="T38" fmla="*/ 101 w 120"/>
                  <a:gd name="T39" fmla="*/ 75 h 168"/>
                  <a:gd name="T40" fmla="*/ 21 w 120"/>
                  <a:gd name="T41" fmla="*/ 55 h 168"/>
                  <a:gd name="T42" fmla="*/ 101 w 120"/>
                  <a:gd name="T43" fmla="*/ 67 h 168"/>
                  <a:gd name="T44" fmla="*/ 101 w 120"/>
                  <a:gd name="T45" fmla="*/ 96 h 168"/>
                  <a:gd name="T46" fmla="*/ 21 w 120"/>
                  <a:gd name="T47" fmla="*/ 108 h 168"/>
                  <a:gd name="T48" fmla="*/ 101 w 120"/>
                  <a:gd name="T49" fmla="*/ 96 h 168"/>
                  <a:gd name="T50" fmla="*/ 104 w 120"/>
                  <a:gd name="T51" fmla="*/ 23 h 168"/>
                  <a:gd name="T52" fmla="*/ 98 w 120"/>
                  <a:gd name="T53" fmla="*/ 0 h 168"/>
                  <a:gd name="T54" fmla="*/ 92 w 120"/>
                  <a:gd name="T55" fmla="*/ 23 h 168"/>
                  <a:gd name="T56" fmla="*/ 22 w 120"/>
                  <a:gd name="T57" fmla="*/ 29 h 168"/>
                  <a:gd name="T58" fmla="*/ 29 w 120"/>
                  <a:gd name="T59" fmla="*/ 6 h 168"/>
                  <a:gd name="T60" fmla="*/ 16 w 120"/>
                  <a:gd name="T61" fmla="*/ 6 h 168"/>
                  <a:gd name="T62" fmla="*/ 22 w 120"/>
                  <a:gd name="T63" fmla="*/ 29 h 168"/>
                  <a:gd name="T64" fmla="*/ 66 w 120"/>
                  <a:gd name="T65" fmla="*/ 23 h 168"/>
                  <a:gd name="T66" fmla="*/ 60 w 120"/>
                  <a:gd name="T67" fmla="*/ 0 h 168"/>
                  <a:gd name="T68" fmla="*/ 54 w 120"/>
                  <a:gd name="T69" fmla="*/ 23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20" h="168">
                    <a:moveTo>
                      <a:pt x="108" y="6"/>
                    </a:moveTo>
                    <a:cubicBezTo>
                      <a:pt x="108" y="15"/>
                      <a:pt x="108" y="15"/>
                      <a:pt x="108" y="15"/>
                    </a:cubicBezTo>
                    <a:cubicBezTo>
                      <a:pt x="110" y="17"/>
                      <a:pt x="110" y="20"/>
                      <a:pt x="110" y="22"/>
                    </a:cubicBezTo>
                    <a:cubicBezTo>
                      <a:pt x="110" y="29"/>
                      <a:pt x="105" y="34"/>
                      <a:pt x="98" y="34"/>
                    </a:cubicBezTo>
                    <a:cubicBezTo>
                      <a:pt x="91" y="34"/>
                      <a:pt x="86" y="29"/>
                      <a:pt x="86" y="22"/>
                    </a:cubicBezTo>
                    <a:cubicBezTo>
                      <a:pt x="86" y="20"/>
                      <a:pt x="86" y="17"/>
                      <a:pt x="87" y="15"/>
                    </a:cubicBezTo>
                    <a:cubicBezTo>
                      <a:pt x="87" y="6"/>
                      <a:pt x="87" y="6"/>
                      <a:pt x="87" y="6"/>
                    </a:cubicBezTo>
                    <a:cubicBezTo>
                      <a:pt x="71" y="6"/>
                      <a:pt x="71" y="6"/>
                      <a:pt x="71" y="6"/>
                    </a:cubicBezTo>
                    <a:cubicBezTo>
                      <a:pt x="71" y="15"/>
                      <a:pt x="71" y="15"/>
                      <a:pt x="71" y="15"/>
                    </a:cubicBezTo>
                    <a:cubicBezTo>
                      <a:pt x="72" y="17"/>
                      <a:pt x="73" y="20"/>
                      <a:pt x="73" y="22"/>
                    </a:cubicBezTo>
                    <a:cubicBezTo>
                      <a:pt x="73" y="29"/>
                      <a:pt x="67" y="34"/>
                      <a:pt x="60" y="34"/>
                    </a:cubicBezTo>
                    <a:cubicBezTo>
                      <a:pt x="53" y="34"/>
                      <a:pt x="48" y="29"/>
                      <a:pt x="48" y="22"/>
                    </a:cubicBezTo>
                    <a:cubicBezTo>
                      <a:pt x="48" y="20"/>
                      <a:pt x="48" y="17"/>
                      <a:pt x="50" y="15"/>
                    </a:cubicBezTo>
                    <a:cubicBezTo>
                      <a:pt x="50" y="6"/>
                      <a:pt x="50" y="6"/>
                      <a:pt x="50" y="6"/>
                    </a:cubicBezTo>
                    <a:cubicBezTo>
                      <a:pt x="33" y="6"/>
                      <a:pt x="33" y="6"/>
                      <a:pt x="33" y="6"/>
                    </a:cubicBezTo>
                    <a:cubicBezTo>
                      <a:pt x="33" y="15"/>
                      <a:pt x="33" y="15"/>
                      <a:pt x="33" y="15"/>
                    </a:cubicBezTo>
                    <a:cubicBezTo>
                      <a:pt x="34" y="17"/>
                      <a:pt x="35" y="20"/>
                      <a:pt x="35" y="22"/>
                    </a:cubicBezTo>
                    <a:cubicBezTo>
                      <a:pt x="35" y="29"/>
                      <a:pt x="29" y="34"/>
                      <a:pt x="22" y="34"/>
                    </a:cubicBezTo>
                    <a:cubicBezTo>
                      <a:pt x="16" y="34"/>
                      <a:pt x="10" y="29"/>
                      <a:pt x="10" y="22"/>
                    </a:cubicBezTo>
                    <a:cubicBezTo>
                      <a:pt x="10" y="20"/>
                      <a:pt x="11" y="17"/>
                      <a:pt x="12" y="15"/>
                    </a:cubicBezTo>
                    <a:cubicBezTo>
                      <a:pt x="12" y="6"/>
                      <a:pt x="12" y="6"/>
                      <a:pt x="12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129"/>
                      <a:pt x="0" y="129"/>
                      <a:pt x="0" y="129"/>
                    </a:cubicBezTo>
                    <a:cubicBezTo>
                      <a:pt x="3" y="132"/>
                      <a:pt x="3" y="132"/>
                      <a:pt x="3" y="132"/>
                    </a:cubicBezTo>
                    <a:cubicBezTo>
                      <a:pt x="40" y="168"/>
                      <a:pt x="40" y="168"/>
                      <a:pt x="40" y="168"/>
                    </a:cubicBezTo>
                    <a:cubicBezTo>
                      <a:pt x="120" y="168"/>
                      <a:pt x="120" y="168"/>
                      <a:pt x="120" y="168"/>
                    </a:cubicBezTo>
                    <a:cubicBezTo>
                      <a:pt x="120" y="6"/>
                      <a:pt x="120" y="6"/>
                      <a:pt x="120" y="6"/>
                    </a:cubicBezTo>
                    <a:lnTo>
                      <a:pt x="108" y="6"/>
                    </a:lnTo>
                    <a:close/>
                    <a:moveTo>
                      <a:pt x="110" y="158"/>
                    </a:moveTo>
                    <a:cubicBezTo>
                      <a:pt x="53" y="158"/>
                      <a:pt x="53" y="158"/>
                      <a:pt x="53" y="158"/>
                    </a:cubicBezTo>
                    <a:cubicBezTo>
                      <a:pt x="38" y="158"/>
                      <a:pt x="45" y="123"/>
                      <a:pt x="45" y="123"/>
                    </a:cubicBezTo>
                    <a:cubicBezTo>
                      <a:pt x="45" y="123"/>
                      <a:pt x="11" y="131"/>
                      <a:pt x="10" y="116"/>
                    </a:cubicBezTo>
                    <a:cubicBezTo>
                      <a:pt x="10" y="44"/>
                      <a:pt x="10" y="44"/>
                      <a:pt x="10" y="44"/>
                    </a:cubicBezTo>
                    <a:cubicBezTo>
                      <a:pt x="110" y="44"/>
                      <a:pt x="110" y="44"/>
                      <a:pt x="110" y="44"/>
                    </a:cubicBezTo>
                    <a:lnTo>
                      <a:pt x="110" y="158"/>
                    </a:lnTo>
                    <a:close/>
                    <a:moveTo>
                      <a:pt x="101" y="75"/>
                    </a:moveTo>
                    <a:cubicBezTo>
                      <a:pt x="21" y="75"/>
                      <a:pt x="21" y="75"/>
                      <a:pt x="21" y="75"/>
                    </a:cubicBezTo>
                    <a:cubicBezTo>
                      <a:pt x="21" y="88"/>
                      <a:pt x="21" y="88"/>
                      <a:pt x="21" y="88"/>
                    </a:cubicBezTo>
                    <a:cubicBezTo>
                      <a:pt x="101" y="88"/>
                      <a:pt x="101" y="88"/>
                      <a:pt x="101" y="88"/>
                    </a:cubicBezTo>
                    <a:lnTo>
                      <a:pt x="101" y="75"/>
                    </a:lnTo>
                    <a:close/>
                    <a:moveTo>
                      <a:pt x="101" y="55"/>
                    </a:moveTo>
                    <a:cubicBezTo>
                      <a:pt x="21" y="55"/>
                      <a:pt x="21" y="55"/>
                      <a:pt x="21" y="55"/>
                    </a:cubicBezTo>
                    <a:cubicBezTo>
                      <a:pt x="21" y="67"/>
                      <a:pt x="21" y="67"/>
                      <a:pt x="21" y="67"/>
                    </a:cubicBezTo>
                    <a:cubicBezTo>
                      <a:pt x="101" y="67"/>
                      <a:pt x="101" y="67"/>
                      <a:pt x="101" y="67"/>
                    </a:cubicBezTo>
                    <a:lnTo>
                      <a:pt x="101" y="55"/>
                    </a:lnTo>
                    <a:close/>
                    <a:moveTo>
                      <a:pt x="101" y="96"/>
                    </a:moveTo>
                    <a:cubicBezTo>
                      <a:pt x="21" y="96"/>
                      <a:pt x="21" y="96"/>
                      <a:pt x="21" y="96"/>
                    </a:cubicBezTo>
                    <a:cubicBezTo>
                      <a:pt x="21" y="108"/>
                      <a:pt x="21" y="108"/>
                      <a:pt x="21" y="108"/>
                    </a:cubicBezTo>
                    <a:cubicBezTo>
                      <a:pt x="101" y="108"/>
                      <a:pt x="101" y="108"/>
                      <a:pt x="101" y="108"/>
                    </a:cubicBezTo>
                    <a:lnTo>
                      <a:pt x="101" y="96"/>
                    </a:lnTo>
                    <a:close/>
                    <a:moveTo>
                      <a:pt x="98" y="29"/>
                    </a:moveTo>
                    <a:cubicBezTo>
                      <a:pt x="101" y="29"/>
                      <a:pt x="104" y="26"/>
                      <a:pt x="104" y="23"/>
                    </a:cubicBezTo>
                    <a:cubicBezTo>
                      <a:pt x="104" y="6"/>
                      <a:pt x="104" y="6"/>
                      <a:pt x="104" y="6"/>
                    </a:cubicBezTo>
                    <a:cubicBezTo>
                      <a:pt x="104" y="2"/>
                      <a:pt x="101" y="0"/>
                      <a:pt x="98" y="0"/>
                    </a:cubicBezTo>
                    <a:cubicBezTo>
                      <a:pt x="94" y="0"/>
                      <a:pt x="92" y="2"/>
                      <a:pt x="92" y="6"/>
                    </a:cubicBezTo>
                    <a:cubicBezTo>
                      <a:pt x="92" y="23"/>
                      <a:pt x="92" y="23"/>
                      <a:pt x="92" y="23"/>
                    </a:cubicBezTo>
                    <a:cubicBezTo>
                      <a:pt x="92" y="26"/>
                      <a:pt x="94" y="29"/>
                      <a:pt x="98" y="29"/>
                    </a:cubicBezTo>
                    <a:close/>
                    <a:moveTo>
                      <a:pt x="22" y="29"/>
                    </a:moveTo>
                    <a:cubicBezTo>
                      <a:pt x="26" y="29"/>
                      <a:pt x="29" y="26"/>
                      <a:pt x="29" y="23"/>
                    </a:cubicBezTo>
                    <a:cubicBezTo>
                      <a:pt x="29" y="6"/>
                      <a:pt x="29" y="6"/>
                      <a:pt x="29" y="6"/>
                    </a:cubicBezTo>
                    <a:cubicBezTo>
                      <a:pt x="29" y="2"/>
                      <a:pt x="26" y="0"/>
                      <a:pt x="22" y="0"/>
                    </a:cubicBezTo>
                    <a:cubicBezTo>
                      <a:pt x="19" y="0"/>
                      <a:pt x="16" y="2"/>
                      <a:pt x="16" y="6"/>
                    </a:cubicBezTo>
                    <a:cubicBezTo>
                      <a:pt x="16" y="23"/>
                      <a:pt x="16" y="23"/>
                      <a:pt x="16" y="23"/>
                    </a:cubicBezTo>
                    <a:cubicBezTo>
                      <a:pt x="16" y="26"/>
                      <a:pt x="19" y="29"/>
                      <a:pt x="22" y="29"/>
                    </a:cubicBezTo>
                    <a:close/>
                    <a:moveTo>
                      <a:pt x="60" y="29"/>
                    </a:moveTo>
                    <a:cubicBezTo>
                      <a:pt x="64" y="29"/>
                      <a:pt x="66" y="26"/>
                      <a:pt x="66" y="23"/>
                    </a:cubicBezTo>
                    <a:cubicBezTo>
                      <a:pt x="66" y="6"/>
                      <a:pt x="66" y="6"/>
                      <a:pt x="66" y="6"/>
                    </a:cubicBezTo>
                    <a:cubicBezTo>
                      <a:pt x="66" y="2"/>
                      <a:pt x="64" y="0"/>
                      <a:pt x="60" y="0"/>
                    </a:cubicBezTo>
                    <a:cubicBezTo>
                      <a:pt x="57" y="0"/>
                      <a:pt x="54" y="2"/>
                      <a:pt x="54" y="6"/>
                    </a:cubicBezTo>
                    <a:cubicBezTo>
                      <a:pt x="54" y="23"/>
                      <a:pt x="54" y="23"/>
                      <a:pt x="54" y="23"/>
                    </a:cubicBezTo>
                    <a:cubicBezTo>
                      <a:pt x="54" y="26"/>
                      <a:pt x="57" y="29"/>
                      <a:pt x="60" y="2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55" name="文本框 54">
            <a:extLst>
              <a:ext uri="{FF2B5EF4-FFF2-40B4-BE49-F238E27FC236}">
                <a16:creationId xmlns:a16="http://schemas.microsoft.com/office/drawing/2014/main" id="{D238061E-0E1E-0739-F0E5-167529D2EB4F}"/>
              </a:ext>
            </a:extLst>
          </p:cNvPr>
          <p:cNvSpPr txBox="1"/>
          <p:nvPr/>
        </p:nvSpPr>
        <p:spPr>
          <a:xfrm>
            <a:off x="6177530" y="2286987"/>
            <a:ext cx="5371740" cy="3474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just">
              <a:lnSpc>
                <a:spcPct val="200000"/>
              </a:lnSpc>
            </a:pPr>
            <a:r>
              <a:rPr lang="zh-CN" altLang="en-US" sz="14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编程手是从建模手发展过来的，懂了</a:t>
            </a:r>
            <a:r>
              <a:rPr lang="zh-CN" altLang="en-US" sz="1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建模</a:t>
            </a:r>
            <a:r>
              <a:rPr lang="zh-CN" altLang="en-US" sz="14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才知道怎么该写代码，才知道代码细节怎么写，然后自己再发展一些技能点，比如掌握 </a:t>
            </a:r>
            <a:r>
              <a:rPr lang="en-US" altLang="zh-CN" sz="14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 </a:t>
            </a:r>
            <a:r>
              <a:rPr lang="zh-CN" altLang="en-US" sz="14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基本用法（写脚本，画图，做数据分析），</a:t>
            </a:r>
            <a:r>
              <a:rPr lang="en-US" altLang="zh-CN" sz="14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MATLAB </a:t>
            </a:r>
            <a:r>
              <a:rPr lang="zh-CN" altLang="en-US" sz="14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软件的应用（灵活应用里面内置好的现成函数），</a:t>
            </a:r>
            <a:r>
              <a:rPr lang="en-US" altLang="zh-CN" sz="14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SPSSPRO </a:t>
            </a:r>
            <a:r>
              <a:rPr lang="zh-CN" altLang="en-US" sz="14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软件等。编程手的主要作用就是</a:t>
            </a:r>
            <a:r>
              <a:rPr lang="zh-CN" altLang="en-US" sz="1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实现建模手的奇思妙想</a:t>
            </a:r>
            <a:r>
              <a:rPr lang="zh-CN" altLang="en-US" sz="14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，就是将建立的</a:t>
            </a:r>
            <a:r>
              <a:rPr lang="zh-CN" altLang="en-US" sz="1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</a:t>
            </a:r>
            <a:r>
              <a:rPr lang="zh-CN" altLang="en-US" sz="14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给实现，跑出一个</a:t>
            </a:r>
            <a:r>
              <a:rPr lang="zh-CN" altLang="en-US" sz="1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r>
              <a:rPr lang="zh-CN" altLang="en-US" sz="14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出来，跑出来的可以是</a:t>
            </a:r>
            <a:r>
              <a:rPr lang="zh-CN" altLang="en-US" sz="1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图片</a:t>
            </a:r>
            <a:r>
              <a:rPr lang="zh-CN" altLang="en-US" sz="14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，或者是一系列</a:t>
            </a:r>
            <a:r>
              <a:rPr lang="zh-CN" altLang="en-US" sz="14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zh-CN" altLang="en-US" sz="1400" b="1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，接下来就可以从自己的结果中分析出一些结论，毕竟，有了结果，论文才有说服力，才有分析结论的依据。</a:t>
            </a:r>
          </a:p>
        </p:txBody>
      </p:sp>
    </p:spTree>
  </p:cSld>
  <p:clrMapOvr>
    <a:masterClrMapping/>
  </p:clrMapOvr>
  <p:transition spd="slow" advTm="0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 rot="10800000">
            <a:off x="0" y="-7"/>
            <a:ext cx="12192000" cy="2426618"/>
          </a:xfrm>
          <a:prstGeom prst="rect">
            <a:avLst/>
          </a:prstGeom>
          <a:solidFill>
            <a:srgbClr val="005C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 rot="10800000">
            <a:off x="0" y="2493941"/>
            <a:ext cx="12192000" cy="70698"/>
          </a:xfrm>
          <a:prstGeom prst="rect">
            <a:avLst/>
          </a:prstGeom>
          <a:solidFill>
            <a:srgbClr val="005C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536238" y="3137565"/>
            <a:ext cx="511952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600" b="1" dirty="0">
                <a:solidFill>
                  <a:srgbClr val="005C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感谢聆听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4285732" y="5642268"/>
            <a:ext cx="26389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1400" dirty="0">
              <a:solidFill>
                <a:srgbClr val="005CA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413661" y="5578293"/>
            <a:ext cx="1267774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rgbClr val="005C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分享人：谭磊</a:t>
            </a:r>
            <a:endParaRPr lang="zh-CN" altLang="en-US" sz="1400" dirty="0">
              <a:solidFill>
                <a:srgbClr val="005CA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23851" y="-24013"/>
            <a:ext cx="11544299" cy="3154706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>
            <a:defPPr>
              <a:defRPr lang="zh-CN"/>
            </a:defPPr>
            <a:lvl1pPr algn="ctr"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dist"/>
            <a:r>
              <a:rPr lang="en-US" altLang="zh-CN" sz="19900" b="1" dirty="0">
                <a:solidFill>
                  <a:schemeClr val="bg1">
                    <a:alpha val="10000"/>
                  </a:schemeClr>
                </a:solidFill>
              </a:rPr>
              <a:t>THANKS</a:t>
            </a:r>
            <a:endParaRPr lang="zh-CN" altLang="en-US" sz="19900" b="1" dirty="0">
              <a:solidFill>
                <a:schemeClr val="bg1">
                  <a:alpha val="10000"/>
                </a:schemeClr>
              </a:solidFill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3740" y="-539945"/>
            <a:ext cx="3647616" cy="364761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B4D1F18D-6998-A4E2-1D69-9EB62B107B03}"/>
              </a:ext>
            </a:extLst>
          </p:cNvPr>
          <p:cNvSpPr txBox="1"/>
          <p:nvPr/>
        </p:nvSpPr>
        <p:spPr>
          <a:xfrm>
            <a:off x="3536238" y="4596152"/>
            <a:ext cx="5119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>
                <a:solidFill>
                  <a:srgbClr val="005C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预祝大家都取得好成绩</a:t>
            </a:r>
            <a:endParaRPr lang="zh-CN" altLang="en-US" sz="2400" b="1" dirty="0">
              <a:solidFill>
                <a:srgbClr val="005CA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>
        <p14:doors dir="vert"/>
      </p:transition>
    </mc:Choice>
    <mc:Fallback xmlns="">
      <p:transition spd="slow" advTm="0">
        <p:fade/>
      </p:transition>
    </mc:Fallback>
  </mc:AlternateContent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424</TotalTime>
  <Words>1236</Words>
  <Application>Microsoft Office PowerPoint</Application>
  <PresentationFormat>宽屏</PresentationFormat>
  <Paragraphs>100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2" baseType="lpstr">
      <vt:lpstr>等线</vt:lpstr>
      <vt:lpstr>微软雅黑</vt:lpstr>
      <vt:lpstr>Arial</vt:lpstr>
      <vt:lpstr>Calibri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基础架构处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0022</dc:title>
  <dc:creator>ZK</dc:creator>
  <cp:lastModifiedBy>0511 Phobia</cp:lastModifiedBy>
  <cp:revision>170</cp:revision>
  <dcterms:created xsi:type="dcterms:W3CDTF">2017-04-21T07:43:00Z</dcterms:created>
  <dcterms:modified xsi:type="dcterms:W3CDTF">2026-01-24T05:36:20Z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2052-11.1.0.9584</vt:lpwstr>
  </property>
</Properties>
</file>