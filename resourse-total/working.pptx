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00" userDrawn="1">
          <p15:clr>
            <a:srgbClr val="A4A3A4"/>
          </p15:clr>
        </p15:guide>
        <p15:guide id="2" pos="39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5568A"/>
    <a:srgbClr val="C14545"/>
    <a:srgbClr val="BFBFBF"/>
    <a:srgbClr val="342D5D"/>
    <a:srgbClr val="84ADDC"/>
    <a:srgbClr val="6F7BAC"/>
    <a:srgbClr val="62569F"/>
    <a:srgbClr val="8E8E8E"/>
    <a:srgbClr val="B4BDDC"/>
    <a:srgbClr val="FFB6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417" y="579"/>
      </p:cViewPr>
      <p:guideLst>
        <p:guide orient="horz" pos="1700"/>
        <p:guide pos="39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pn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718820" y="-695325"/>
            <a:ext cx="10868025" cy="47625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18820" y="7084060"/>
            <a:ext cx="10877550" cy="462280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2048510" y="-780415"/>
            <a:ext cx="12065" cy="658495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3453130" y="-780415"/>
            <a:ext cx="12065" cy="658495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4796790" y="-780415"/>
            <a:ext cx="12065" cy="658495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 userDrawn="1"/>
        </p:nvCxnSpPr>
        <p:spPr>
          <a:xfrm>
            <a:off x="6160770" y="-780415"/>
            <a:ext cx="12065" cy="658495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 userDrawn="1"/>
        </p:nvCxnSpPr>
        <p:spPr>
          <a:xfrm>
            <a:off x="7524750" y="-780415"/>
            <a:ext cx="12065" cy="658495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 userDrawn="1"/>
        </p:nvCxnSpPr>
        <p:spPr>
          <a:xfrm>
            <a:off x="8888730" y="-780415"/>
            <a:ext cx="12065" cy="658495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 userDrawn="1"/>
        </p:nvCxnSpPr>
        <p:spPr>
          <a:xfrm>
            <a:off x="10252710" y="-780415"/>
            <a:ext cx="12065" cy="658495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 userDrawn="1"/>
        </p:nvCxnSpPr>
        <p:spPr>
          <a:xfrm>
            <a:off x="2489200" y="7035165"/>
            <a:ext cx="12065" cy="658495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 userDrawn="1"/>
        </p:nvCxnSpPr>
        <p:spPr>
          <a:xfrm>
            <a:off x="4334510" y="7035165"/>
            <a:ext cx="12065" cy="658495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 userDrawn="1"/>
        </p:nvCxnSpPr>
        <p:spPr>
          <a:xfrm>
            <a:off x="6166485" y="7035165"/>
            <a:ext cx="12065" cy="658495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 userDrawn="1"/>
        </p:nvCxnSpPr>
        <p:spPr>
          <a:xfrm>
            <a:off x="7998460" y="7035165"/>
            <a:ext cx="12065" cy="658495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 userDrawn="1"/>
        </p:nvCxnSpPr>
        <p:spPr>
          <a:xfrm>
            <a:off x="9796780" y="7035165"/>
            <a:ext cx="12065" cy="658495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8919386" name="图片 1"/>
          <p:cNvPicPr>
            <a:picLocks noChangeAspect="1"/>
          </p:cNvPicPr>
          <p:nvPr userDrawn="1"/>
        </p:nvPicPr>
        <p:blipFill>
          <a:blip r:embed="rId1"/>
          <a:stretch>
            <a:fillRect/>
          </a:stretch>
        </p:blipFill>
        <p:spPr>
          <a:xfrm>
            <a:off x="-3437255" y="397510"/>
            <a:ext cx="6373495" cy="606298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4608195" y="442595"/>
            <a:ext cx="6153785" cy="1507490"/>
          </a:xfrm>
          <a:prstGeom prst="rect">
            <a:avLst/>
          </a:prstGeom>
          <a:solidFill>
            <a:srgbClr val="EDF2F8">
              <a:alpha val="53000"/>
            </a:srgbClr>
          </a:solidFill>
          <a:ln w="28575" cmpd="sng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608830" y="2042160"/>
            <a:ext cx="6153785" cy="1306830"/>
          </a:xfrm>
          <a:prstGeom prst="rect">
            <a:avLst/>
          </a:prstGeom>
          <a:solidFill>
            <a:srgbClr val="EDF2F8">
              <a:alpha val="53000"/>
            </a:srgbClr>
          </a:solidFill>
          <a:ln w="28575" cmpd="sng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608195" y="3448050"/>
            <a:ext cx="4516120" cy="2804160"/>
          </a:xfrm>
          <a:prstGeom prst="rect">
            <a:avLst/>
          </a:prstGeom>
          <a:solidFill>
            <a:srgbClr val="EDF2F8">
              <a:alpha val="53000"/>
            </a:srgbClr>
          </a:solidFill>
          <a:ln w="28575" cmpd="sng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472" name="Google Shape;8472;p83"/>
          <p:cNvSpPr/>
          <p:nvPr/>
        </p:nvSpPr>
        <p:spPr>
          <a:xfrm>
            <a:off x="4417695" y="1161415"/>
            <a:ext cx="120650" cy="120650"/>
          </a:xfrm>
          <a:prstGeom prst="ellipse">
            <a:avLst/>
          </a:prstGeom>
          <a:solidFill>
            <a:srgbClr val="A5B7C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+mn-ea"/>
              <a:cs typeface="+mn-cs"/>
            </a:endParaRPr>
          </a:p>
        </p:txBody>
      </p:sp>
      <p:sp>
        <p:nvSpPr>
          <p:cNvPr id="15" name="Google Shape;8472;p83"/>
          <p:cNvSpPr/>
          <p:nvPr/>
        </p:nvSpPr>
        <p:spPr>
          <a:xfrm>
            <a:off x="4417695" y="2548255"/>
            <a:ext cx="120650" cy="120650"/>
          </a:xfrm>
          <a:prstGeom prst="ellipse">
            <a:avLst/>
          </a:prstGeom>
          <a:solidFill>
            <a:srgbClr val="A5B7C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+mn-ea"/>
              <a:cs typeface="+mn-cs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877945" y="1229360"/>
            <a:ext cx="641985" cy="3935730"/>
            <a:chOff x="6107" y="1936"/>
            <a:chExt cx="1011" cy="6198"/>
          </a:xfrm>
        </p:grpSpPr>
        <p:grpSp>
          <p:nvGrpSpPr>
            <p:cNvPr id="23" name="组合 22"/>
            <p:cNvGrpSpPr/>
            <p:nvPr/>
          </p:nvGrpSpPr>
          <p:grpSpPr>
            <a:xfrm>
              <a:off x="6107" y="1936"/>
              <a:ext cx="939" cy="6199"/>
              <a:chOff x="6095" y="1936"/>
              <a:chExt cx="939" cy="6199"/>
            </a:xfrm>
          </p:grpSpPr>
          <p:cxnSp>
            <p:nvCxnSpPr>
              <p:cNvPr id="19" name="直接连接符 18"/>
              <p:cNvCxnSpPr/>
              <p:nvPr/>
            </p:nvCxnSpPr>
            <p:spPr>
              <a:xfrm flipH="1">
                <a:off x="6095" y="1936"/>
                <a:ext cx="939" cy="0"/>
              </a:xfrm>
              <a:prstGeom prst="line">
                <a:avLst/>
              </a:prstGeom>
              <a:ln w="28575">
                <a:solidFill>
                  <a:srgbClr val="A5B7C6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/>
              <p:cNvCxnSpPr/>
              <p:nvPr/>
            </p:nvCxnSpPr>
            <p:spPr>
              <a:xfrm flipH="1">
                <a:off x="6095" y="4108"/>
                <a:ext cx="939" cy="0"/>
              </a:xfrm>
              <a:prstGeom prst="line">
                <a:avLst/>
              </a:prstGeom>
              <a:ln w="28575">
                <a:solidFill>
                  <a:srgbClr val="A5B7C6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/>
              <p:cNvCxnSpPr/>
              <p:nvPr/>
            </p:nvCxnSpPr>
            <p:spPr>
              <a:xfrm flipH="1" flipV="1">
                <a:off x="6101" y="1936"/>
                <a:ext cx="29" cy="6199"/>
              </a:xfrm>
              <a:prstGeom prst="line">
                <a:avLst/>
              </a:prstGeom>
              <a:ln w="28575">
                <a:solidFill>
                  <a:srgbClr val="A5B7C6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cxnSp>
          <p:nvCxnSpPr>
            <p:cNvPr id="22" name="直接箭头连接符 21"/>
            <p:cNvCxnSpPr/>
            <p:nvPr/>
          </p:nvCxnSpPr>
          <p:spPr>
            <a:xfrm>
              <a:off x="6122" y="8132"/>
              <a:ext cx="997" cy="0"/>
            </a:xfrm>
            <a:prstGeom prst="straightConnector1">
              <a:avLst/>
            </a:prstGeom>
            <a:ln w="28575">
              <a:solidFill>
                <a:srgbClr val="A5B7C6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43" name="组合 42"/>
          <p:cNvGrpSpPr/>
          <p:nvPr/>
        </p:nvGrpSpPr>
        <p:grpSpPr>
          <a:xfrm>
            <a:off x="4817110" y="704215"/>
            <a:ext cx="5815965" cy="1198880"/>
            <a:chOff x="7586" y="1109"/>
            <a:chExt cx="9159" cy="1768"/>
          </a:xfrm>
        </p:grpSpPr>
        <p:sp>
          <p:nvSpPr>
            <p:cNvPr id="3" name="矩形 2"/>
            <p:cNvSpPr/>
            <p:nvPr/>
          </p:nvSpPr>
          <p:spPr>
            <a:xfrm>
              <a:off x="7586" y="1109"/>
              <a:ext cx="2956" cy="1769"/>
            </a:xfrm>
            <a:prstGeom prst="rect">
              <a:avLst/>
            </a:prstGeom>
            <a:solidFill>
              <a:srgbClr val="E5EAF8"/>
            </a:solidFill>
            <a:ln w="22225" cap="flat" cmpd="sng">
              <a:solidFill>
                <a:srgbClr val="616161"/>
              </a:solidFill>
              <a:prstDash val="dash"/>
              <a:miter lim="800000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矩形 3"/>
            <p:cNvSpPr/>
            <p:nvPr/>
          </p:nvSpPr>
          <p:spPr>
            <a:xfrm>
              <a:off x="10646" y="1109"/>
              <a:ext cx="3284" cy="1769"/>
            </a:xfrm>
            <a:prstGeom prst="rect">
              <a:avLst/>
            </a:prstGeom>
            <a:solidFill>
              <a:srgbClr val="E0E4F1"/>
            </a:solidFill>
            <a:ln w="22225" cap="flat" cmpd="sng">
              <a:solidFill>
                <a:srgbClr val="616161"/>
              </a:solidFill>
              <a:prstDash val="dash"/>
              <a:miter lim="800000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14035" y="1109"/>
              <a:ext cx="2710" cy="1769"/>
            </a:xfrm>
            <a:prstGeom prst="rect">
              <a:avLst/>
            </a:prstGeom>
            <a:solidFill>
              <a:srgbClr val="B9D3EA">
                <a:alpha val="44000"/>
              </a:srgbClr>
            </a:solidFill>
            <a:ln w="22225" cap="flat" cmpd="sng">
              <a:solidFill>
                <a:srgbClr val="616161"/>
              </a:solidFill>
              <a:prstDash val="dash"/>
              <a:miter lim="800000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8" name="矩形 7"/>
          <p:cNvSpPr/>
          <p:nvPr/>
        </p:nvSpPr>
        <p:spPr>
          <a:xfrm>
            <a:off x="4817110" y="2346960"/>
            <a:ext cx="5815965" cy="916940"/>
          </a:xfrm>
          <a:prstGeom prst="rect">
            <a:avLst/>
          </a:prstGeom>
          <a:solidFill>
            <a:srgbClr val="F6E5E5">
              <a:alpha val="53000"/>
            </a:srgbClr>
          </a:solidFill>
          <a:ln w="22225" cap="flat" cmpd="sng">
            <a:solidFill>
              <a:srgbClr val="616161"/>
            </a:solidFill>
            <a:prstDash val="dash"/>
            <a:miter lim="800000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4702175" y="3702685"/>
            <a:ext cx="3215640" cy="2315210"/>
          </a:xfrm>
          <a:prstGeom prst="rect">
            <a:avLst/>
          </a:prstGeom>
          <a:solidFill>
            <a:srgbClr val="DAF3E7"/>
          </a:solidFill>
          <a:ln w="22225" cap="flat" cmpd="sng">
            <a:solidFill>
              <a:srgbClr val="616161"/>
            </a:solidFill>
            <a:prstDash val="dash"/>
            <a:miter lim="800000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9327515" y="3452495"/>
            <a:ext cx="1434465" cy="1228725"/>
            <a:chOff x="14689" y="5437"/>
            <a:chExt cx="2296" cy="1935"/>
          </a:xfrm>
        </p:grpSpPr>
        <p:sp>
          <p:nvSpPr>
            <p:cNvPr id="12" name="矩形 11"/>
            <p:cNvSpPr/>
            <p:nvPr/>
          </p:nvSpPr>
          <p:spPr>
            <a:xfrm>
              <a:off x="14689" y="5437"/>
              <a:ext cx="2296" cy="720"/>
            </a:xfrm>
            <a:prstGeom prst="rect">
              <a:avLst/>
            </a:prstGeom>
            <a:solidFill>
              <a:srgbClr val="FFCD6D">
                <a:alpha val="60000"/>
              </a:srgbClr>
            </a:solidFill>
            <a:ln w="15875">
              <a:solidFill>
                <a:srgbClr val="61616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14689" y="6149"/>
              <a:ext cx="2296" cy="1223"/>
            </a:xfrm>
            <a:prstGeom prst="rect">
              <a:avLst/>
            </a:prstGeom>
            <a:solidFill>
              <a:srgbClr val="FFF3DB"/>
            </a:solidFill>
            <a:ln w="15875">
              <a:solidFill>
                <a:srgbClr val="61616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9327515" y="4794885"/>
            <a:ext cx="1435100" cy="1451610"/>
            <a:chOff x="14689" y="7551"/>
            <a:chExt cx="2296" cy="2286"/>
          </a:xfrm>
        </p:grpSpPr>
        <p:sp>
          <p:nvSpPr>
            <p:cNvPr id="14" name="矩形 13"/>
            <p:cNvSpPr/>
            <p:nvPr/>
          </p:nvSpPr>
          <p:spPr>
            <a:xfrm>
              <a:off x="14689" y="7551"/>
              <a:ext cx="2296" cy="720"/>
            </a:xfrm>
            <a:prstGeom prst="rect">
              <a:avLst/>
            </a:prstGeom>
            <a:solidFill>
              <a:srgbClr val="FFCD6D">
                <a:alpha val="60000"/>
              </a:srgb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>
            <a:xfrm>
              <a:off x="14689" y="8271"/>
              <a:ext cx="2296" cy="1567"/>
            </a:xfrm>
            <a:prstGeom prst="rect">
              <a:avLst/>
            </a:prstGeom>
            <a:solidFill>
              <a:srgbClr val="FFF3DB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7" name="矩形 16"/>
          <p:cNvSpPr/>
          <p:nvPr/>
        </p:nvSpPr>
        <p:spPr>
          <a:xfrm>
            <a:off x="8036560" y="3702685"/>
            <a:ext cx="960120" cy="1136650"/>
          </a:xfrm>
          <a:prstGeom prst="rect">
            <a:avLst/>
          </a:prstGeom>
          <a:solidFill>
            <a:srgbClr val="A3E1C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8036560" y="4909185"/>
            <a:ext cx="960120" cy="1137600"/>
          </a:xfrm>
          <a:prstGeom prst="rect">
            <a:avLst/>
          </a:prstGeom>
          <a:solidFill>
            <a:srgbClr val="A3E1C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4972050" y="2417445"/>
            <a:ext cx="964565" cy="252000"/>
          </a:xfrm>
          <a:prstGeom prst="rect">
            <a:avLst/>
          </a:prstGeom>
          <a:solidFill>
            <a:srgbClr val="EFD0D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4972050" y="2741930"/>
            <a:ext cx="964565" cy="252000"/>
          </a:xfrm>
          <a:prstGeom prst="rect">
            <a:avLst/>
          </a:prstGeom>
          <a:solidFill>
            <a:srgbClr val="EFD0D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6260465" y="2576830"/>
            <a:ext cx="964565" cy="252000"/>
          </a:xfrm>
          <a:prstGeom prst="rect">
            <a:avLst/>
          </a:prstGeom>
          <a:solidFill>
            <a:srgbClr val="E39F9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6260465" y="2917190"/>
            <a:ext cx="964565" cy="252000"/>
          </a:xfrm>
          <a:prstGeom prst="rect">
            <a:avLst/>
          </a:prstGeom>
          <a:solidFill>
            <a:srgbClr val="E39F9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7560310" y="2576830"/>
            <a:ext cx="797560" cy="252000"/>
          </a:xfrm>
          <a:prstGeom prst="rect">
            <a:avLst/>
          </a:prstGeom>
          <a:solidFill>
            <a:srgbClr val="EFD0D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7560310" y="2917190"/>
            <a:ext cx="797560" cy="252000"/>
          </a:xfrm>
          <a:prstGeom prst="rect">
            <a:avLst/>
          </a:prstGeom>
          <a:solidFill>
            <a:srgbClr val="EFD0D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8676640" y="2698115"/>
            <a:ext cx="801370" cy="311150"/>
          </a:xfrm>
          <a:prstGeom prst="rect">
            <a:avLst/>
          </a:prstGeom>
          <a:solidFill>
            <a:srgbClr val="E39F9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9648825" y="2691765"/>
            <a:ext cx="801370" cy="311150"/>
          </a:xfrm>
          <a:prstGeom prst="rect">
            <a:avLst/>
          </a:prstGeom>
          <a:solidFill>
            <a:srgbClr val="C1454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4932045" y="788670"/>
            <a:ext cx="1620520" cy="213995"/>
          </a:xfrm>
          <a:prstGeom prst="rect">
            <a:avLst/>
          </a:prstGeom>
          <a:solidFill>
            <a:srgbClr val="B1BFE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6889750" y="788670"/>
            <a:ext cx="1818640" cy="213995"/>
          </a:xfrm>
          <a:prstGeom prst="rect">
            <a:avLst/>
          </a:prstGeom>
          <a:solidFill>
            <a:srgbClr val="C0C9E3">
              <a:alpha val="73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9043035" y="788670"/>
            <a:ext cx="1454150" cy="213995"/>
          </a:xfrm>
          <a:prstGeom prst="rect">
            <a:avLst/>
          </a:prstGeom>
          <a:solidFill>
            <a:srgbClr val="84ADD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4933315" y="1057275"/>
            <a:ext cx="626110" cy="319405"/>
          </a:xfrm>
          <a:prstGeom prst="rect">
            <a:avLst/>
          </a:prstGeom>
          <a:solidFill>
            <a:srgbClr val="62569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4936490" y="1436370"/>
            <a:ext cx="622935" cy="319405"/>
          </a:xfrm>
          <a:prstGeom prst="rect">
            <a:avLst/>
          </a:prstGeom>
          <a:solidFill>
            <a:srgbClr val="62569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矩形 38"/>
          <p:cNvSpPr/>
          <p:nvPr/>
        </p:nvSpPr>
        <p:spPr>
          <a:xfrm>
            <a:off x="6889750" y="1057275"/>
            <a:ext cx="1816735" cy="213995"/>
          </a:xfrm>
          <a:prstGeom prst="rect">
            <a:avLst/>
          </a:prstGeom>
          <a:solidFill>
            <a:srgbClr val="A3AED5">
              <a:alpha val="73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6889750" y="1413510"/>
            <a:ext cx="1824355" cy="347345"/>
          </a:xfrm>
          <a:prstGeom prst="rect">
            <a:avLst/>
          </a:prstGeom>
          <a:solidFill>
            <a:srgbClr val="445493">
              <a:alpha val="73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9044305" y="1057275"/>
            <a:ext cx="1454150" cy="214630"/>
          </a:xfrm>
          <a:prstGeom prst="rect">
            <a:avLst/>
          </a:prstGeom>
          <a:solidFill>
            <a:srgbClr val="BDD5E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9053830" y="1413510"/>
            <a:ext cx="1444625" cy="347345"/>
          </a:xfrm>
          <a:prstGeom prst="rect">
            <a:avLst/>
          </a:prstGeom>
          <a:solidFill>
            <a:srgbClr val="BDD5E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6" name="直接连接符 45"/>
          <p:cNvCxnSpPr/>
          <p:nvPr/>
        </p:nvCxnSpPr>
        <p:spPr>
          <a:xfrm>
            <a:off x="5601335" y="1229360"/>
            <a:ext cx="0" cy="391795"/>
          </a:xfrm>
          <a:prstGeom prst="line">
            <a:avLst/>
          </a:prstGeom>
          <a:ln w="15875">
            <a:solidFill>
              <a:srgbClr val="62569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8" name="矩形 37"/>
          <p:cNvSpPr/>
          <p:nvPr/>
        </p:nvSpPr>
        <p:spPr>
          <a:xfrm>
            <a:off x="5840730" y="1181735"/>
            <a:ext cx="710565" cy="426720"/>
          </a:xfrm>
          <a:prstGeom prst="rect">
            <a:avLst/>
          </a:prstGeom>
          <a:solidFill>
            <a:srgbClr val="342D5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58" name="直线箭头连接符 46"/>
          <p:cNvCxnSpPr/>
          <p:nvPr/>
        </p:nvCxnSpPr>
        <p:spPr>
          <a:xfrm>
            <a:off x="8170488" y="1282065"/>
            <a:ext cx="3175" cy="127635"/>
          </a:xfrm>
          <a:prstGeom prst="straightConnector1">
            <a:avLst/>
          </a:prstGeom>
          <a:ln w="12700" cmpd="sng">
            <a:solidFill>
              <a:srgbClr val="6F7BAC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线箭头连接符 46"/>
          <p:cNvCxnSpPr/>
          <p:nvPr/>
        </p:nvCxnSpPr>
        <p:spPr>
          <a:xfrm>
            <a:off x="9779578" y="1760855"/>
            <a:ext cx="635" cy="335280"/>
          </a:xfrm>
          <a:prstGeom prst="straightConnector1">
            <a:avLst/>
          </a:prstGeom>
          <a:ln w="12700" cmpd="sng">
            <a:solidFill>
              <a:srgbClr val="BFBFBF"/>
            </a:solidFill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线箭头连接符 46"/>
          <p:cNvCxnSpPr/>
          <p:nvPr/>
        </p:nvCxnSpPr>
        <p:spPr>
          <a:xfrm>
            <a:off x="5601278" y="1413510"/>
            <a:ext cx="237490" cy="1270"/>
          </a:xfrm>
          <a:prstGeom prst="straightConnector1">
            <a:avLst/>
          </a:prstGeom>
          <a:ln w="12700" cmpd="sng">
            <a:solidFill>
              <a:srgbClr val="62569F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线箭头连接符 46"/>
          <p:cNvCxnSpPr/>
          <p:nvPr/>
        </p:nvCxnSpPr>
        <p:spPr>
          <a:xfrm>
            <a:off x="9773863" y="1282065"/>
            <a:ext cx="3175" cy="127635"/>
          </a:xfrm>
          <a:prstGeom prst="straightConnector1">
            <a:avLst/>
          </a:prstGeom>
          <a:ln w="12700" cmpd="sng">
            <a:solidFill>
              <a:srgbClr val="84ADDC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线箭头连接符 46"/>
          <p:cNvCxnSpPr/>
          <p:nvPr/>
        </p:nvCxnSpPr>
        <p:spPr>
          <a:xfrm flipV="1">
            <a:off x="4728788" y="2125345"/>
            <a:ext cx="5057140" cy="5080"/>
          </a:xfrm>
          <a:prstGeom prst="straightConnector1">
            <a:avLst/>
          </a:prstGeom>
          <a:ln w="12700" cmpd="sng">
            <a:solidFill>
              <a:srgbClr val="BFBFBF"/>
            </a:solidFill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线箭头连接符 46"/>
          <p:cNvCxnSpPr/>
          <p:nvPr/>
        </p:nvCxnSpPr>
        <p:spPr>
          <a:xfrm>
            <a:off x="4700848" y="2150110"/>
            <a:ext cx="0" cy="370205"/>
          </a:xfrm>
          <a:prstGeom prst="straightConnector1">
            <a:avLst/>
          </a:prstGeom>
          <a:ln w="12700" cmpd="sng">
            <a:solidFill>
              <a:srgbClr val="BFBFBF"/>
            </a:solidFill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线箭头连接符 46"/>
          <p:cNvCxnSpPr/>
          <p:nvPr/>
        </p:nvCxnSpPr>
        <p:spPr>
          <a:xfrm>
            <a:off x="4728788" y="2520315"/>
            <a:ext cx="237490" cy="1270"/>
          </a:xfrm>
          <a:prstGeom prst="straightConnector1">
            <a:avLst/>
          </a:prstGeom>
          <a:ln w="12700" cmpd="sng">
            <a:solidFill>
              <a:srgbClr val="BFBFBF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/>
          <p:cNvCxnSpPr/>
          <p:nvPr/>
        </p:nvCxnSpPr>
        <p:spPr>
          <a:xfrm>
            <a:off x="5992495" y="2514600"/>
            <a:ext cx="0" cy="391795"/>
          </a:xfrm>
          <a:prstGeom prst="line">
            <a:avLst/>
          </a:prstGeom>
          <a:ln w="15875">
            <a:solidFill>
              <a:srgbClr val="C14545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8" name="直线箭头连接符 46"/>
          <p:cNvCxnSpPr/>
          <p:nvPr/>
        </p:nvCxnSpPr>
        <p:spPr>
          <a:xfrm>
            <a:off x="5992438" y="2698750"/>
            <a:ext cx="237490" cy="1270"/>
          </a:xfrm>
          <a:prstGeom prst="straightConnector1">
            <a:avLst/>
          </a:prstGeom>
          <a:ln w="12700" cmpd="sng">
            <a:solidFill>
              <a:srgbClr val="C14545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肘形连接符 68"/>
          <p:cNvCxnSpPr>
            <a:stCxn id="27" idx="2"/>
            <a:endCxn id="30" idx="1"/>
          </p:cNvCxnSpPr>
          <p:nvPr/>
        </p:nvCxnSpPr>
        <p:spPr>
          <a:xfrm rot="5400000" flipV="1">
            <a:off x="5832475" y="2615565"/>
            <a:ext cx="49530" cy="805815"/>
          </a:xfrm>
          <a:prstGeom prst="bentConnector2">
            <a:avLst/>
          </a:prstGeom>
          <a:ln w="12700" cmpd="sng">
            <a:solidFill>
              <a:srgbClr val="C14545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75" name="组合 74"/>
          <p:cNvGrpSpPr/>
          <p:nvPr/>
        </p:nvGrpSpPr>
        <p:grpSpPr>
          <a:xfrm>
            <a:off x="6462395" y="2449195"/>
            <a:ext cx="240665" cy="127000"/>
            <a:chOff x="10177" y="3857"/>
            <a:chExt cx="379" cy="200"/>
          </a:xfrm>
        </p:grpSpPr>
        <p:cxnSp>
          <p:nvCxnSpPr>
            <p:cNvPr id="71" name="直线箭头连接符 46"/>
            <p:cNvCxnSpPr/>
            <p:nvPr/>
          </p:nvCxnSpPr>
          <p:spPr>
            <a:xfrm>
              <a:off x="10177" y="3857"/>
              <a:ext cx="5" cy="201"/>
            </a:xfrm>
            <a:prstGeom prst="straightConnector1">
              <a:avLst/>
            </a:prstGeom>
            <a:ln w="12700" cmpd="sng">
              <a:solidFill>
                <a:srgbClr val="C14545"/>
              </a:solidFill>
              <a:prstDash val="dash"/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线箭头连接符 46"/>
            <p:cNvCxnSpPr/>
            <p:nvPr/>
          </p:nvCxnSpPr>
          <p:spPr>
            <a:xfrm>
              <a:off x="10182" y="3857"/>
              <a:ext cx="374" cy="2"/>
            </a:xfrm>
            <a:prstGeom prst="straightConnector1">
              <a:avLst/>
            </a:prstGeom>
            <a:ln w="12700" cmpd="sng">
              <a:solidFill>
                <a:srgbClr val="C14545"/>
              </a:solidFill>
              <a:prstDash val="dash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4" name="直线箭头连接符 46"/>
          <p:cNvCxnSpPr/>
          <p:nvPr/>
        </p:nvCxnSpPr>
        <p:spPr>
          <a:xfrm>
            <a:off x="7242118" y="2698750"/>
            <a:ext cx="312420" cy="4445"/>
          </a:xfrm>
          <a:prstGeom prst="straightConnector1">
            <a:avLst/>
          </a:prstGeom>
          <a:ln w="12700" cmpd="sng">
            <a:solidFill>
              <a:srgbClr val="C14545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线箭头连接符 46"/>
          <p:cNvCxnSpPr/>
          <p:nvPr/>
        </p:nvCxnSpPr>
        <p:spPr>
          <a:xfrm>
            <a:off x="7957128" y="2830195"/>
            <a:ext cx="1905" cy="88265"/>
          </a:xfrm>
          <a:prstGeom prst="straightConnector1">
            <a:avLst/>
          </a:prstGeom>
          <a:ln w="12700" cmpd="sng">
            <a:solidFill>
              <a:srgbClr val="C14545"/>
            </a:solidFill>
            <a:prstDash val="dash"/>
            <a:headEnd type="none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肘形连接符 78"/>
          <p:cNvCxnSpPr>
            <a:stCxn id="29" idx="3"/>
            <a:endCxn id="31" idx="1"/>
          </p:cNvCxnSpPr>
          <p:nvPr/>
        </p:nvCxnSpPr>
        <p:spPr>
          <a:xfrm flipV="1">
            <a:off x="8357870" y="2853690"/>
            <a:ext cx="318770" cy="189865"/>
          </a:xfrm>
          <a:prstGeom prst="bentConnector3">
            <a:avLst>
              <a:gd name="adj1" fmla="val 50000"/>
            </a:avLst>
          </a:prstGeom>
          <a:ln>
            <a:solidFill>
              <a:srgbClr val="C14545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0" name="直线箭头连接符 46"/>
          <p:cNvCxnSpPr/>
          <p:nvPr/>
        </p:nvCxnSpPr>
        <p:spPr>
          <a:xfrm flipV="1">
            <a:off x="9477953" y="2847975"/>
            <a:ext cx="147955" cy="4445"/>
          </a:xfrm>
          <a:prstGeom prst="straightConnector1">
            <a:avLst/>
          </a:prstGeom>
          <a:ln w="12700" cmpd="sng">
            <a:solidFill>
              <a:srgbClr val="C14545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1" name="图片 80" descr="16-资源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960000" flipH="1">
            <a:off x="8989695" y="3094355"/>
            <a:ext cx="728345" cy="497840"/>
          </a:xfrm>
          <a:prstGeom prst="rect">
            <a:avLst/>
          </a:prstGeom>
          <a:noFill/>
          <a:ln>
            <a:noFill/>
          </a:ln>
          <a:scene3d>
            <a:camera prst="orthographicFront">
              <a:rot lat="0" lon="0" rev="0"/>
            </a:camera>
            <a:lightRig rig="threePt" dir="t"/>
          </a:scene3d>
        </p:spPr>
      </p:pic>
      <p:sp>
        <p:nvSpPr>
          <p:cNvPr id="82" name="文本框 81"/>
          <p:cNvSpPr txBox="1"/>
          <p:nvPr/>
        </p:nvSpPr>
        <p:spPr>
          <a:xfrm>
            <a:off x="3422650" y="4451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方正舒体" panose="02010601030101010101" charset="-122"/>
                <a:ea typeface="方正舒体" panose="02010601030101010101" charset="-122"/>
              </a:rPr>
              <a:t>Model</a:t>
            </a:r>
            <a:endParaRPr lang="en-US" altLang="zh-CN" b="1">
              <a:latin typeface="方正舒体" panose="02010601030101010101" charset="-122"/>
              <a:ea typeface="方正舒体" panose="0201060103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8919386" name="图片 1"/>
          <p:cNvPicPr>
            <a:picLocks noChangeAspect="1"/>
          </p:cNvPicPr>
          <p:nvPr userDrawn="1"/>
        </p:nvPicPr>
        <p:blipFill>
          <a:blip r:embed="rId1"/>
          <a:stretch>
            <a:fillRect/>
          </a:stretch>
        </p:blipFill>
        <p:spPr>
          <a:xfrm>
            <a:off x="-3437255" y="397510"/>
            <a:ext cx="6373495" cy="606298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4608195" y="442595"/>
            <a:ext cx="6153785" cy="1507490"/>
          </a:xfrm>
          <a:prstGeom prst="rect">
            <a:avLst/>
          </a:prstGeom>
          <a:solidFill>
            <a:srgbClr val="EDF2F8">
              <a:alpha val="53000"/>
            </a:srgbClr>
          </a:solidFill>
          <a:ln w="28575" cmpd="sng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608830" y="2042160"/>
            <a:ext cx="6153785" cy="1306830"/>
          </a:xfrm>
          <a:prstGeom prst="rect">
            <a:avLst/>
          </a:prstGeom>
          <a:solidFill>
            <a:srgbClr val="EDF2F8">
              <a:alpha val="53000"/>
            </a:srgbClr>
          </a:solidFill>
          <a:ln w="28575" cmpd="sng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608195" y="3448050"/>
            <a:ext cx="4516120" cy="2804160"/>
          </a:xfrm>
          <a:prstGeom prst="rect">
            <a:avLst/>
          </a:prstGeom>
          <a:solidFill>
            <a:srgbClr val="EDF2F8">
              <a:alpha val="53000"/>
            </a:srgbClr>
          </a:solidFill>
          <a:ln w="28575" cmpd="sng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472" name="Google Shape;8472;p83"/>
          <p:cNvSpPr/>
          <p:nvPr/>
        </p:nvSpPr>
        <p:spPr>
          <a:xfrm>
            <a:off x="4417695" y="1161415"/>
            <a:ext cx="120650" cy="120650"/>
          </a:xfrm>
          <a:prstGeom prst="ellipse">
            <a:avLst/>
          </a:prstGeom>
          <a:solidFill>
            <a:srgbClr val="A5B7C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+mn-ea"/>
              <a:cs typeface="+mn-cs"/>
            </a:endParaRPr>
          </a:p>
        </p:txBody>
      </p:sp>
      <p:sp>
        <p:nvSpPr>
          <p:cNvPr id="15" name="Google Shape;8472;p83"/>
          <p:cNvSpPr/>
          <p:nvPr/>
        </p:nvSpPr>
        <p:spPr>
          <a:xfrm>
            <a:off x="4417695" y="2548255"/>
            <a:ext cx="120650" cy="120650"/>
          </a:xfrm>
          <a:prstGeom prst="ellipse">
            <a:avLst/>
          </a:prstGeom>
          <a:solidFill>
            <a:srgbClr val="A5B7C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+mn-ea"/>
              <a:cs typeface="+mn-cs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877945" y="1229360"/>
            <a:ext cx="641985" cy="3935730"/>
            <a:chOff x="6107" y="1936"/>
            <a:chExt cx="1011" cy="6198"/>
          </a:xfrm>
        </p:grpSpPr>
        <p:grpSp>
          <p:nvGrpSpPr>
            <p:cNvPr id="23" name="组合 22"/>
            <p:cNvGrpSpPr/>
            <p:nvPr/>
          </p:nvGrpSpPr>
          <p:grpSpPr>
            <a:xfrm>
              <a:off x="6107" y="1936"/>
              <a:ext cx="939" cy="6199"/>
              <a:chOff x="6095" y="1936"/>
              <a:chExt cx="939" cy="6199"/>
            </a:xfrm>
          </p:grpSpPr>
          <p:cxnSp>
            <p:nvCxnSpPr>
              <p:cNvPr id="19" name="直接连接符 18"/>
              <p:cNvCxnSpPr/>
              <p:nvPr/>
            </p:nvCxnSpPr>
            <p:spPr>
              <a:xfrm flipH="1">
                <a:off x="6095" y="1936"/>
                <a:ext cx="939" cy="0"/>
              </a:xfrm>
              <a:prstGeom prst="line">
                <a:avLst/>
              </a:prstGeom>
              <a:ln w="28575">
                <a:solidFill>
                  <a:srgbClr val="A5B7C6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/>
              <p:cNvCxnSpPr/>
              <p:nvPr/>
            </p:nvCxnSpPr>
            <p:spPr>
              <a:xfrm flipH="1">
                <a:off x="6095" y="4108"/>
                <a:ext cx="939" cy="0"/>
              </a:xfrm>
              <a:prstGeom prst="line">
                <a:avLst/>
              </a:prstGeom>
              <a:ln w="28575">
                <a:solidFill>
                  <a:srgbClr val="A5B7C6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/>
              <p:cNvCxnSpPr/>
              <p:nvPr/>
            </p:nvCxnSpPr>
            <p:spPr>
              <a:xfrm flipH="1" flipV="1">
                <a:off x="6101" y="1936"/>
                <a:ext cx="29" cy="6199"/>
              </a:xfrm>
              <a:prstGeom prst="line">
                <a:avLst/>
              </a:prstGeom>
              <a:ln w="28575">
                <a:solidFill>
                  <a:srgbClr val="A5B7C6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cxnSp>
          <p:nvCxnSpPr>
            <p:cNvPr id="22" name="直接箭头连接符 21"/>
            <p:cNvCxnSpPr/>
            <p:nvPr/>
          </p:nvCxnSpPr>
          <p:spPr>
            <a:xfrm>
              <a:off x="6122" y="8132"/>
              <a:ext cx="997" cy="0"/>
            </a:xfrm>
            <a:prstGeom prst="straightConnector1">
              <a:avLst/>
            </a:prstGeom>
            <a:ln w="28575">
              <a:solidFill>
                <a:srgbClr val="A5B7C6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43" name="组合 42"/>
          <p:cNvGrpSpPr/>
          <p:nvPr/>
        </p:nvGrpSpPr>
        <p:grpSpPr>
          <a:xfrm>
            <a:off x="4817110" y="704215"/>
            <a:ext cx="5815965" cy="1198880"/>
            <a:chOff x="7586" y="1109"/>
            <a:chExt cx="9159" cy="1768"/>
          </a:xfrm>
        </p:grpSpPr>
        <p:sp>
          <p:nvSpPr>
            <p:cNvPr id="3" name="矩形 2"/>
            <p:cNvSpPr/>
            <p:nvPr/>
          </p:nvSpPr>
          <p:spPr>
            <a:xfrm>
              <a:off x="7586" y="1109"/>
              <a:ext cx="2956" cy="1769"/>
            </a:xfrm>
            <a:prstGeom prst="rect">
              <a:avLst/>
            </a:prstGeom>
            <a:solidFill>
              <a:srgbClr val="E5EAF8"/>
            </a:solidFill>
            <a:ln w="22225" cap="flat" cmpd="sng">
              <a:solidFill>
                <a:srgbClr val="616161"/>
              </a:solidFill>
              <a:prstDash val="dash"/>
              <a:miter lim="800000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矩形 3"/>
            <p:cNvSpPr/>
            <p:nvPr/>
          </p:nvSpPr>
          <p:spPr>
            <a:xfrm>
              <a:off x="10646" y="1109"/>
              <a:ext cx="3284" cy="1769"/>
            </a:xfrm>
            <a:prstGeom prst="rect">
              <a:avLst/>
            </a:prstGeom>
            <a:solidFill>
              <a:srgbClr val="E0E4F1"/>
            </a:solidFill>
            <a:ln w="22225" cap="flat" cmpd="sng">
              <a:solidFill>
                <a:srgbClr val="616161"/>
              </a:solidFill>
              <a:prstDash val="dash"/>
              <a:miter lim="800000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14035" y="1109"/>
              <a:ext cx="2710" cy="1769"/>
            </a:xfrm>
            <a:prstGeom prst="rect">
              <a:avLst/>
            </a:prstGeom>
            <a:solidFill>
              <a:srgbClr val="B9D3EA">
                <a:alpha val="44000"/>
              </a:srgbClr>
            </a:solidFill>
            <a:ln w="22225" cap="flat" cmpd="sng">
              <a:solidFill>
                <a:srgbClr val="616161"/>
              </a:solidFill>
              <a:prstDash val="dash"/>
              <a:miter lim="800000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8" name="矩形 7"/>
          <p:cNvSpPr/>
          <p:nvPr/>
        </p:nvSpPr>
        <p:spPr>
          <a:xfrm>
            <a:off x="4817110" y="2346960"/>
            <a:ext cx="5815965" cy="916940"/>
          </a:xfrm>
          <a:prstGeom prst="rect">
            <a:avLst/>
          </a:prstGeom>
          <a:solidFill>
            <a:srgbClr val="F6E5E5">
              <a:alpha val="53000"/>
            </a:srgbClr>
          </a:solidFill>
          <a:ln w="22225" cap="flat" cmpd="sng">
            <a:solidFill>
              <a:srgbClr val="616161"/>
            </a:solidFill>
            <a:prstDash val="dash"/>
            <a:miter lim="800000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4702175" y="3702685"/>
            <a:ext cx="3215640" cy="2315210"/>
          </a:xfrm>
          <a:prstGeom prst="rect">
            <a:avLst/>
          </a:prstGeom>
          <a:solidFill>
            <a:srgbClr val="DAF3E7"/>
          </a:solidFill>
          <a:ln w="22225" cap="flat" cmpd="sng">
            <a:solidFill>
              <a:srgbClr val="616161"/>
            </a:solidFill>
            <a:prstDash val="dash"/>
            <a:miter lim="800000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9327515" y="3452495"/>
            <a:ext cx="1434465" cy="1228725"/>
            <a:chOff x="14689" y="5437"/>
            <a:chExt cx="2296" cy="1935"/>
          </a:xfrm>
        </p:grpSpPr>
        <p:sp>
          <p:nvSpPr>
            <p:cNvPr id="12" name="矩形 11"/>
            <p:cNvSpPr/>
            <p:nvPr/>
          </p:nvSpPr>
          <p:spPr>
            <a:xfrm>
              <a:off x="14689" y="5437"/>
              <a:ext cx="2296" cy="720"/>
            </a:xfrm>
            <a:prstGeom prst="rect">
              <a:avLst/>
            </a:prstGeom>
            <a:solidFill>
              <a:srgbClr val="FFCD6D">
                <a:alpha val="60000"/>
              </a:srgbClr>
            </a:solidFill>
            <a:ln w="15875">
              <a:solidFill>
                <a:srgbClr val="61616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14689" y="6149"/>
              <a:ext cx="2296" cy="1223"/>
            </a:xfrm>
            <a:prstGeom prst="rect">
              <a:avLst/>
            </a:prstGeom>
            <a:solidFill>
              <a:srgbClr val="FFF3DB"/>
            </a:solidFill>
            <a:ln w="15875">
              <a:solidFill>
                <a:srgbClr val="61616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9327515" y="4794885"/>
            <a:ext cx="1435100" cy="1451610"/>
            <a:chOff x="14689" y="7551"/>
            <a:chExt cx="2296" cy="2286"/>
          </a:xfrm>
        </p:grpSpPr>
        <p:sp>
          <p:nvSpPr>
            <p:cNvPr id="14" name="矩形 13"/>
            <p:cNvSpPr/>
            <p:nvPr/>
          </p:nvSpPr>
          <p:spPr>
            <a:xfrm>
              <a:off x="14689" y="7551"/>
              <a:ext cx="2296" cy="720"/>
            </a:xfrm>
            <a:prstGeom prst="rect">
              <a:avLst/>
            </a:prstGeom>
            <a:solidFill>
              <a:srgbClr val="FFCD6D">
                <a:alpha val="60000"/>
              </a:srgb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>
            <a:xfrm>
              <a:off x="14689" y="8271"/>
              <a:ext cx="2296" cy="1567"/>
            </a:xfrm>
            <a:prstGeom prst="rect">
              <a:avLst/>
            </a:prstGeom>
            <a:solidFill>
              <a:srgbClr val="FFF3DB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7" name="矩形 16"/>
          <p:cNvSpPr/>
          <p:nvPr/>
        </p:nvSpPr>
        <p:spPr>
          <a:xfrm>
            <a:off x="8036560" y="3702685"/>
            <a:ext cx="960120" cy="1136650"/>
          </a:xfrm>
          <a:prstGeom prst="rect">
            <a:avLst/>
          </a:prstGeom>
          <a:solidFill>
            <a:srgbClr val="A3E1C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8036560" y="4909185"/>
            <a:ext cx="960120" cy="1137600"/>
          </a:xfrm>
          <a:prstGeom prst="rect">
            <a:avLst/>
          </a:prstGeom>
          <a:solidFill>
            <a:srgbClr val="A3E1C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4972050" y="2417445"/>
            <a:ext cx="964565" cy="252000"/>
          </a:xfrm>
          <a:prstGeom prst="rect">
            <a:avLst/>
          </a:prstGeom>
          <a:solidFill>
            <a:srgbClr val="EFD0D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4972050" y="2741930"/>
            <a:ext cx="964565" cy="252000"/>
          </a:xfrm>
          <a:prstGeom prst="rect">
            <a:avLst/>
          </a:prstGeom>
          <a:solidFill>
            <a:srgbClr val="EFD0D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6260465" y="2576830"/>
            <a:ext cx="964565" cy="252000"/>
          </a:xfrm>
          <a:prstGeom prst="rect">
            <a:avLst/>
          </a:prstGeom>
          <a:solidFill>
            <a:srgbClr val="E39F9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6260465" y="2917190"/>
            <a:ext cx="964565" cy="252000"/>
          </a:xfrm>
          <a:prstGeom prst="rect">
            <a:avLst/>
          </a:prstGeom>
          <a:solidFill>
            <a:srgbClr val="E39F9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7560310" y="2576830"/>
            <a:ext cx="797560" cy="252000"/>
          </a:xfrm>
          <a:prstGeom prst="rect">
            <a:avLst/>
          </a:prstGeom>
          <a:solidFill>
            <a:srgbClr val="EFD0D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7560310" y="2917190"/>
            <a:ext cx="797560" cy="252000"/>
          </a:xfrm>
          <a:prstGeom prst="rect">
            <a:avLst/>
          </a:prstGeom>
          <a:solidFill>
            <a:srgbClr val="EFD0D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8676640" y="2698115"/>
            <a:ext cx="801370" cy="311150"/>
          </a:xfrm>
          <a:prstGeom prst="rect">
            <a:avLst/>
          </a:prstGeom>
          <a:solidFill>
            <a:srgbClr val="E39F9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9648825" y="2691765"/>
            <a:ext cx="801370" cy="311150"/>
          </a:xfrm>
          <a:prstGeom prst="rect">
            <a:avLst/>
          </a:prstGeom>
          <a:solidFill>
            <a:srgbClr val="C1454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4932045" y="788670"/>
            <a:ext cx="1620520" cy="213995"/>
          </a:xfrm>
          <a:prstGeom prst="rect">
            <a:avLst/>
          </a:prstGeom>
          <a:solidFill>
            <a:srgbClr val="B1BFE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6889750" y="788670"/>
            <a:ext cx="1818640" cy="213995"/>
          </a:xfrm>
          <a:prstGeom prst="rect">
            <a:avLst/>
          </a:prstGeom>
          <a:solidFill>
            <a:srgbClr val="C0C9E3">
              <a:alpha val="73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9043035" y="788670"/>
            <a:ext cx="1454150" cy="213995"/>
          </a:xfrm>
          <a:prstGeom prst="rect">
            <a:avLst/>
          </a:prstGeom>
          <a:solidFill>
            <a:srgbClr val="84ADD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4933315" y="1057275"/>
            <a:ext cx="626110" cy="319405"/>
          </a:xfrm>
          <a:prstGeom prst="rect">
            <a:avLst/>
          </a:prstGeom>
          <a:solidFill>
            <a:srgbClr val="62569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4936490" y="1436370"/>
            <a:ext cx="622935" cy="319405"/>
          </a:xfrm>
          <a:prstGeom prst="rect">
            <a:avLst/>
          </a:prstGeom>
          <a:solidFill>
            <a:srgbClr val="62569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矩形 38"/>
          <p:cNvSpPr/>
          <p:nvPr/>
        </p:nvSpPr>
        <p:spPr>
          <a:xfrm>
            <a:off x="6889750" y="1057275"/>
            <a:ext cx="1816735" cy="213995"/>
          </a:xfrm>
          <a:prstGeom prst="rect">
            <a:avLst/>
          </a:prstGeom>
          <a:solidFill>
            <a:srgbClr val="A3AED5">
              <a:alpha val="73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6889750" y="1413510"/>
            <a:ext cx="1824355" cy="347345"/>
          </a:xfrm>
          <a:prstGeom prst="rect">
            <a:avLst/>
          </a:prstGeom>
          <a:solidFill>
            <a:srgbClr val="445493">
              <a:alpha val="73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9044305" y="1057275"/>
            <a:ext cx="1454150" cy="214630"/>
          </a:xfrm>
          <a:prstGeom prst="rect">
            <a:avLst/>
          </a:prstGeom>
          <a:solidFill>
            <a:srgbClr val="BDD5E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9053830" y="1413510"/>
            <a:ext cx="1444625" cy="347345"/>
          </a:xfrm>
          <a:prstGeom prst="rect">
            <a:avLst/>
          </a:prstGeom>
          <a:solidFill>
            <a:srgbClr val="BDD5E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6" name="直接连接符 45"/>
          <p:cNvCxnSpPr/>
          <p:nvPr/>
        </p:nvCxnSpPr>
        <p:spPr>
          <a:xfrm>
            <a:off x="5601335" y="1229360"/>
            <a:ext cx="0" cy="391795"/>
          </a:xfrm>
          <a:prstGeom prst="line">
            <a:avLst/>
          </a:prstGeom>
          <a:ln w="15875">
            <a:solidFill>
              <a:srgbClr val="62569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8" name="矩形 37"/>
          <p:cNvSpPr/>
          <p:nvPr/>
        </p:nvSpPr>
        <p:spPr>
          <a:xfrm>
            <a:off x="5840730" y="1181735"/>
            <a:ext cx="710565" cy="426720"/>
          </a:xfrm>
          <a:prstGeom prst="rect">
            <a:avLst/>
          </a:prstGeom>
          <a:solidFill>
            <a:srgbClr val="342D5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58" name="直线箭头连接符 46"/>
          <p:cNvCxnSpPr/>
          <p:nvPr/>
        </p:nvCxnSpPr>
        <p:spPr>
          <a:xfrm>
            <a:off x="8170488" y="1282065"/>
            <a:ext cx="3175" cy="127635"/>
          </a:xfrm>
          <a:prstGeom prst="straightConnector1">
            <a:avLst/>
          </a:prstGeom>
          <a:ln w="12700" cmpd="sng">
            <a:solidFill>
              <a:srgbClr val="6F7BAC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线箭头连接符 46"/>
          <p:cNvCxnSpPr/>
          <p:nvPr/>
        </p:nvCxnSpPr>
        <p:spPr>
          <a:xfrm>
            <a:off x="9779578" y="1760855"/>
            <a:ext cx="635" cy="335280"/>
          </a:xfrm>
          <a:prstGeom prst="straightConnector1">
            <a:avLst/>
          </a:prstGeom>
          <a:ln w="12700" cmpd="sng">
            <a:solidFill>
              <a:srgbClr val="BFBFBF"/>
            </a:solidFill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线箭头连接符 46"/>
          <p:cNvCxnSpPr/>
          <p:nvPr/>
        </p:nvCxnSpPr>
        <p:spPr>
          <a:xfrm>
            <a:off x="5601278" y="1413510"/>
            <a:ext cx="237490" cy="1270"/>
          </a:xfrm>
          <a:prstGeom prst="straightConnector1">
            <a:avLst/>
          </a:prstGeom>
          <a:ln w="12700" cmpd="sng">
            <a:solidFill>
              <a:srgbClr val="62569F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线箭头连接符 46"/>
          <p:cNvCxnSpPr/>
          <p:nvPr/>
        </p:nvCxnSpPr>
        <p:spPr>
          <a:xfrm>
            <a:off x="9773863" y="1282065"/>
            <a:ext cx="3175" cy="127635"/>
          </a:xfrm>
          <a:prstGeom prst="straightConnector1">
            <a:avLst/>
          </a:prstGeom>
          <a:ln w="12700" cmpd="sng">
            <a:solidFill>
              <a:srgbClr val="84ADDC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线箭头连接符 46"/>
          <p:cNvCxnSpPr/>
          <p:nvPr/>
        </p:nvCxnSpPr>
        <p:spPr>
          <a:xfrm flipV="1">
            <a:off x="4728788" y="2125345"/>
            <a:ext cx="5057140" cy="5080"/>
          </a:xfrm>
          <a:prstGeom prst="straightConnector1">
            <a:avLst/>
          </a:prstGeom>
          <a:ln w="12700" cmpd="sng">
            <a:solidFill>
              <a:srgbClr val="BFBFBF"/>
            </a:solidFill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线箭头连接符 46"/>
          <p:cNvCxnSpPr/>
          <p:nvPr/>
        </p:nvCxnSpPr>
        <p:spPr>
          <a:xfrm>
            <a:off x="4700848" y="2150110"/>
            <a:ext cx="0" cy="370205"/>
          </a:xfrm>
          <a:prstGeom prst="straightConnector1">
            <a:avLst/>
          </a:prstGeom>
          <a:ln w="12700" cmpd="sng">
            <a:solidFill>
              <a:srgbClr val="BFBFBF"/>
            </a:solidFill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线箭头连接符 46"/>
          <p:cNvCxnSpPr/>
          <p:nvPr/>
        </p:nvCxnSpPr>
        <p:spPr>
          <a:xfrm>
            <a:off x="4728788" y="2520315"/>
            <a:ext cx="237490" cy="1270"/>
          </a:xfrm>
          <a:prstGeom prst="straightConnector1">
            <a:avLst/>
          </a:prstGeom>
          <a:ln w="12700" cmpd="sng">
            <a:solidFill>
              <a:srgbClr val="BFBFBF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/>
          <p:cNvCxnSpPr/>
          <p:nvPr/>
        </p:nvCxnSpPr>
        <p:spPr>
          <a:xfrm>
            <a:off x="5992495" y="2514600"/>
            <a:ext cx="0" cy="391795"/>
          </a:xfrm>
          <a:prstGeom prst="line">
            <a:avLst/>
          </a:prstGeom>
          <a:ln w="15875">
            <a:solidFill>
              <a:srgbClr val="C14545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8" name="直线箭头连接符 46"/>
          <p:cNvCxnSpPr/>
          <p:nvPr/>
        </p:nvCxnSpPr>
        <p:spPr>
          <a:xfrm>
            <a:off x="5992438" y="2698750"/>
            <a:ext cx="237490" cy="1270"/>
          </a:xfrm>
          <a:prstGeom prst="straightConnector1">
            <a:avLst/>
          </a:prstGeom>
          <a:ln w="12700" cmpd="sng">
            <a:solidFill>
              <a:srgbClr val="C14545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肘形连接符 68"/>
          <p:cNvCxnSpPr>
            <a:stCxn id="27" idx="2"/>
            <a:endCxn id="30" idx="1"/>
          </p:cNvCxnSpPr>
          <p:nvPr/>
        </p:nvCxnSpPr>
        <p:spPr>
          <a:xfrm rot="5400000" flipV="1">
            <a:off x="5832475" y="2615565"/>
            <a:ext cx="49530" cy="805815"/>
          </a:xfrm>
          <a:prstGeom prst="bentConnector2">
            <a:avLst/>
          </a:prstGeom>
          <a:ln w="12700" cmpd="sng">
            <a:solidFill>
              <a:srgbClr val="C14545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75" name="组合 74"/>
          <p:cNvGrpSpPr/>
          <p:nvPr/>
        </p:nvGrpSpPr>
        <p:grpSpPr>
          <a:xfrm>
            <a:off x="6462395" y="2449195"/>
            <a:ext cx="240665" cy="127000"/>
            <a:chOff x="10177" y="3857"/>
            <a:chExt cx="379" cy="200"/>
          </a:xfrm>
        </p:grpSpPr>
        <p:cxnSp>
          <p:nvCxnSpPr>
            <p:cNvPr id="71" name="直线箭头连接符 46"/>
            <p:cNvCxnSpPr/>
            <p:nvPr/>
          </p:nvCxnSpPr>
          <p:spPr>
            <a:xfrm>
              <a:off x="10177" y="3857"/>
              <a:ext cx="5" cy="201"/>
            </a:xfrm>
            <a:prstGeom prst="straightConnector1">
              <a:avLst/>
            </a:prstGeom>
            <a:ln w="12700" cmpd="sng">
              <a:solidFill>
                <a:srgbClr val="C14545"/>
              </a:solidFill>
              <a:prstDash val="dash"/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线箭头连接符 46"/>
            <p:cNvCxnSpPr/>
            <p:nvPr/>
          </p:nvCxnSpPr>
          <p:spPr>
            <a:xfrm>
              <a:off x="10182" y="3857"/>
              <a:ext cx="374" cy="2"/>
            </a:xfrm>
            <a:prstGeom prst="straightConnector1">
              <a:avLst/>
            </a:prstGeom>
            <a:ln w="12700" cmpd="sng">
              <a:solidFill>
                <a:srgbClr val="C14545"/>
              </a:solidFill>
              <a:prstDash val="dash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4" name="直线箭头连接符 46"/>
          <p:cNvCxnSpPr/>
          <p:nvPr/>
        </p:nvCxnSpPr>
        <p:spPr>
          <a:xfrm>
            <a:off x="7242118" y="2698750"/>
            <a:ext cx="312420" cy="4445"/>
          </a:xfrm>
          <a:prstGeom prst="straightConnector1">
            <a:avLst/>
          </a:prstGeom>
          <a:ln w="12700" cmpd="sng">
            <a:solidFill>
              <a:srgbClr val="C14545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线箭头连接符 46"/>
          <p:cNvCxnSpPr/>
          <p:nvPr/>
        </p:nvCxnSpPr>
        <p:spPr>
          <a:xfrm>
            <a:off x="7957128" y="2830195"/>
            <a:ext cx="1905" cy="88265"/>
          </a:xfrm>
          <a:prstGeom prst="straightConnector1">
            <a:avLst/>
          </a:prstGeom>
          <a:ln w="12700" cmpd="sng">
            <a:solidFill>
              <a:srgbClr val="C14545"/>
            </a:solidFill>
            <a:prstDash val="dash"/>
            <a:headEnd type="none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肘形连接符 78"/>
          <p:cNvCxnSpPr>
            <a:stCxn id="29" idx="3"/>
            <a:endCxn id="31" idx="1"/>
          </p:cNvCxnSpPr>
          <p:nvPr/>
        </p:nvCxnSpPr>
        <p:spPr>
          <a:xfrm flipV="1">
            <a:off x="8357870" y="2853690"/>
            <a:ext cx="318770" cy="189865"/>
          </a:xfrm>
          <a:prstGeom prst="bentConnector3">
            <a:avLst>
              <a:gd name="adj1" fmla="val 50000"/>
            </a:avLst>
          </a:prstGeom>
          <a:ln>
            <a:solidFill>
              <a:srgbClr val="C14545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0" name="直线箭头连接符 46"/>
          <p:cNvCxnSpPr/>
          <p:nvPr/>
        </p:nvCxnSpPr>
        <p:spPr>
          <a:xfrm flipV="1">
            <a:off x="9477953" y="2847975"/>
            <a:ext cx="147955" cy="4445"/>
          </a:xfrm>
          <a:prstGeom prst="straightConnector1">
            <a:avLst/>
          </a:prstGeom>
          <a:ln w="12700" cmpd="sng">
            <a:solidFill>
              <a:srgbClr val="C14545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文本框 81"/>
          <p:cNvSpPr txBox="1"/>
          <p:nvPr/>
        </p:nvSpPr>
        <p:spPr>
          <a:xfrm>
            <a:off x="3422650" y="4451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方正舒体" panose="02010601030101010101" charset="-122"/>
                <a:ea typeface="方正舒体" panose="02010601030101010101" charset="-122"/>
              </a:rPr>
              <a:t>Model</a:t>
            </a:r>
            <a:endParaRPr lang="en-US" altLang="zh-CN" b="1">
              <a:latin typeface="方正舒体" panose="02010601030101010101" charset="-122"/>
              <a:ea typeface="方正舒体" panose="02010601030101010101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自定义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00B0F0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WPS 演示</Application>
  <PresentationFormat>宽屏</PresentationFormat>
  <Paragraphs>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宋体</vt:lpstr>
      <vt:lpstr>Wingdings</vt:lpstr>
      <vt:lpstr>等线</vt:lpstr>
      <vt:lpstr>Calibri</vt:lpstr>
      <vt:lpstr>微软雅黑</vt:lpstr>
      <vt:lpstr>Arial Unicode MS</vt:lpstr>
      <vt:lpstr>阿里巴巴普惠体 Medium</vt:lpstr>
      <vt:lpstr>方正舒体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舍瑟</dc:creator>
  <cp:lastModifiedBy>舍瑟</cp:lastModifiedBy>
  <cp:revision>12</cp:revision>
  <dcterms:created xsi:type="dcterms:W3CDTF">2023-08-09T12:44:00Z</dcterms:created>
  <dcterms:modified xsi:type="dcterms:W3CDTF">2026-01-28T12:34:01Z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39A17D646E12433F821227C77E930072_12</vt:lpwstr>
  </property>
</Properties>
</file>